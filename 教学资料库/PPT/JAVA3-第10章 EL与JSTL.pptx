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51" r:id="rId3"/>
    <p:sldMasterId id="2147483663" r:id="rId4"/>
    <p:sldMasterId id="2147483676" r:id="rId5"/>
  </p:sldMasterIdLst>
  <p:notesMasterIdLst>
    <p:notesMasterId r:id="rId7"/>
  </p:notesMasterIdLst>
  <p:sldIdLst>
    <p:sldId id="2807" r:id="rId6"/>
    <p:sldId id="2808" r:id="rId8"/>
    <p:sldId id="2881" r:id="rId9"/>
    <p:sldId id="2818" r:id="rId10"/>
    <p:sldId id="2784" r:id="rId11"/>
    <p:sldId id="2785" r:id="rId12"/>
    <p:sldId id="2842" r:id="rId13"/>
    <p:sldId id="2843" r:id="rId14"/>
    <p:sldId id="2844" r:id="rId15"/>
    <p:sldId id="2845" r:id="rId16"/>
    <p:sldId id="2846" r:id="rId17"/>
    <p:sldId id="2847" r:id="rId18"/>
    <p:sldId id="2848" r:id="rId19"/>
    <p:sldId id="2849" r:id="rId20"/>
    <p:sldId id="2850" r:id="rId21"/>
    <p:sldId id="2851" r:id="rId22"/>
    <p:sldId id="2852" r:id="rId23"/>
    <p:sldId id="2853" r:id="rId24"/>
    <p:sldId id="2865" r:id="rId25"/>
    <p:sldId id="2866" r:id="rId26"/>
    <p:sldId id="2867" r:id="rId27"/>
    <p:sldId id="2854" r:id="rId28"/>
    <p:sldId id="2855" r:id="rId29"/>
    <p:sldId id="2856" r:id="rId30"/>
    <p:sldId id="2857" r:id="rId31"/>
    <p:sldId id="2858" r:id="rId32"/>
    <p:sldId id="2859" r:id="rId33"/>
    <p:sldId id="2860" r:id="rId34"/>
    <p:sldId id="2883" r:id="rId35"/>
    <p:sldId id="2882" r:id="rId36"/>
    <p:sldId id="2884" r:id="rId37"/>
    <p:sldId id="2862" r:id="rId38"/>
    <p:sldId id="2863" r:id="rId39"/>
    <p:sldId id="2864" r:id="rId40"/>
    <p:sldId id="2817" r:id="rId41"/>
  </p:sldIdLst>
  <p:sldSz cx="12858750" cy="7232650"/>
  <p:notesSz cx="6858000" cy="9144000"/>
  <p:custDataLst>
    <p:tags r:id="rId45"/>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639445" indent="-18224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282065" indent="-3683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924685" indent="-55372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2567305" indent="-73914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4730" algn="l" defTabSz="913765"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1930" algn="l" defTabSz="913765"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199130" algn="l" defTabSz="913765"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5695" algn="l" defTabSz="913765"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92" userDrawn="1">
          <p15:clr>
            <a:srgbClr val="A4A3A4"/>
          </p15:clr>
        </p15:guide>
        <p15:guide id="2" orient="horz" pos="4202" userDrawn="1">
          <p15:clr>
            <a:srgbClr val="A4A3A4"/>
          </p15:clr>
        </p15:guide>
        <p15:guide id="3" pos="4050" userDrawn="1">
          <p15:clr>
            <a:srgbClr val="A4A3A4"/>
          </p15:clr>
        </p15:guide>
        <p15:guide id="4" pos="512" userDrawn="1">
          <p15:clr>
            <a:srgbClr val="A4A3A4"/>
          </p15:clr>
        </p15:guide>
        <p15:guide id="5" pos="75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212E3C"/>
    <a:srgbClr val="FBBF09"/>
    <a:srgbClr val="EF4232"/>
    <a:srgbClr val="03A9F0"/>
    <a:srgbClr val="FFFFFF"/>
    <a:srgbClr val="FABCA8"/>
    <a:srgbClr val="57562F"/>
    <a:srgbClr val="FBCDBE"/>
    <a:srgbClr val="6B6A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89" autoAdjust="0"/>
    <p:restoredTop sz="92986" autoAdjust="0"/>
  </p:normalViewPr>
  <p:slideViewPr>
    <p:cSldViewPr>
      <p:cViewPr varScale="1">
        <p:scale>
          <a:sx n="71" d="100"/>
          <a:sy n="71" d="100"/>
        </p:scale>
        <p:origin x="-474" y="-96"/>
      </p:cViewPr>
      <p:guideLst>
        <p:guide orient="horz" pos="392"/>
        <p:guide orient="horz" pos="4202"/>
        <p:guide pos="4050"/>
        <p:guide pos="512"/>
        <p:guide pos="7588"/>
      </p:guideLst>
    </p:cSldViewPr>
  </p:slideViewPr>
  <p:outlineViewPr>
    <p:cViewPr>
      <p:scale>
        <a:sx n="100" d="100"/>
        <a:sy n="100" d="100"/>
      </p:scale>
      <p:origin x="0" y="-14412"/>
    </p:cViewPr>
  </p:outlineViewPr>
  <p:notesTextViewPr>
    <p:cViewPr>
      <p:scale>
        <a:sx n="1" d="1"/>
        <a:sy n="1" d="1"/>
      </p:scale>
      <p:origin x="0" y="0"/>
    </p:cViewPr>
  </p:notesTextViewPr>
  <p:sorterViewPr>
    <p:cViewPr>
      <p:scale>
        <a:sx n="25" d="100"/>
        <a:sy n="2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5" Type="http://schemas.openxmlformats.org/officeDocument/2006/relationships/tags" Target="tags/tag2.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fld id="{418F03C3-53C1-4F10-8DAF-D1F318E96C6E}"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mn-lt"/>
        <a:ea typeface="+mn-ea"/>
        <a:cs typeface="+mn-cs"/>
      </a:defRPr>
    </a:lvl1pPr>
    <a:lvl2pPr marL="455295" algn="l" rtl="0" eaLnBrk="0" fontAlgn="base" hangingPunct="0">
      <a:spcBef>
        <a:spcPct val="30000"/>
      </a:spcBef>
      <a:spcAft>
        <a:spcPct val="0"/>
      </a:spcAft>
      <a:defRPr sz="1300" kern="1200">
        <a:solidFill>
          <a:schemeClr val="tx1"/>
        </a:solidFill>
        <a:latin typeface="+mn-lt"/>
        <a:ea typeface="+mn-ea"/>
        <a:cs typeface="+mn-cs"/>
      </a:defRPr>
    </a:lvl2pPr>
    <a:lvl3pPr marL="912495" algn="l" rtl="0" eaLnBrk="0" fontAlgn="base" hangingPunct="0">
      <a:spcBef>
        <a:spcPct val="30000"/>
      </a:spcBef>
      <a:spcAft>
        <a:spcPct val="0"/>
      </a:spcAft>
      <a:defRPr sz="1300" kern="1200">
        <a:solidFill>
          <a:schemeClr val="tx1"/>
        </a:solidFill>
        <a:latin typeface="+mn-lt"/>
        <a:ea typeface="+mn-ea"/>
        <a:cs typeface="+mn-cs"/>
      </a:defRPr>
    </a:lvl3pPr>
    <a:lvl4pPr marL="1369060" algn="l" rtl="0" eaLnBrk="0" fontAlgn="base" hangingPunct="0">
      <a:spcBef>
        <a:spcPct val="30000"/>
      </a:spcBef>
      <a:spcAft>
        <a:spcPct val="0"/>
      </a:spcAft>
      <a:defRPr sz="1300" kern="1200">
        <a:solidFill>
          <a:schemeClr val="tx1"/>
        </a:solidFill>
        <a:latin typeface="+mn-lt"/>
        <a:ea typeface="+mn-ea"/>
        <a:cs typeface="+mn-cs"/>
      </a:defRPr>
    </a:lvl4pPr>
    <a:lvl5pPr marL="1826260" algn="l" rtl="0" eaLnBrk="0" fontAlgn="base" hangingPunct="0">
      <a:spcBef>
        <a:spcPct val="30000"/>
      </a:spcBef>
      <a:spcAft>
        <a:spcPct val="0"/>
      </a:spcAft>
      <a:defRPr sz="1300" kern="1200">
        <a:solidFill>
          <a:schemeClr val="tx1"/>
        </a:solidFill>
        <a:latin typeface="+mn-lt"/>
        <a:ea typeface="+mn-ea"/>
        <a:cs typeface="+mn-cs"/>
      </a:defRPr>
    </a:lvl5pPr>
    <a:lvl6pPr marL="2284095" algn="l" defTabSz="913765" rtl="0" eaLnBrk="1" latinLnBrk="0" hangingPunct="1">
      <a:defRPr sz="1300" kern="1200">
        <a:solidFill>
          <a:schemeClr val="tx1"/>
        </a:solidFill>
        <a:latin typeface="+mn-lt"/>
        <a:ea typeface="+mn-ea"/>
        <a:cs typeface="+mn-cs"/>
      </a:defRPr>
    </a:lvl6pPr>
    <a:lvl7pPr marL="2741295" algn="l" defTabSz="913765" rtl="0" eaLnBrk="1" latinLnBrk="0" hangingPunct="1">
      <a:defRPr sz="1300" kern="1200">
        <a:solidFill>
          <a:schemeClr val="tx1"/>
        </a:solidFill>
        <a:latin typeface="+mn-lt"/>
        <a:ea typeface="+mn-ea"/>
        <a:cs typeface="+mn-cs"/>
      </a:defRPr>
    </a:lvl7pPr>
    <a:lvl8pPr marL="3197860" algn="l" defTabSz="913765" rtl="0" eaLnBrk="1" latinLnBrk="0" hangingPunct="1">
      <a:defRPr sz="1300" kern="1200">
        <a:solidFill>
          <a:schemeClr val="tx1"/>
        </a:solidFill>
        <a:latin typeface="+mn-lt"/>
        <a:ea typeface="+mn-ea"/>
        <a:cs typeface="+mn-cs"/>
      </a:defRPr>
    </a:lvl8pPr>
    <a:lvl9pPr marL="3655060" algn="l" defTabSz="913765"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5638BCD-BAF0-4F2F-8ED1-BF002154F02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5638BCD-BAF0-4F2F-8ED1-BF002154F02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oleObject" Target="../embeddings/oleObject3.bin"/><Relationship Id="rId5" Type="http://schemas.openxmlformats.org/officeDocument/2006/relationships/image" Target="../media/image2.png"/><Relationship Id="rId4" Type="http://schemas.openxmlformats.org/officeDocument/2006/relationships/oleObject" Target="../embeddings/oleObject2.bin"/><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oleObject" Target="../embeddings/oleObject6.bin"/><Relationship Id="rId5" Type="http://schemas.openxmlformats.org/officeDocument/2006/relationships/image" Target="../media/image2.png"/><Relationship Id="rId4" Type="http://schemas.openxmlformats.org/officeDocument/2006/relationships/oleObject" Target="../embeddings/oleObject5.bin"/><Relationship Id="rId3" Type="http://schemas.openxmlformats.org/officeDocument/2006/relationships/image" Target="../media/image1.png"/><Relationship Id="rId2" Type="http://schemas.openxmlformats.org/officeDocument/2006/relationships/oleObject" Target="../embeddings/oleObject4.bin"/><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oleObject" Target="../embeddings/oleObject9.bin"/><Relationship Id="rId5" Type="http://schemas.openxmlformats.org/officeDocument/2006/relationships/image" Target="../media/image2.png"/><Relationship Id="rId4" Type="http://schemas.openxmlformats.org/officeDocument/2006/relationships/oleObject" Target="../embeddings/oleObject8.bin"/><Relationship Id="rId3" Type="http://schemas.openxmlformats.org/officeDocument/2006/relationships/image" Target="../media/image1.png"/><Relationship Id="rId2" Type="http://schemas.openxmlformats.org/officeDocument/2006/relationships/oleObject" Target="../embeddings/oleObject7.bin"/><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84039" y="6703600"/>
            <a:ext cx="2893219" cy="386187"/>
          </a:xfrm>
          <a:prstGeom prst="rect">
            <a:avLst/>
          </a:prstGeom>
        </p:spPr>
        <p:txBody>
          <a:bodyPr lIns="91397" tIns="45699" rIns="91397" bIns="45699"/>
          <a:lstStyle/>
          <a:p>
            <a:fld id="{E3AD87B8-9A4B-45E2-BBE5-FB86ADE287A3}" type="datetimeFigureOut">
              <a:rPr lang="zh-CN" altLang="en-US" smtClean="0"/>
            </a:fld>
            <a:endParaRPr lang="zh-CN" altLang="en-US"/>
          </a:p>
        </p:txBody>
      </p:sp>
      <p:sp>
        <p:nvSpPr>
          <p:cNvPr id="3" name="页脚占位符 2"/>
          <p:cNvSpPr>
            <a:spLocks noGrp="1"/>
          </p:cNvSpPr>
          <p:nvPr>
            <p:ph type="ftr" sz="quarter" idx="11"/>
          </p:nvPr>
        </p:nvSpPr>
        <p:spPr>
          <a:xfrm>
            <a:off x="4259461" y="6703600"/>
            <a:ext cx="4339828" cy="386187"/>
          </a:xfrm>
          <a:prstGeom prst="rect">
            <a:avLst/>
          </a:prstGeom>
        </p:spPr>
        <p:txBody>
          <a:bodyPr lIns="91397" tIns="45699" rIns="91397" bIns="45699"/>
          <a:lstStyle/>
          <a:p>
            <a:endParaRPr lang="zh-CN" altLang="en-US"/>
          </a:p>
        </p:txBody>
      </p:sp>
      <p:sp>
        <p:nvSpPr>
          <p:cNvPr id="4" name="灯片编号占位符 3"/>
          <p:cNvSpPr>
            <a:spLocks noGrp="1"/>
          </p:cNvSpPr>
          <p:nvPr>
            <p:ph type="sldNum" sz="quarter" idx="12"/>
          </p:nvPr>
        </p:nvSpPr>
        <p:spPr>
          <a:xfrm>
            <a:off x="9081492" y="6703600"/>
            <a:ext cx="2893219" cy="386187"/>
          </a:xfrm>
          <a:prstGeom prst="rect">
            <a:avLst/>
          </a:prstGeom>
        </p:spPr>
        <p:txBody>
          <a:bodyPr lIns="91397" tIns="45699" rIns="91397" bIns="45699"/>
          <a:lstStyle/>
          <a:p>
            <a:fld id="{37AAA611-6692-4583-86AB-5AB9B972BD4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84039" y="385072"/>
            <a:ext cx="11090672" cy="1397978"/>
          </a:xfrm>
          <a:prstGeom prst="rect">
            <a:avLst/>
          </a:prstGeom>
        </p:spPr>
        <p:txBody>
          <a:bodyPr lIns="128583" tIns="64291" rIns="128583" bIns="64291"/>
          <a:lstStyle/>
          <a:p>
            <a:r>
              <a:rPr lang="zh-CN" altLang="en-US" smtClean="0"/>
              <a:t>单击此处编辑母版标题样式</a:t>
            </a:r>
            <a:endParaRPr lang="en-US" dirty="0"/>
          </a:p>
        </p:txBody>
      </p:sp>
      <p:sp>
        <p:nvSpPr>
          <p:cNvPr id="3" name="Content Placeholder 2"/>
          <p:cNvSpPr>
            <a:spLocks noGrp="1"/>
          </p:cNvSpPr>
          <p:nvPr>
            <p:ph idx="1" hasCustomPrompt="1"/>
          </p:nvPr>
        </p:nvSpPr>
        <p:spPr>
          <a:xfrm>
            <a:off x="884039" y="1925358"/>
            <a:ext cx="11090672" cy="4589051"/>
          </a:xfrm>
          <a:prstGeom prst="rect">
            <a:avLst/>
          </a:prstGeom>
        </p:spPr>
        <p:txBody>
          <a:bodyPr lIns="128583" tIns="64291" rIns="128583" bIns="64291"/>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a:xfrm>
            <a:off x="884039" y="6703596"/>
            <a:ext cx="2893219" cy="385072"/>
          </a:xfrm>
          <a:prstGeom prst="rect">
            <a:avLst/>
          </a:prstGeom>
        </p:spPr>
        <p:txBody>
          <a:bodyPr lIns="128583" tIns="64291" rIns="128583" bIns="64291"/>
          <a:lstStyle/>
          <a:p>
            <a:fld id="{ACA37975-6AF7-4301-9DC5-87C074AA59D1}" type="datetimeFigureOut">
              <a:rPr lang="zh-CN" altLang="en-US" smtClean="0"/>
            </a:fld>
            <a:endParaRPr lang="zh-CN" altLang="en-US"/>
          </a:p>
        </p:txBody>
      </p:sp>
      <p:sp>
        <p:nvSpPr>
          <p:cNvPr id="5" name="Footer Placeholder 4"/>
          <p:cNvSpPr>
            <a:spLocks noGrp="1"/>
          </p:cNvSpPr>
          <p:nvPr>
            <p:ph type="ftr" sz="quarter" idx="11"/>
          </p:nvPr>
        </p:nvSpPr>
        <p:spPr>
          <a:xfrm>
            <a:off x="4259461" y="6703596"/>
            <a:ext cx="4339828" cy="385072"/>
          </a:xfrm>
          <a:prstGeom prst="rect">
            <a:avLst/>
          </a:prstGeom>
        </p:spPr>
        <p:txBody>
          <a:bodyPr lIns="128583" tIns="64291" rIns="128583" bIns="64291"/>
          <a:lstStyle/>
          <a:p>
            <a:endParaRPr lang="zh-CN" altLang="en-US"/>
          </a:p>
        </p:txBody>
      </p:sp>
      <p:sp>
        <p:nvSpPr>
          <p:cNvPr id="6" name="Slide Number Placeholder 5"/>
          <p:cNvSpPr>
            <a:spLocks noGrp="1"/>
          </p:cNvSpPr>
          <p:nvPr>
            <p:ph type="sldNum" sz="quarter" idx="12"/>
          </p:nvPr>
        </p:nvSpPr>
        <p:spPr>
          <a:xfrm>
            <a:off x="9081492" y="6703596"/>
            <a:ext cx="2893219" cy="385072"/>
          </a:xfrm>
          <a:prstGeom prst="rect">
            <a:avLst/>
          </a:prstGeom>
        </p:spPr>
        <p:txBody>
          <a:bodyPr lIns="128583" tIns="64291" rIns="128583" bIns="64291"/>
          <a:lstStyle/>
          <a:p>
            <a:fld id="{D27987A4-0198-42B4-AAAE-EDBADA4485AB}" type="slidenum">
              <a:rPr lang="zh-CN" altLang="en-US" smtClean="0"/>
            </a:fld>
            <a:endParaRPr lang="zh-CN" altLang="en-US"/>
          </a:p>
        </p:txBody>
      </p:sp>
    </p:spTree>
  </p:cSld>
  <p:clrMapOvr>
    <a:masterClrMapping/>
  </p:clrMapOvr>
  <p:transition spd="med" advClick="0" advTm="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3134148"/>
            <a:ext cx="9965531" cy="482177"/>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1" name="Rectangle 3"/>
          <p:cNvSpPr>
            <a:spLocks noChangeArrowheads="1"/>
          </p:cNvSpPr>
          <p:nvPr/>
        </p:nvSpPr>
        <p:spPr bwMode="auto">
          <a:xfrm>
            <a:off x="9965531" y="3134148"/>
            <a:ext cx="2893219" cy="4821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2" name="AutoShape 4"/>
          <p:cNvSpPr>
            <a:spLocks noChangeArrowheads="1"/>
          </p:cNvSpPr>
          <p:nvPr/>
        </p:nvSpPr>
        <p:spPr bwMode="auto">
          <a:xfrm rot="5400000">
            <a:off x="296924" y="3197761"/>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3" name="AutoShape 5"/>
          <p:cNvSpPr>
            <a:spLocks noChangeArrowheads="1"/>
          </p:cNvSpPr>
          <p:nvPr/>
        </p:nvSpPr>
        <p:spPr bwMode="auto">
          <a:xfrm rot="5400000">
            <a:off x="725549" y="3197761"/>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4" name="AutoShape 6"/>
          <p:cNvSpPr>
            <a:spLocks noChangeArrowheads="1"/>
          </p:cNvSpPr>
          <p:nvPr/>
        </p:nvSpPr>
        <p:spPr bwMode="auto">
          <a:xfrm rot="5400000">
            <a:off x="1154174" y="3197761"/>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5" name="AutoShape 7"/>
          <p:cNvSpPr>
            <a:spLocks noChangeArrowheads="1"/>
          </p:cNvSpPr>
          <p:nvPr/>
        </p:nvSpPr>
        <p:spPr bwMode="auto">
          <a:xfrm rot="5400000">
            <a:off x="1582799" y="3197761"/>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graphicFrame>
        <p:nvGraphicFramePr>
          <p:cNvPr id="2056" name="Object 8"/>
          <p:cNvGraphicFramePr>
            <a:graphicFrameLocks noChangeAspect="1"/>
          </p:cNvGraphicFramePr>
          <p:nvPr/>
        </p:nvGraphicFramePr>
        <p:xfrm>
          <a:off x="0" y="3616328"/>
          <a:ext cx="5956102" cy="1928707"/>
        </p:xfrm>
        <a:graphic>
          <a:graphicData uri="http://schemas.openxmlformats.org/presentationml/2006/ole">
            <mc:AlternateContent xmlns:mc="http://schemas.openxmlformats.org/markup-compatibility/2006">
              <mc:Choice xmlns:v="urn:schemas-microsoft-com:vml" Requires="v">
                <p:oleObj spid="_x0000_s1067" name="" r:id="rId2" imgW="6007100" imgH="2743200" progId="">
                  <p:embed/>
                </p:oleObj>
              </mc:Choice>
              <mc:Fallback>
                <p:oleObj name="" r:id="rId2" imgW="6007100" imgH="2743200" progId="">
                  <p:embed/>
                  <p:pic>
                    <p:nvPicPr>
                      <p:cNvPr id="0"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616328"/>
                        <a:ext cx="5956102"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7" name="Object 9"/>
          <p:cNvGraphicFramePr>
            <a:graphicFrameLocks noChangeAspect="1"/>
          </p:cNvGraphicFramePr>
          <p:nvPr/>
        </p:nvGraphicFramePr>
        <p:xfrm>
          <a:off x="9965531" y="3616328"/>
          <a:ext cx="2893219" cy="1928707"/>
        </p:xfrm>
        <a:graphic>
          <a:graphicData uri="http://schemas.openxmlformats.org/presentationml/2006/ole">
            <mc:AlternateContent xmlns:mc="http://schemas.openxmlformats.org/markup-compatibility/2006">
              <mc:Choice xmlns:v="urn:schemas-microsoft-com:vml" Requires="v">
                <p:oleObj spid="_x0000_s1068" name="" r:id="rId4" imgW="5753100" imgH="4356100" progId="">
                  <p:embed/>
                </p:oleObj>
              </mc:Choice>
              <mc:Fallback>
                <p:oleObj name="" r:id="rId4" imgW="5753100" imgH="4356100" progId="">
                  <p:embed/>
                  <p:pic>
                    <p:nvPicPr>
                      <p:cNvPr id="0" name="Picture 15"/>
                      <p:cNvPicPr>
                        <a:picLocks noChangeAspect="1" noChangeArrowheads="1"/>
                      </p:cNvPicPr>
                      <p:nvPr/>
                    </p:nvPicPr>
                    <p:blipFill>
                      <a:blip r:embed="rId5">
                        <a:extLst>
                          <a:ext uri="{28A0092B-C50C-407E-A947-70E740481C1C}">
                            <a14:useLocalDpi xmlns:a14="http://schemas.microsoft.com/office/drawing/2010/main" val="0"/>
                          </a:ext>
                        </a:extLst>
                      </a:blip>
                      <a:srcRect r="21930"/>
                      <a:stretch>
                        <a:fillRect/>
                      </a:stretch>
                    </p:blipFill>
                    <p:spPr bwMode="auto">
                      <a:xfrm>
                        <a:off x="9965531" y="3616328"/>
                        <a:ext cx="2893219"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8" name="Object 10"/>
          <p:cNvGraphicFramePr>
            <a:graphicFrameLocks noChangeAspect="1"/>
          </p:cNvGraphicFramePr>
          <p:nvPr/>
        </p:nvGraphicFramePr>
        <p:xfrm>
          <a:off x="5985125" y="3616325"/>
          <a:ext cx="3944689" cy="1930381"/>
        </p:xfrm>
        <a:graphic>
          <a:graphicData uri="http://schemas.openxmlformats.org/presentationml/2006/ole">
            <mc:AlternateContent xmlns:mc="http://schemas.openxmlformats.org/markup-compatibility/2006">
              <mc:Choice xmlns:v="urn:schemas-microsoft-com:vml" Requires="v">
                <p:oleObj spid="_x0000_s1069" name="" r:id="rId6" imgW="3556000" imgH="2540000" progId="">
                  <p:embed/>
                </p:oleObj>
              </mc:Choice>
              <mc:Fallback>
                <p:oleObj name="" r:id="rId6" imgW="3556000" imgH="2540000" progId="">
                  <p:embed/>
                  <p:pic>
                    <p:nvPicPr>
                      <p:cNvPr id="0" name="Picture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5125" y="3616325"/>
                        <a:ext cx="3944689" cy="1930381"/>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9" name="Rectangle 11"/>
          <p:cNvSpPr>
            <a:spLocks noChangeArrowheads="1"/>
          </p:cNvSpPr>
          <p:nvPr/>
        </p:nvSpPr>
        <p:spPr bwMode="auto">
          <a:xfrm>
            <a:off x="0" y="3616328"/>
            <a:ext cx="12858750" cy="1928707"/>
          </a:xfrm>
          <a:prstGeom prst="rect">
            <a:avLst/>
          </a:prstGeom>
          <a:solidFill>
            <a:schemeClr val="accent1">
              <a:alpha val="28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pic>
        <p:nvPicPr>
          <p:cNvPr id="2060" name="Picture 12" descr="glaba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394156" y="2009075"/>
            <a:ext cx="1850678" cy="1426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1" name="Rectangle 13"/>
          <p:cNvSpPr>
            <a:spLocks noGrp="1" noChangeArrowheads="1"/>
          </p:cNvSpPr>
          <p:nvPr>
            <p:ph type="dt" sz="half" idx="2"/>
          </p:nvPr>
        </p:nvSpPr>
        <p:spPr>
          <a:xfrm>
            <a:off x="642939" y="6830842"/>
            <a:ext cx="3000375" cy="257831"/>
          </a:xfrm>
        </p:spPr>
        <p:txBody>
          <a:bodyPr/>
          <a:lstStyle>
            <a:lvl1pPr>
              <a:defRPr sz="1500"/>
            </a:lvl1pPr>
          </a:lstStyle>
          <a:p>
            <a:endParaRPr lang="en-US">
              <a:solidFill>
                <a:srgbClr val="000000"/>
              </a:solidFill>
            </a:endParaRPr>
          </a:p>
        </p:txBody>
      </p:sp>
      <p:sp>
        <p:nvSpPr>
          <p:cNvPr id="2062" name="Rectangle 14"/>
          <p:cNvSpPr>
            <a:spLocks noGrp="1" noChangeArrowheads="1"/>
          </p:cNvSpPr>
          <p:nvPr>
            <p:ph type="ftr" sz="quarter" idx="3"/>
          </p:nvPr>
        </p:nvSpPr>
        <p:spPr>
          <a:xfrm>
            <a:off x="4393406" y="6830842"/>
            <a:ext cx="4071938" cy="257831"/>
          </a:xfrm>
        </p:spPr>
        <p:txBody>
          <a:bodyPr/>
          <a:lstStyle>
            <a:lvl1pPr>
              <a:defRPr sz="1500"/>
            </a:lvl1pPr>
          </a:lstStyle>
          <a:p>
            <a:endParaRPr lang="en-US">
              <a:solidFill>
                <a:srgbClr val="000000"/>
              </a:solidFill>
            </a:endParaRPr>
          </a:p>
        </p:txBody>
      </p:sp>
      <p:sp>
        <p:nvSpPr>
          <p:cNvPr id="2063" name="Rectangle 15"/>
          <p:cNvSpPr>
            <a:spLocks noGrp="1" noChangeArrowheads="1"/>
          </p:cNvSpPr>
          <p:nvPr>
            <p:ph type="sldNum" sz="quarter" idx="4"/>
          </p:nvPr>
        </p:nvSpPr>
        <p:spPr>
          <a:xfrm>
            <a:off x="9215439" y="6830842"/>
            <a:ext cx="3000375" cy="257831"/>
          </a:xfrm>
        </p:spPr>
        <p:txBody>
          <a:bodyPr/>
          <a:lstStyle>
            <a:lvl1pPr>
              <a:defRPr sz="1500"/>
            </a:lvl1pPr>
          </a:lstStyle>
          <a:p>
            <a:fld id="{A06949FC-71C0-4A9C-8FC5-2FA6268B5FA6}" type="slidenum">
              <a:rPr lang="zh-CN" altLang="en-US">
                <a:solidFill>
                  <a:srgbClr val="000000"/>
                </a:solidFill>
              </a:rPr>
            </a:fld>
            <a:endParaRPr lang="en-US">
              <a:solidFill>
                <a:srgbClr val="000000"/>
              </a:solidFill>
            </a:endParaRPr>
          </a:p>
        </p:txBody>
      </p:sp>
      <p:sp>
        <p:nvSpPr>
          <p:cNvPr id="2064" name="Text Box 16"/>
          <p:cNvSpPr txBox="1">
            <a:spLocks noChangeArrowheads="1"/>
          </p:cNvSpPr>
          <p:nvPr/>
        </p:nvSpPr>
        <p:spPr bwMode="auto">
          <a:xfrm>
            <a:off x="4911328" y="6122640"/>
            <a:ext cx="3545086" cy="392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34" tIns="57368" rIns="114734" bIns="57368">
            <a:spAutoFit/>
          </a:bodyPr>
          <a:lstStyle/>
          <a:p>
            <a:pPr>
              <a:buFont typeface="Arial" panose="020B0604020202020204" pitchFamily="34" charset="0"/>
              <a:buNone/>
            </a:pPr>
            <a:r>
              <a:rPr lang="zh-CN" altLang="en-US" b="1" smtClean="0">
                <a:solidFill>
                  <a:srgbClr val="000000"/>
                </a:solidFill>
                <a:latin typeface="Arial" panose="020B0604020202020204" pitchFamily="34" charset="0"/>
              </a:rPr>
              <a:t>大连理工大学出版社</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p:txBody>
      </p:sp>
      <p:sp>
        <p:nvSpPr>
          <p:cNvPr id="2065" name="AutoShape 17"/>
          <p:cNvSpPr>
            <a:spLocks noChangeArrowheads="1"/>
          </p:cNvSpPr>
          <p:nvPr/>
        </p:nvSpPr>
        <p:spPr bwMode="auto">
          <a:xfrm rot="5400000">
            <a:off x="6404827" y="5390974"/>
            <a:ext cx="287967" cy="1238995"/>
          </a:xfrm>
          <a:prstGeom prst="moon">
            <a:avLst>
              <a:gd name="adj" fmla="val 21208"/>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66" name="Rectangle 18"/>
          <p:cNvSpPr>
            <a:spLocks noGrp="1" noChangeArrowheads="1"/>
          </p:cNvSpPr>
          <p:nvPr>
            <p:ph type="ctrTitle"/>
          </p:nvPr>
        </p:nvSpPr>
        <p:spPr>
          <a:xfrm>
            <a:off x="1607344" y="1767981"/>
            <a:ext cx="8679656" cy="1309244"/>
          </a:xfrm>
          <a:extLst>
            <a:ext uri="{AF507438-7753-43E0-B8FC-AC1667EBCBE1}">
              <a14:hiddenEffects xmlns:a14="http://schemas.microsoft.com/office/drawing/2010/main">
                <a:effectLst>
                  <a:outerShdw dist="53882" dir="2700000" algn="ctr" rotWithShape="0">
                    <a:schemeClr val="tx1"/>
                  </a:outerShdw>
                </a:effectLst>
              </a14:hiddenEffects>
            </a:ext>
          </a:extLst>
        </p:spPr>
        <p:txBody>
          <a:bodyPr/>
          <a:lstStyle>
            <a:lvl1pPr>
              <a:defRPr sz="5500">
                <a:solidFill>
                  <a:schemeClr val="tx2"/>
                </a:solidFill>
              </a:defRPr>
            </a:lvl1pPr>
          </a:lstStyle>
          <a:p>
            <a:pPr lvl="0"/>
            <a:r>
              <a:rPr lang="zh-CN" altLang="en-US" noProof="0" smtClean="0"/>
              <a:t>单击此处编辑母版标题样式</a:t>
            </a:r>
            <a:endParaRPr lang="zh-CN" altLang="en-US" noProof="0" smtClean="0"/>
          </a:p>
        </p:txBody>
      </p:sp>
      <p:sp>
        <p:nvSpPr>
          <p:cNvPr id="2067" name="Rectangle 19"/>
          <p:cNvSpPr>
            <a:spLocks noGrp="1" noChangeArrowheads="1"/>
          </p:cNvSpPr>
          <p:nvPr>
            <p:ph type="subTitle" idx="1"/>
          </p:nvPr>
        </p:nvSpPr>
        <p:spPr>
          <a:xfrm>
            <a:off x="2143125" y="3134148"/>
            <a:ext cx="7608094" cy="401814"/>
          </a:xfrm>
        </p:spPr>
        <p:txBody>
          <a:bodyPr/>
          <a:lstStyle>
            <a:lvl1pPr marL="0" indent="0" algn="ctr">
              <a:buFont typeface="Wingdings" panose="05000000000000000000" pitchFamily="2" charset="2"/>
              <a:buNone/>
              <a:defRPr sz="2800">
                <a:solidFill>
                  <a:schemeClr val="bg1"/>
                </a:solidFill>
              </a:defRPr>
            </a:lvl1pPr>
          </a:lstStyle>
          <a:p>
            <a:pPr lvl="0"/>
            <a:r>
              <a:rPr lang="zh-CN" altLang="en-US" noProof="0" smtClean="0"/>
              <a:t>单击此处编辑母版副标题样式</a:t>
            </a:r>
            <a:endParaRPr lang="zh-CN" altLang="en-US" noProof="0"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AA4663F6-5E52-463E-9D66-231098FB4AD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015752" y="4647653"/>
            <a:ext cx="10929938" cy="1436485"/>
          </a:xfrm>
        </p:spPr>
        <p:txBody>
          <a:bodyPr anchor="t"/>
          <a:lstStyle>
            <a:lvl1pPr algn="l">
              <a:defRPr sz="5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015752" y="3065506"/>
            <a:ext cx="10929938" cy="1582142"/>
          </a:xfrm>
        </p:spPr>
        <p:txBody>
          <a:bodyPr anchor="b"/>
          <a:lstStyle>
            <a:lvl1pPr marL="0" indent="0">
              <a:buNone/>
              <a:defRPr sz="2500"/>
            </a:lvl1pPr>
            <a:lvl2pPr marL="573405" indent="0">
              <a:buNone/>
              <a:defRPr sz="2300"/>
            </a:lvl2pPr>
            <a:lvl3pPr marL="1147445" indent="0">
              <a:buNone/>
              <a:defRPr sz="2000"/>
            </a:lvl3pPr>
            <a:lvl4pPr marL="1720850" indent="0">
              <a:buNone/>
              <a:defRPr sz="1800"/>
            </a:lvl4pPr>
            <a:lvl5pPr marL="2294890" indent="0">
              <a:buNone/>
              <a:defRPr sz="1800"/>
            </a:lvl5pPr>
            <a:lvl6pPr marL="2868295" indent="0">
              <a:buNone/>
              <a:defRPr sz="1800"/>
            </a:lvl6pPr>
            <a:lvl7pPr marL="3442335" indent="0">
              <a:buNone/>
              <a:defRPr sz="1800"/>
            </a:lvl7pPr>
            <a:lvl8pPr marL="4015740" indent="0">
              <a:buNone/>
              <a:defRPr sz="1800"/>
            </a:lvl8pPr>
            <a:lvl9pPr marL="4589145" indent="0">
              <a:buNone/>
              <a:defRPr sz="18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90C1D46F-9ACD-4C4C-BAAB-C2CC66BCC777}"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42939"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65615A0-2C08-4381-A3BC-51F88417D0E0}"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42939" y="289641"/>
            <a:ext cx="11572875" cy="1205442"/>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42938" y="1618976"/>
            <a:ext cx="5681514" cy="674712"/>
          </a:xfrm>
        </p:spPr>
        <p:txBody>
          <a:bodyPr anchor="b"/>
          <a:lstStyle>
            <a:lvl1pPr marL="0" indent="0">
              <a:buNone/>
              <a:defRPr sz="3000" b="1"/>
            </a:lvl1pPr>
            <a:lvl2pPr marL="573405" indent="0">
              <a:buNone/>
              <a:defRPr sz="2500" b="1"/>
            </a:lvl2pPr>
            <a:lvl3pPr marL="1147445" indent="0">
              <a:buNone/>
              <a:defRPr sz="2300" b="1"/>
            </a:lvl3pPr>
            <a:lvl4pPr marL="1720850" indent="0">
              <a:buNone/>
              <a:defRPr sz="2000" b="1"/>
            </a:lvl4pPr>
            <a:lvl5pPr marL="2294890" indent="0">
              <a:buNone/>
              <a:defRPr sz="2000" b="1"/>
            </a:lvl5pPr>
            <a:lvl6pPr marL="2868295" indent="0">
              <a:buNone/>
              <a:defRPr sz="2000" b="1"/>
            </a:lvl6pPr>
            <a:lvl7pPr marL="3442335" indent="0">
              <a:buNone/>
              <a:defRPr sz="2000" b="1"/>
            </a:lvl7pPr>
            <a:lvl8pPr marL="4015740" indent="0">
              <a:buNone/>
              <a:defRPr sz="2000" b="1"/>
            </a:lvl8pPr>
            <a:lvl9pPr marL="4589145" indent="0">
              <a:buNone/>
              <a:defRPr sz="20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42938" y="2293691"/>
            <a:ext cx="5681514"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532067" y="1618976"/>
            <a:ext cx="5683746" cy="674712"/>
          </a:xfrm>
        </p:spPr>
        <p:txBody>
          <a:bodyPr anchor="b"/>
          <a:lstStyle>
            <a:lvl1pPr marL="0" indent="0">
              <a:buNone/>
              <a:defRPr sz="3000" b="1"/>
            </a:lvl1pPr>
            <a:lvl2pPr marL="573405" indent="0">
              <a:buNone/>
              <a:defRPr sz="2500" b="1"/>
            </a:lvl2pPr>
            <a:lvl3pPr marL="1147445" indent="0">
              <a:buNone/>
              <a:defRPr sz="2300" b="1"/>
            </a:lvl3pPr>
            <a:lvl4pPr marL="1720850" indent="0">
              <a:buNone/>
              <a:defRPr sz="2000" b="1"/>
            </a:lvl4pPr>
            <a:lvl5pPr marL="2294890" indent="0">
              <a:buNone/>
              <a:defRPr sz="2000" b="1"/>
            </a:lvl5pPr>
            <a:lvl6pPr marL="2868295" indent="0">
              <a:buNone/>
              <a:defRPr sz="2000" b="1"/>
            </a:lvl6pPr>
            <a:lvl7pPr marL="3442335" indent="0">
              <a:buNone/>
              <a:defRPr sz="2000" b="1"/>
            </a:lvl7pPr>
            <a:lvl8pPr marL="4015740" indent="0">
              <a:buNone/>
              <a:defRPr sz="2000" b="1"/>
            </a:lvl8pPr>
            <a:lvl9pPr marL="4589145" indent="0">
              <a:buNone/>
              <a:defRPr sz="20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532067" y="2293691"/>
            <a:ext cx="5683746"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E0A11DA9-A2C9-41D0-9133-C993095558B6}"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0009F4FB-12C6-40B5-A6AA-EB02BB20573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D49CEC60-5D95-4E68-8DD0-1E98DC0B60A1}"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42938" y="287967"/>
            <a:ext cx="4230440" cy="1225532"/>
          </a:xfrm>
        </p:spPr>
        <p:txBody>
          <a:bodyPr anchor="b"/>
          <a:lstStyle>
            <a:lvl1pPr algn="l">
              <a:defRPr sz="2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027414" y="287967"/>
            <a:ext cx="7188398" cy="6172866"/>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42938" y="1513505"/>
            <a:ext cx="4230440" cy="4947334"/>
          </a:xfrm>
        </p:spPr>
        <p:txBody>
          <a:bodyPr/>
          <a:lstStyle>
            <a:lvl1pPr marL="0" indent="0">
              <a:buNone/>
              <a:defRPr sz="1800"/>
            </a:lvl1pPr>
            <a:lvl2pPr marL="573405" indent="0">
              <a:buNone/>
              <a:defRPr sz="1500"/>
            </a:lvl2pPr>
            <a:lvl3pPr marL="1147445" indent="0">
              <a:buNone/>
              <a:defRPr sz="1300"/>
            </a:lvl3pPr>
            <a:lvl4pPr marL="1720850" indent="0">
              <a:buNone/>
              <a:defRPr sz="1100"/>
            </a:lvl4pPr>
            <a:lvl5pPr marL="2294890" indent="0">
              <a:buNone/>
              <a:defRPr sz="1100"/>
            </a:lvl5pPr>
            <a:lvl6pPr marL="2868295" indent="0">
              <a:buNone/>
              <a:defRPr sz="1100"/>
            </a:lvl6pPr>
            <a:lvl7pPr marL="3442335" indent="0">
              <a:buNone/>
              <a:defRPr sz="1100"/>
            </a:lvl7pPr>
            <a:lvl8pPr marL="4015740" indent="0">
              <a:buNone/>
              <a:defRPr sz="1100"/>
            </a:lvl8pPr>
            <a:lvl9pPr marL="4589145"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5CACBA71-A108-4D8F-B30F-B26305DB52E6}"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520405" y="5062858"/>
            <a:ext cx="7715250" cy="597699"/>
          </a:xfrm>
        </p:spPr>
        <p:txBody>
          <a:bodyPr anchor="b"/>
          <a:lstStyle>
            <a:lvl1pPr algn="l">
              <a:defRPr sz="2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520405" y="646251"/>
            <a:ext cx="7715250" cy="4339590"/>
          </a:xfrm>
        </p:spPr>
        <p:txBody>
          <a:bodyPr/>
          <a:lstStyle>
            <a:lvl1pPr marL="0" indent="0">
              <a:buNone/>
              <a:defRPr sz="4000"/>
            </a:lvl1pPr>
            <a:lvl2pPr marL="573405" indent="0">
              <a:buNone/>
              <a:defRPr sz="3500"/>
            </a:lvl2pPr>
            <a:lvl3pPr marL="1147445" indent="0">
              <a:buNone/>
              <a:defRPr sz="3000"/>
            </a:lvl3pPr>
            <a:lvl4pPr marL="1720850" indent="0">
              <a:buNone/>
              <a:defRPr sz="2500"/>
            </a:lvl4pPr>
            <a:lvl5pPr marL="2294890" indent="0">
              <a:buNone/>
              <a:defRPr sz="2500"/>
            </a:lvl5pPr>
            <a:lvl6pPr marL="2868295" indent="0">
              <a:buNone/>
              <a:defRPr sz="2500"/>
            </a:lvl6pPr>
            <a:lvl7pPr marL="3442335" indent="0">
              <a:buNone/>
              <a:defRPr sz="2500"/>
            </a:lvl7pPr>
            <a:lvl8pPr marL="4015740" indent="0">
              <a:buNone/>
              <a:defRPr sz="2500"/>
            </a:lvl8pPr>
            <a:lvl9pPr marL="4589145" indent="0">
              <a:buNone/>
              <a:defRPr sz="2500"/>
            </a:lvl9pPr>
          </a:lstStyle>
          <a:p>
            <a:endParaRPr lang="zh-CN" altLang="en-US"/>
          </a:p>
        </p:txBody>
      </p:sp>
      <p:sp>
        <p:nvSpPr>
          <p:cNvPr id="4" name="文本占位符 3"/>
          <p:cNvSpPr>
            <a:spLocks noGrp="1"/>
          </p:cNvSpPr>
          <p:nvPr>
            <p:ph type="body" sz="half" idx="2"/>
          </p:nvPr>
        </p:nvSpPr>
        <p:spPr>
          <a:xfrm>
            <a:off x="2520405" y="5660557"/>
            <a:ext cx="7715250" cy="848831"/>
          </a:xfrm>
        </p:spPr>
        <p:txBody>
          <a:bodyPr/>
          <a:lstStyle>
            <a:lvl1pPr marL="0" indent="0">
              <a:buNone/>
              <a:defRPr sz="1800"/>
            </a:lvl1pPr>
            <a:lvl2pPr marL="573405" indent="0">
              <a:buNone/>
              <a:defRPr sz="1500"/>
            </a:lvl2pPr>
            <a:lvl3pPr marL="1147445" indent="0">
              <a:buNone/>
              <a:defRPr sz="1300"/>
            </a:lvl3pPr>
            <a:lvl4pPr marL="1720850" indent="0">
              <a:buNone/>
              <a:defRPr sz="1100"/>
            </a:lvl4pPr>
            <a:lvl5pPr marL="2294890" indent="0">
              <a:buNone/>
              <a:defRPr sz="1100"/>
            </a:lvl5pPr>
            <a:lvl6pPr marL="2868295" indent="0">
              <a:buNone/>
              <a:defRPr sz="1100"/>
            </a:lvl6pPr>
            <a:lvl7pPr marL="3442335" indent="0">
              <a:buNone/>
              <a:defRPr sz="1100"/>
            </a:lvl7pPr>
            <a:lvl8pPr marL="4015740" indent="0">
              <a:buNone/>
              <a:defRPr sz="1100"/>
            </a:lvl8pPr>
            <a:lvl9pPr marL="4589145"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60AFEE6-9698-4489-8D7B-8AB64B9E1387}"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FE500B73-9DD7-41C0-B2B2-946A4EF25305}"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22595" y="622817"/>
            <a:ext cx="2893219" cy="604729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42937" y="622817"/>
            <a:ext cx="8465344" cy="6047299"/>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54750D9E-967D-4F62-8A3B-AB60B1406417}"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3134148"/>
            <a:ext cx="9965531" cy="482177"/>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1" name="Rectangle 3"/>
          <p:cNvSpPr>
            <a:spLocks noChangeArrowheads="1"/>
          </p:cNvSpPr>
          <p:nvPr/>
        </p:nvSpPr>
        <p:spPr bwMode="auto">
          <a:xfrm>
            <a:off x="9965531" y="3134148"/>
            <a:ext cx="2893219" cy="4821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2" name="AutoShape 4"/>
          <p:cNvSpPr>
            <a:spLocks noChangeArrowheads="1"/>
          </p:cNvSpPr>
          <p:nvPr/>
        </p:nvSpPr>
        <p:spPr bwMode="auto">
          <a:xfrm rot="5400000">
            <a:off x="296924" y="3197761"/>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3" name="AutoShape 5"/>
          <p:cNvSpPr>
            <a:spLocks noChangeArrowheads="1"/>
          </p:cNvSpPr>
          <p:nvPr/>
        </p:nvSpPr>
        <p:spPr bwMode="auto">
          <a:xfrm rot="5400000">
            <a:off x="725549" y="3197761"/>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4" name="AutoShape 6"/>
          <p:cNvSpPr>
            <a:spLocks noChangeArrowheads="1"/>
          </p:cNvSpPr>
          <p:nvPr/>
        </p:nvSpPr>
        <p:spPr bwMode="auto">
          <a:xfrm rot="5400000">
            <a:off x="1154174" y="3197761"/>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5" name="AutoShape 7"/>
          <p:cNvSpPr>
            <a:spLocks noChangeArrowheads="1"/>
          </p:cNvSpPr>
          <p:nvPr/>
        </p:nvSpPr>
        <p:spPr bwMode="auto">
          <a:xfrm rot="5400000">
            <a:off x="1582799" y="3197761"/>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graphicFrame>
        <p:nvGraphicFramePr>
          <p:cNvPr id="2056" name="Object 8"/>
          <p:cNvGraphicFramePr>
            <a:graphicFrameLocks noChangeAspect="1"/>
          </p:cNvGraphicFramePr>
          <p:nvPr/>
        </p:nvGraphicFramePr>
        <p:xfrm>
          <a:off x="0" y="3616327"/>
          <a:ext cx="5956102" cy="1928707"/>
        </p:xfrm>
        <a:graphic>
          <a:graphicData uri="http://schemas.openxmlformats.org/presentationml/2006/ole">
            <mc:AlternateContent xmlns:mc="http://schemas.openxmlformats.org/markup-compatibility/2006">
              <mc:Choice xmlns:v="urn:schemas-microsoft-com:vml" Requires="v">
                <p:oleObj spid="_x0000_s2085" name="" r:id="rId2" imgW="6007100" imgH="2743200" progId="">
                  <p:embed/>
                </p:oleObj>
              </mc:Choice>
              <mc:Fallback>
                <p:oleObj name="" r:id="rId2" imgW="6007100" imgH="2743200" progId="">
                  <p:embed/>
                  <p:pic>
                    <p:nvPicPr>
                      <p:cNvPr id="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616327"/>
                        <a:ext cx="5956102"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7" name="Object 9"/>
          <p:cNvGraphicFramePr>
            <a:graphicFrameLocks noChangeAspect="1"/>
          </p:cNvGraphicFramePr>
          <p:nvPr/>
        </p:nvGraphicFramePr>
        <p:xfrm>
          <a:off x="9965531" y="3616327"/>
          <a:ext cx="2893219" cy="1928707"/>
        </p:xfrm>
        <a:graphic>
          <a:graphicData uri="http://schemas.openxmlformats.org/presentationml/2006/ole">
            <mc:AlternateContent xmlns:mc="http://schemas.openxmlformats.org/markup-compatibility/2006">
              <mc:Choice xmlns:v="urn:schemas-microsoft-com:vml" Requires="v">
                <p:oleObj spid="_x0000_s2086" name="" r:id="rId4" imgW="5753100" imgH="4356100" progId="">
                  <p:embed/>
                </p:oleObj>
              </mc:Choice>
              <mc:Fallback>
                <p:oleObj name="" r:id="rId4" imgW="5753100" imgH="4356100" progId="">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r="21930"/>
                      <a:stretch>
                        <a:fillRect/>
                      </a:stretch>
                    </p:blipFill>
                    <p:spPr bwMode="auto">
                      <a:xfrm>
                        <a:off x="9965531" y="3616327"/>
                        <a:ext cx="2893219"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8" name="Object 10"/>
          <p:cNvGraphicFramePr>
            <a:graphicFrameLocks noChangeAspect="1"/>
          </p:cNvGraphicFramePr>
          <p:nvPr/>
        </p:nvGraphicFramePr>
        <p:xfrm>
          <a:off x="5985125" y="3616325"/>
          <a:ext cx="3944689" cy="1930381"/>
        </p:xfrm>
        <a:graphic>
          <a:graphicData uri="http://schemas.openxmlformats.org/presentationml/2006/ole">
            <mc:AlternateContent xmlns:mc="http://schemas.openxmlformats.org/markup-compatibility/2006">
              <mc:Choice xmlns:v="urn:schemas-microsoft-com:vml" Requires="v">
                <p:oleObj spid="_x0000_s2087" name="" r:id="rId6" imgW="3556000" imgH="2540000" progId="">
                  <p:embed/>
                </p:oleObj>
              </mc:Choice>
              <mc:Fallback>
                <p:oleObj name="" r:id="rId6" imgW="3556000" imgH="2540000" progId="">
                  <p:embed/>
                  <p:pic>
                    <p:nvPicPr>
                      <p:cNvPr id="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5125" y="3616325"/>
                        <a:ext cx="3944689" cy="1930381"/>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9" name="Rectangle 11"/>
          <p:cNvSpPr>
            <a:spLocks noChangeArrowheads="1"/>
          </p:cNvSpPr>
          <p:nvPr/>
        </p:nvSpPr>
        <p:spPr bwMode="auto">
          <a:xfrm>
            <a:off x="0" y="3616327"/>
            <a:ext cx="12858750" cy="1928707"/>
          </a:xfrm>
          <a:prstGeom prst="rect">
            <a:avLst/>
          </a:prstGeom>
          <a:solidFill>
            <a:schemeClr val="accent1">
              <a:alpha val="28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pic>
        <p:nvPicPr>
          <p:cNvPr id="2060" name="Picture 12" descr="glaba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394156" y="2009072"/>
            <a:ext cx="1850678" cy="1426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1" name="Rectangle 13"/>
          <p:cNvSpPr>
            <a:spLocks noGrp="1" noChangeArrowheads="1"/>
          </p:cNvSpPr>
          <p:nvPr>
            <p:ph type="dt" sz="half" idx="2"/>
          </p:nvPr>
        </p:nvSpPr>
        <p:spPr>
          <a:xfrm>
            <a:off x="642939" y="6830839"/>
            <a:ext cx="3000375" cy="257831"/>
          </a:xfrm>
        </p:spPr>
        <p:txBody>
          <a:bodyPr/>
          <a:lstStyle>
            <a:lvl1pPr>
              <a:defRPr sz="1500"/>
            </a:lvl1pPr>
          </a:lstStyle>
          <a:p>
            <a:endParaRPr lang="en-US">
              <a:solidFill>
                <a:srgbClr val="000000"/>
              </a:solidFill>
            </a:endParaRPr>
          </a:p>
        </p:txBody>
      </p:sp>
      <p:sp>
        <p:nvSpPr>
          <p:cNvPr id="2062" name="Rectangle 14"/>
          <p:cNvSpPr>
            <a:spLocks noGrp="1" noChangeArrowheads="1"/>
          </p:cNvSpPr>
          <p:nvPr>
            <p:ph type="ftr" sz="quarter" idx="3"/>
          </p:nvPr>
        </p:nvSpPr>
        <p:spPr>
          <a:xfrm>
            <a:off x="4393406" y="6830839"/>
            <a:ext cx="4071938" cy="257831"/>
          </a:xfrm>
        </p:spPr>
        <p:txBody>
          <a:bodyPr/>
          <a:lstStyle>
            <a:lvl1pPr>
              <a:defRPr sz="1500"/>
            </a:lvl1pPr>
          </a:lstStyle>
          <a:p>
            <a:endParaRPr lang="en-US">
              <a:solidFill>
                <a:srgbClr val="000000"/>
              </a:solidFill>
            </a:endParaRPr>
          </a:p>
        </p:txBody>
      </p:sp>
      <p:sp>
        <p:nvSpPr>
          <p:cNvPr id="2063" name="Rectangle 15"/>
          <p:cNvSpPr>
            <a:spLocks noGrp="1" noChangeArrowheads="1"/>
          </p:cNvSpPr>
          <p:nvPr>
            <p:ph type="sldNum" sz="quarter" idx="4"/>
          </p:nvPr>
        </p:nvSpPr>
        <p:spPr>
          <a:xfrm>
            <a:off x="9215439" y="6830839"/>
            <a:ext cx="3000375" cy="257831"/>
          </a:xfrm>
        </p:spPr>
        <p:txBody>
          <a:bodyPr/>
          <a:lstStyle>
            <a:lvl1pPr>
              <a:defRPr sz="1500"/>
            </a:lvl1pPr>
          </a:lstStyle>
          <a:p>
            <a:fld id="{EBF8A45F-0071-45ED-BE0D-974A8D396AE5}" type="slidenum">
              <a:rPr lang="zh-CN" altLang="en-US">
                <a:solidFill>
                  <a:srgbClr val="000000"/>
                </a:solidFill>
              </a:rPr>
            </a:fld>
            <a:endParaRPr lang="en-US">
              <a:solidFill>
                <a:srgbClr val="000000"/>
              </a:solidFill>
            </a:endParaRPr>
          </a:p>
        </p:txBody>
      </p:sp>
      <p:sp>
        <p:nvSpPr>
          <p:cNvPr id="2064" name="Text Box 16"/>
          <p:cNvSpPr txBox="1">
            <a:spLocks noChangeArrowheads="1"/>
          </p:cNvSpPr>
          <p:nvPr/>
        </p:nvSpPr>
        <p:spPr bwMode="auto">
          <a:xfrm>
            <a:off x="4911328" y="6122640"/>
            <a:ext cx="3545086" cy="392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75" tIns="57388" rIns="114775" bIns="57388">
            <a:spAutoFit/>
          </a:bodyPr>
          <a:lstStyle/>
          <a:p>
            <a:pPr>
              <a:buFont typeface="Arial" panose="020B0604020202020204" pitchFamily="34" charset="0"/>
              <a:buNone/>
            </a:pPr>
            <a:r>
              <a:rPr lang="zh-CN" altLang="en-US" b="1" smtClean="0">
                <a:solidFill>
                  <a:srgbClr val="000000"/>
                </a:solidFill>
                <a:latin typeface="Arial" panose="020B0604020202020204" pitchFamily="34" charset="0"/>
              </a:rPr>
              <a:t>大连理工大学出版社</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p:txBody>
      </p:sp>
      <p:sp>
        <p:nvSpPr>
          <p:cNvPr id="2065" name="AutoShape 17"/>
          <p:cNvSpPr>
            <a:spLocks noChangeArrowheads="1"/>
          </p:cNvSpPr>
          <p:nvPr/>
        </p:nvSpPr>
        <p:spPr bwMode="auto">
          <a:xfrm rot="5400000">
            <a:off x="6404827" y="5390971"/>
            <a:ext cx="287967" cy="1238995"/>
          </a:xfrm>
          <a:prstGeom prst="moon">
            <a:avLst>
              <a:gd name="adj" fmla="val 21208"/>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66" name="Rectangle 18"/>
          <p:cNvSpPr>
            <a:spLocks noGrp="1" noChangeArrowheads="1"/>
          </p:cNvSpPr>
          <p:nvPr>
            <p:ph type="ctrTitle"/>
          </p:nvPr>
        </p:nvSpPr>
        <p:spPr>
          <a:xfrm>
            <a:off x="1607344" y="1767981"/>
            <a:ext cx="8679656" cy="1309244"/>
          </a:xfrm>
          <a:extLst>
            <a:ext uri="{AF507438-7753-43E0-B8FC-AC1667EBCBE1}">
              <a14:hiddenEffects xmlns:a14="http://schemas.microsoft.com/office/drawing/2010/main">
                <a:effectLst>
                  <a:outerShdw dist="53882" dir="2700000" algn="ctr" rotWithShape="0">
                    <a:schemeClr val="tx1"/>
                  </a:outerShdw>
                </a:effectLst>
              </a14:hiddenEffects>
            </a:ext>
          </a:extLst>
        </p:spPr>
        <p:txBody>
          <a:bodyPr/>
          <a:lstStyle>
            <a:lvl1pPr>
              <a:defRPr sz="5500">
                <a:solidFill>
                  <a:schemeClr val="tx2"/>
                </a:solidFill>
              </a:defRPr>
            </a:lvl1pPr>
          </a:lstStyle>
          <a:p>
            <a:pPr lvl="0"/>
            <a:r>
              <a:rPr lang="zh-CN" altLang="en-US" noProof="0" smtClean="0"/>
              <a:t>单击此处编辑母版标题样式</a:t>
            </a:r>
            <a:endParaRPr lang="zh-CN" altLang="en-US" noProof="0" smtClean="0"/>
          </a:p>
        </p:txBody>
      </p:sp>
      <p:sp>
        <p:nvSpPr>
          <p:cNvPr id="2067" name="Rectangle 19"/>
          <p:cNvSpPr>
            <a:spLocks noGrp="1" noChangeArrowheads="1"/>
          </p:cNvSpPr>
          <p:nvPr>
            <p:ph type="subTitle" idx="1"/>
          </p:nvPr>
        </p:nvSpPr>
        <p:spPr>
          <a:xfrm>
            <a:off x="2143125" y="3134148"/>
            <a:ext cx="7608094" cy="401814"/>
          </a:xfrm>
        </p:spPr>
        <p:txBody>
          <a:bodyPr/>
          <a:lstStyle>
            <a:lvl1pPr marL="0" indent="0" algn="ctr">
              <a:buFont typeface="Wingdings" panose="05000000000000000000" pitchFamily="2" charset="2"/>
              <a:buNone/>
              <a:defRPr sz="2800">
                <a:solidFill>
                  <a:schemeClr val="bg1"/>
                </a:solidFill>
              </a:defRPr>
            </a:lvl1pPr>
          </a:lstStyle>
          <a:p>
            <a:pPr lvl="0"/>
            <a:r>
              <a:rPr lang="zh-CN" altLang="en-US" noProof="0" smtClean="0"/>
              <a:t>单击此处编辑母版副标题样式</a:t>
            </a:r>
            <a:endParaRPr lang="zh-CN" altLang="en-US" noProof="0"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413F88E9-69DC-4EC5-8914-FF7FBBA0F66A}"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015752" y="4647650"/>
            <a:ext cx="10929938" cy="1436485"/>
          </a:xfrm>
        </p:spPr>
        <p:txBody>
          <a:bodyPr anchor="t"/>
          <a:lstStyle>
            <a:lvl1pPr algn="l">
              <a:defRPr sz="5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015752" y="3065506"/>
            <a:ext cx="10929938" cy="1582142"/>
          </a:xfrm>
        </p:spPr>
        <p:txBody>
          <a:bodyPr anchor="b"/>
          <a:lstStyle>
            <a:lvl1pPr marL="0" indent="0">
              <a:buNone/>
              <a:defRPr sz="2500"/>
            </a:lvl1pPr>
            <a:lvl2pPr marL="574040" indent="0">
              <a:buNone/>
              <a:defRPr sz="2300"/>
            </a:lvl2pPr>
            <a:lvl3pPr marL="1147445" indent="0">
              <a:buNone/>
              <a:defRPr sz="2000"/>
            </a:lvl3pPr>
            <a:lvl4pPr marL="1721485" indent="0">
              <a:buNone/>
              <a:defRPr sz="1800"/>
            </a:lvl4pPr>
            <a:lvl5pPr marL="2295525" indent="0">
              <a:buNone/>
              <a:defRPr sz="1800"/>
            </a:lvl5pPr>
            <a:lvl6pPr marL="2869565" indent="0">
              <a:buNone/>
              <a:defRPr sz="1800"/>
            </a:lvl6pPr>
            <a:lvl7pPr marL="3442970" indent="0">
              <a:buNone/>
              <a:defRPr sz="1800"/>
            </a:lvl7pPr>
            <a:lvl8pPr marL="4017010" indent="0">
              <a:buNone/>
              <a:defRPr sz="1800"/>
            </a:lvl8pPr>
            <a:lvl9pPr marL="4591050" indent="0">
              <a:buNone/>
              <a:defRPr sz="18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55BFFFA-BEFE-4A33-9C51-DF95B351EF6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42939"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1B8854D0-8EA4-4302-A4F8-EC9BEF706FF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42939" y="289641"/>
            <a:ext cx="11572875" cy="1205442"/>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42938" y="1618976"/>
            <a:ext cx="5681514" cy="674712"/>
          </a:xfrm>
        </p:spPr>
        <p:txBody>
          <a:bodyPr anchor="b"/>
          <a:lstStyle>
            <a:lvl1pPr marL="0" indent="0">
              <a:buNone/>
              <a:defRPr sz="3000" b="1"/>
            </a:lvl1pPr>
            <a:lvl2pPr marL="574040" indent="0">
              <a:buNone/>
              <a:defRPr sz="2500" b="1"/>
            </a:lvl2pPr>
            <a:lvl3pPr marL="1147445" indent="0">
              <a:buNone/>
              <a:defRPr sz="2300" b="1"/>
            </a:lvl3pPr>
            <a:lvl4pPr marL="1721485" indent="0">
              <a:buNone/>
              <a:defRPr sz="2000" b="1"/>
            </a:lvl4pPr>
            <a:lvl5pPr marL="2295525" indent="0">
              <a:buNone/>
              <a:defRPr sz="2000" b="1"/>
            </a:lvl5pPr>
            <a:lvl6pPr marL="2869565" indent="0">
              <a:buNone/>
              <a:defRPr sz="2000" b="1"/>
            </a:lvl6pPr>
            <a:lvl7pPr marL="3442970" indent="0">
              <a:buNone/>
              <a:defRPr sz="2000" b="1"/>
            </a:lvl7pPr>
            <a:lvl8pPr marL="4017010" indent="0">
              <a:buNone/>
              <a:defRPr sz="2000" b="1"/>
            </a:lvl8pPr>
            <a:lvl9pPr marL="4591050" indent="0">
              <a:buNone/>
              <a:defRPr sz="20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42938" y="2293690"/>
            <a:ext cx="5681514"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532067" y="1618976"/>
            <a:ext cx="5683746" cy="674712"/>
          </a:xfrm>
        </p:spPr>
        <p:txBody>
          <a:bodyPr anchor="b"/>
          <a:lstStyle>
            <a:lvl1pPr marL="0" indent="0">
              <a:buNone/>
              <a:defRPr sz="3000" b="1"/>
            </a:lvl1pPr>
            <a:lvl2pPr marL="574040" indent="0">
              <a:buNone/>
              <a:defRPr sz="2500" b="1"/>
            </a:lvl2pPr>
            <a:lvl3pPr marL="1147445" indent="0">
              <a:buNone/>
              <a:defRPr sz="2300" b="1"/>
            </a:lvl3pPr>
            <a:lvl4pPr marL="1721485" indent="0">
              <a:buNone/>
              <a:defRPr sz="2000" b="1"/>
            </a:lvl4pPr>
            <a:lvl5pPr marL="2295525" indent="0">
              <a:buNone/>
              <a:defRPr sz="2000" b="1"/>
            </a:lvl5pPr>
            <a:lvl6pPr marL="2869565" indent="0">
              <a:buNone/>
              <a:defRPr sz="2000" b="1"/>
            </a:lvl6pPr>
            <a:lvl7pPr marL="3442970" indent="0">
              <a:buNone/>
              <a:defRPr sz="2000" b="1"/>
            </a:lvl7pPr>
            <a:lvl8pPr marL="4017010" indent="0">
              <a:buNone/>
              <a:defRPr sz="2000" b="1"/>
            </a:lvl8pPr>
            <a:lvl9pPr marL="4591050" indent="0">
              <a:buNone/>
              <a:defRPr sz="20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532067" y="2293690"/>
            <a:ext cx="5683746"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0A635C7E-A300-462C-B8A1-3DF062782332}"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71D3BF04-3DA2-4977-94CE-A7D20174D492}"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3324BACC-19FD-40F0-8AE0-3ABB509727A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42938" y="287967"/>
            <a:ext cx="4230440" cy="1225532"/>
          </a:xfrm>
        </p:spPr>
        <p:txBody>
          <a:bodyPr anchor="b"/>
          <a:lstStyle>
            <a:lvl1pPr algn="l">
              <a:defRPr sz="2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027414" y="287967"/>
            <a:ext cx="7188398" cy="6172866"/>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42938" y="1513502"/>
            <a:ext cx="4230440" cy="4947334"/>
          </a:xfrm>
        </p:spPr>
        <p:txBody>
          <a:bodyPr/>
          <a:lstStyle>
            <a:lvl1pPr marL="0" indent="0">
              <a:buNone/>
              <a:defRPr sz="1800"/>
            </a:lvl1pPr>
            <a:lvl2pPr marL="574040" indent="0">
              <a:buNone/>
              <a:defRPr sz="1500"/>
            </a:lvl2pPr>
            <a:lvl3pPr marL="1147445" indent="0">
              <a:buNone/>
              <a:defRPr sz="1300"/>
            </a:lvl3pPr>
            <a:lvl4pPr marL="1721485" indent="0">
              <a:buNone/>
              <a:defRPr sz="1100"/>
            </a:lvl4pPr>
            <a:lvl5pPr marL="2295525" indent="0">
              <a:buNone/>
              <a:defRPr sz="1100"/>
            </a:lvl5pPr>
            <a:lvl6pPr marL="2869565" indent="0">
              <a:buNone/>
              <a:defRPr sz="1100"/>
            </a:lvl6pPr>
            <a:lvl7pPr marL="3442970" indent="0">
              <a:buNone/>
              <a:defRPr sz="1100"/>
            </a:lvl7pPr>
            <a:lvl8pPr marL="4017010" indent="0">
              <a:buNone/>
              <a:defRPr sz="1100"/>
            </a:lvl8pPr>
            <a:lvl9pPr marL="459105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4D5E326B-995E-4A83-93BB-8839774CA879}"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520405" y="5062857"/>
            <a:ext cx="7715250" cy="597699"/>
          </a:xfrm>
        </p:spPr>
        <p:txBody>
          <a:bodyPr anchor="b"/>
          <a:lstStyle>
            <a:lvl1pPr algn="l">
              <a:defRPr sz="2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520405" y="646251"/>
            <a:ext cx="7715250" cy="4339590"/>
          </a:xfrm>
        </p:spPr>
        <p:txBody>
          <a:bodyPr/>
          <a:lstStyle>
            <a:lvl1pPr marL="0" indent="0">
              <a:buNone/>
              <a:defRPr sz="4000"/>
            </a:lvl1pPr>
            <a:lvl2pPr marL="574040" indent="0">
              <a:buNone/>
              <a:defRPr sz="3500"/>
            </a:lvl2pPr>
            <a:lvl3pPr marL="1147445" indent="0">
              <a:buNone/>
              <a:defRPr sz="3000"/>
            </a:lvl3pPr>
            <a:lvl4pPr marL="1721485" indent="0">
              <a:buNone/>
              <a:defRPr sz="2500"/>
            </a:lvl4pPr>
            <a:lvl5pPr marL="2295525" indent="0">
              <a:buNone/>
              <a:defRPr sz="2500"/>
            </a:lvl5pPr>
            <a:lvl6pPr marL="2869565" indent="0">
              <a:buNone/>
              <a:defRPr sz="2500"/>
            </a:lvl6pPr>
            <a:lvl7pPr marL="3442970" indent="0">
              <a:buNone/>
              <a:defRPr sz="2500"/>
            </a:lvl7pPr>
            <a:lvl8pPr marL="4017010" indent="0">
              <a:buNone/>
              <a:defRPr sz="2500"/>
            </a:lvl8pPr>
            <a:lvl9pPr marL="4591050" indent="0">
              <a:buNone/>
              <a:defRPr sz="2500"/>
            </a:lvl9pPr>
          </a:lstStyle>
          <a:p>
            <a:endParaRPr lang="zh-CN" altLang="en-US"/>
          </a:p>
        </p:txBody>
      </p:sp>
      <p:sp>
        <p:nvSpPr>
          <p:cNvPr id="4" name="文本占位符 3"/>
          <p:cNvSpPr>
            <a:spLocks noGrp="1"/>
          </p:cNvSpPr>
          <p:nvPr>
            <p:ph type="body" sz="half" idx="2"/>
          </p:nvPr>
        </p:nvSpPr>
        <p:spPr>
          <a:xfrm>
            <a:off x="2520405" y="5660556"/>
            <a:ext cx="7715250" cy="848831"/>
          </a:xfrm>
        </p:spPr>
        <p:txBody>
          <a:bodyPr/>
          <a:lstStyle>
            <a:lvl1pPr marL="0" indent="0">
              <a:buNone/>
              <a:defRPr sz="1800"/>
            </a:lvl1pPr>
            <a:lvl2pPr marL="574040" indent="0">
              <a:buNone/>
              <a:defRPr sz="1500"/>
            </a:lvl2pPr>
            <a:lvl3pPr marL="1147445" indent="0">
              <a:buNone/>
              <a:defRPr sz="1300"/>
            </a:lvl3pPr>
            <a:lvl4pPr marL="1721485" indent="0">
              <a:buNone/>
              <a:defRPr sz="1100"/>
            </a:lvl4pPr>
            <a:lvl5pPr marL="2295525" indent="0">
              <a:buNone/>
              <a:defRPr sz="1100"/>
            </a:lvl5pPr>
            <a:lvl6pPr marL="2869565" indent="0">
              <a:buNone/>
              <a:defRPr sz="1100"/>
            </a:lvl6pPr>
            <a:lvl7pPr marL="3442970" indent="0">
              <a:buNone/>
              <a:defRPr sz="1100"/>
            </a:lvl7pPr>
            <a:lvl8pPr marL="4017010" indent="0">
              <a:buNone/>
              <a:defRPr sz="1100"/>
            </a:lvl8pPr>
            <a:lvl9pPr marL="459105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6E87A3B8-8656-498B-B584-A4DC8CC8FD2D}"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27CB4C4C-8F74-430E-83D2-C4B24A692EB3}"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22595" y="622814"/>
            <a:ext cx="2893219" cy="604729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42937" y="622814"/>
            <a:ext cx="8465344" cy="6047299"/>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CB75E51C-864E-4B24-AC84-909B6DB4310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652117" y="622812"/>
            <a:ext cx="8358188" cy="5943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42939"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642939" y="6750476"/>
            <a:ext cx="3000375" cy="338193"/>
          </a:xfrm>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a:xfrm>
            <a:off x="4393406" y="6750476"/>
            <a:ext cx="4071938" cy="338193"/>
          </a:xfrm>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a:xfrm>
            <a:off x="9215439" y="6750476"/>
            <a:ext cx="3000375" cy="338193"/>
          </a:xfrm>
        </p:spPr>
        <p:txBody>
          <a:bodyPr/>
          <a:lstStyle>
            <a:lvl1pPr>
              <a:defRPr/>
            </a:lvl1pPr>
          </a:lstStyle>
          <a:p>
            <a:fld id="{FBD54A42-9C1A-4611-B8F5-7C89536AAE4D}"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3134148"/>
            <a:ext cx="9965531" cy="482177"/>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1" name="Rectangle 3"/>
          <p:cNvSpPr>
            <a:spLocks noChangeArrowheads="1"/>
          </p:cNvSpPr>
          <p:nvPr/>
        </p:nvSpPr>
        <p:spPr bwMode="auto">
          <a:xfrm>
            <a:off x="9965531" y="3134148"/>
            <a:ext cx="2893219" cy="4821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2" name="AutoShape 4"/>
          <p:cNvSpPr>
            <a:spLocks noChangeArrowheads="1"/>
          </p:cNvSpPr>
          <p:nvPr/>
        </p:nvSpPr>
        <p:spPr bwMode="auto">
          <a:xfrm rot="5400000">
            <a:off x="296924" y="3197760"/>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3" name="AutoShape 5"/>
          <p:cNvSpPr>
            <a:spLocks noChangeArrowheads="1"/>
          </p:cNvSpPr>
          <p:nvPr/>
        </p:nvSpPr>
        <p:spPr bwMode="auto">
          <a:xfrm rot="5400000">
            <a:off x="725549" y="3197760"/>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4" name="AutoShape 6"/>
          <p:cNvSpPr>
            <a:spLocks noChangeArrowheads="1"/>
          </p:cNvSpPr>
          <p:nvPr/>
        </p:nvSpPr>
        <p:spPr bwMode="auto">
          <a:xfrm rot="5400000">
            <a:off x="1154174" y="3197760"/>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5" name="AutoShape 7"/>
          <p:cNvSpPr>
            <a:spLocks noChangeArrowheads="1"/>
          </p:cNvSpPr>
          <p:nvPr/>
        </p:nvSpPr>
        <p:spPr bwMode="auto">
          <a:xfrm rot="5400000">
            <a:off x="1582799" y="3197760"/>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graphicFrame>
        <p:nvGraphicFramePr>
          <p:cNvPr id="2056" name="Object 8"/>
          <p:cNvGraphicFramePr>
            <a:graphicFrameLocks noChangeAspect="1"/>
          </p:cNvGraphicFramePr>
          <p:nvPr/>
        </p:nvGraphicFramePr>
        <p:xfrm>
          <a:off x="0" y="3616325"/>
          <a:ext cx="5956102" cy="1928707"/>
        </p:xfrm>
        <a:graphic>
          <a:graphicData uri="http://schemas.openxmlformats.org/presentationml/2006/ole">
            <mc:AlternateContent xmlns:mc="http://schemas.openxmlformats.org/markup-compatibility/2006">
              <mc:Choice xmlns:v="urn:schemas-microsoft-com:vml" Requires="v">
                <p:oleObj spid="_x0000_s3109" name="" r:id="rId2" imgW="6007100" imgH="2743200" progId="">
                  <p:embed/>
                </p:oleObj>
              </mc:Choice>
              <mc:Fallback>
                <p:oleObj name="" r:id="rId2" imgW="6007100" imgH="2743200" progId="">
                  <p:embed/>
                  <p:pic>
                    <p:nvPicPr>
                      <p:cNvPr id="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616325"/>
                        <a:ext cx="5956102"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7" name="Object 9"/>
          <p:cNvGraphicFramePr>
            <a:graphicFrameLocks noChangeAspect="1"/>
          </p:cNvGraphicFramePr>
          <p:nvPr/>
        </p:nvGraphicFramePr>
        <p:xfrm>
          <a:off x="9965531" y="3616325"/>
          <a:ext cx="2893219" cy="1928707"/>
        </p:xfrm>
        <a:graphic>
          <a:graphicData uri="http://schemas.openxmlformats.org/presentationml/2006/ole">
            <mc:AlternateContent xmlns:mc="http://schemas.openxmlformats.org/markup-compatibility/2006">
              <mc:Choice xmlns:v="urn:schemas-microsoft-com:vml" Requires="v">
                <p:oleObj spid="_x0000_s3110" name="" r:id="rId4" imgW="5753100" imgH="4356100" progId="">
                  <p:embed/>
                </p:oleObj>
              </mc:Choice>
              <mc:Fallback>
                <p:oleObj name="" r:id="rId4" imgW="5753100" imgH="4356100" progId="">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r="21930"/>
                      <a:stretch>
                        <a:fillRect/>
                      </a:stretch>
                    </p:blipFill>
                    <p:spPr bwMode="auto">
                      <a:xfrm>
                        <a:off x="9965531" y="3616325"/>
                        <a:ext cx="2893219" cy="1928707"/>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8" name="Object 10"/>
          <p:cNvGraphicFramePr>
            <a:graphicFrameLocks noChangeAspect="1"/>
          </p:cNvGraphicFramePr>
          <p:nvPr/>
        </p:nvGraphicFramePr>
        <p:xfrm>
          <a:off x="5985124" y="3616325"/>
          <a:ext cx="3944689" cy="1930381"/>
        </p:xfrm>
        <a:graphic>
          <a:graphicData uri="http://schemas.openxmlformats.org/presentationml/2006/ole">
            <mc:AlternateContent xmlns:mc="http://schemas.openxmlformats.org/markup-compatibility/2006">
              <mc:Choice xmlns:v="urn:schemas-microsoft-com:vml" Requires="v">
                <p:oleObj spid="_x0000_s3111" name="" r:id="rId6" imgW="3556000" imgH="2540000" progId="">
                  <p:embed/>
                </p:oleObj>
              </mc:Choice>
              <mc:Fallback>
                <p:oleObj name="" r:id="rId6" imgW="3556000" imgH="2540000" progId="">
                  <p:embed/>
                  <p:pic>
                    <p:nvPicPr>
                      <p:cNvPr id="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5124" y="3616325"/>
                        <a:ext cx="3944689" cy="1930381"/>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9" name="Rectangle 11"/>
          <p:cNvSpPr>
            <a:spLocks noChangeArrowheads="1"/>
          </p:cNvSpPr>
          <p:nvPr/>
        </p:nvSpPr>
        <p:spPr bwMode="auto">
          <a:xfrm>
            <a:off x="0" y="3616325"/>
            <a:ext cx="12858750" cy="1928707"/>
          </a:xfrm>
          <a:prstGeom prst="rect">
            <a:avLst/>
          </a:prstGeom>
          <a:solidFill>
            <a:schemeClr val="accent1">
              <a:alpha val="28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pic>
        <p:nvPicPr>
          <p:cNvPr id="2060" name="Picture 12" descr="glaba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394156" y="2009070"/>
            <a:ext cx="1850678" cy="1426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1" name="Rectangle 13"/>
          <p:cNvSpPr>
            <a:spLocks noGrp="1" noChangeArrowheads="1"/>
          </p:cNvSpPr>
          <p:nvPr>
            <p:ph type="dt" sz="half" idx="2"/>
          </p:nvPr>
        </p:nvSpPr>
        <p:spPr>
          <a:xfrm>
            <a:off x="642938" y="6830836"/>
            <a:ext cx="3000375" cy="257831"/>
          </a:xfrm>
        </p:spPr>
        <p:txBody>
          <a:bodyPr/>
          <a:lstStyle>
            <a:lvl1pPr>
              <a:defRPr sz="1500"/>
            </a:lvl1pPr>
          </a:lstStyle>
          <a:p>
            <a:endParaRPr lang="en-US">
              <a:solidFill>
                <a:srgbClr val="000000"/>
              </a:solidFill>
            </a:endParaRPr>
          </a:p>
        </p:txBody>
      </p:sp>
      <p:sp>
        <p:nvSpPr>
          <p:cNvPr id="2062" name="Rectangle 14"/>
          <p:cNvSpPr>
            <a:spLocks noGrp="1" noChangeArrowheads="1"/>
          </p:cNvSpPr>
          <p:nvPr>
            <p:ph type="ftr" sz="quarter" idx="3"/>
          </p:nvPr>
        </p:nvSpPr>
        <p:spPr>
          <a:xfrm>
            <a:off x="4393406" y="6830836"/>
            <a:ext cx="4071938" cy="257831"/>
          </a:xfrm>
        </p:spPr>
        <p:txBody>
          <a:bodyPr/>
          <a:lstStyle>
            <a:lvl1pPr>
              <a:defRPr sz="1500"/>
            </a:lvl1pPr>
          </a:lstStyle>
          <a:p>
            <a:endParaRPr lang="en-US">
              <a:solidFill>
                <a:srgbClr val="000000"/>
              </a:solidFill>
            </a:endParaRPr>
          </a:p>
        </p:txBody>
      </p:sp>
      <p:sp>
        <p:nvSpPr>
          <p:cNvPr id="2063" name="Rectangle 15"/>
          <p:cNvSpPr>
            <a:spLocks noGrp="1" noChangeArrowheads="1"/>
          </p:cNvSpPr>
          <p:nvPr>
            <p:ph type="sldNum" sz="quarter" idx="4"/>
          </p:nvPr>
        </p:nvSpPr>
        <p:spPr>
          <a:xfrm>
            <a:off x="9215438" y="6830836"/>
            <a:ext cx="3000375" cy="257831"/>
          </a:xfrm>
        </p:spPr>
        <p:txBody>
          <a:bodyPr/>
          <a:lstStyle>
            <a:lvl1pPr>
              <a:defRPr sz="1500"/>
            </a:lvl1pPr>
          </a:lstStyle>
          <a:p>
            <a:fld id="{EBF8A45F-0071-45ED-BE0D-974A8D396AE5}" type="slidenum">
              <a:rPr lang="zh-CN" altLang="en-US">
                <a:solidFill>
                  <a:srgbClr val="000000"/>
                </a:solidFill>
              </a:rPr>
            </a:fld>
            <a:endParaRPr lang="en-US">
              <a:solidFill>
                <a:srgbClr val="000000"/>
              </a:solidFill>
            </a:endParaRPr>
          </a:p>
        </p:txBody>
      </p:sp>
      <p:sp>
        <p:nvSpPr>
          <p:cNvPr id="2064" name="Text Box 16"/>
          <p:cNvSpPr txBox="1">
            <a:spLocks noChangeArrowheads="1"/>
          </p:cNvSpPr>
          <p:nvPr/>
        </p:nvSpPr>
        <p:spPr bwMode="auto">
          <a:xfrm>
            <a:off x="4911328" y="6122640"/>
            <a:ext cx="3545086" cy="392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803" tIns="57401" rIns="114803" bIns="57401">
            <a:spAutoFit/>
          </a:bodyPr>
          <a:lstStyle/>
          <a:p>
            <a:pPr>
              <a:buFont typeface="Arial" panose="020B0604020202020204" pitchFamily="34" charset="0"/>
              <a:buNone/>
            </a:pPr>
            <a:r>
              <a:rPr lang="zh-CN" altLang="en-US" b="1" smtClean="0">
                <a:solidFill>
                  <a:srgbClr val="000000"/>
                </a:solidFill>
                <a:latin typeface="Arial" panose="020B0604020202020204" pitchFamily="34" charset="0"/>
              </a:rPr>
              <a:t>大连理工大学出版社</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p:txBody>
      </p:sp>
      <p:sp>
        <p:nvSpPr>
          <p:cNvPr id="2065" name="AutoShape 17"/>
          <p:cNvSpPr>
            <a:spLocks noChangeArrowheads="1"/>
          </p:cNvSpPr>
          <p:nvPr/>
        </p:nvSpPr>
        <p:spPr bwMode="auto">
          <a:xfrm rot="5400000">
            <a:off x="6404827" y="5390969"/>
            <a:ext cx="287967" cy="1238995"/>
          </a:xfrm>
          <a:prstGeom prst="moon">
            <a:avLst>
              <a:gd name="adj" fmla="val 21208"/>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66" name="Rectangle 18"/>
          <p:cNvSpPr>
            <a:spLocks noGrp="1" noChangeArrowheads="1"/>
          </p:cNvSpPr>
          <p:nvPr>
            <p:ph type="ctrTitle"/>
          </p:nvPr>
        </p:nvSpPr>
        <p:spPr>
          <a:xfrm>
            <a:off x="1607344" y="1767981"/>
            <a:ext cx="8679656" cy="1309244"/>
          </a:xfrm>
          <a:extLst>
            <a:ext uri="{AF507438-7753-43E0-B8FC-AC1667EBCBE1}">
              <a14:hiddenEffects xmlns:a14="http://schemas.microsoft.com/office/drawing/2010/main">
                <a:effectLst>
                  <a:outerShdw dist="53882" dir="2700000" algn="ctr" rotWithShape="0">
                    <a:schemeClr val="tx1"/>
                  </a:outerShdw>
                </a:effectLst>
              </a14:hiddenEffects>
            </a:ext>
          </a:extLst>
        </p:spPr>
        <p:txBody>
          <a:bodyPr/>
          <a:lstStyle>
            <a:lvl1pPr>
              <a:defRPr sz="5500">
                <a:solidFill>
                  <a:schemeClr val="tx2"/>
                </a:solidFill>
              </a:defRPr>
            </a:lvl1pPr>
          </a:lstStyle>
          <a:p>
            <a:pPr lvl="0"/>
            <a:r>
              <a:rPr lang="zh-CN" altLang="en-US" noProof="0" smtClean="0"/>
              <a:t>单击此处编辑母版标题样式</a:t>
            </a:r>
            <a:endParaRPr lang="zh-CN" altLang="en-US" noProof="0" smtClean="0"/>
          </a:p>
        </p:txBody>
      </p:sp>
      <p:sp>
        <p:nvSpPr>
          <p:cNvPr id="2067" name="Rectangle 19"/>
          <p:cNvSpPr>
            <a:spLocks noGrp="1" noChangeArrowheads="1"/>
          </p:cNvSpPr>
          <p:nvPr>
            <p:ph type="subTitle" idx="1"/>
          </p:nvPr>
        </p:nvSpPr>
        <p:spPr>
          <a:xfrm>
            <a:off x="2143125" y="3134148"/>
            <a:ext cx="7608094" cy="401814"/>
          </a:xfrm>
        </p:spPr>
        <p:txBody>
          <a:bodyPr/>
          <a:lstStyle>
            <a:lvl1pPr marL="0" indent="0" algn="ctr">
              <a:buFont typeface="Wingdings" panose="05000000000000000000" pitchFamily="2" charset="2"/>
              <a:buNone/>
              <a:defRPr sz="2800">
                <a:solidFill>
                  <a:schemeClr val="bg1"/>
                </a:solidFill>
              </a:defRPr>
            </a:lvl1pPr>
          </a:lstStyle>
          <a:p>
            <a:pPr lvl="0"/>
            <a:r>
              <a:rPr lang="zh-CN" altLang="en-US" noProof="0" smtClean="0"/>
              <a:t>单击此处编辑母版副标题样式</a:t>
            </a:r>
            <a:endParaRPr lang="zh-CN" altLang="en-US" noProof="0" smtClean="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413F88E9-69DC-4EC5-8914-FF7FBBA0F66A}"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015752" y="4647648"/>
            <a:ext cx="10929938" cy="1436485"/>
          </a:xfrm>
        </p:spPr>
        <p:txBody>
          <a:bodyPr anchor="t"/>
          <a:lstStyle>
            <a:lvl1pPr algn="l">
              <a:defRPr sz="5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015752" y="3065506"/>
            <a:ext cx="10929938" cy="1582142"/>
          </a:xfrm>
        </p:spPr>
        <p:txBody>
          <a:bodyPr anchor="b"/>
          <a:lstStyle>
            <a:lvl1pPr marL="0" indent="0">
              <a:buNone/>
              <a:defRPr sz="2500"/>
            </a:lvl1pPr>
            <a:lvl2pPr marL="574040" indent="0">
              <a:buNone/>
              <a:defRPr sz="2300"/>
            </a:lvl2pPr>
            <a:lvl3pPr marL="1148080" indent="0">
              <a:buNone/>
              <a:defRPr sz="2000"/>
            </a:lvl3pPr>
            <a:lvl4pPr marL="1722120" indent="0">
              <a:buNone/>
              <a:defRPr sz="1800"/>
            </a:lvl4pPr>
            <a:lvl5pPr marL="2296160" indent="0">
              <a:buNone/>
              <a:defRPr sz="1800"/>
            </a:lvl5pPr>
            <a:lvl6pPr marL="2870200" indent="0">
              <a:buNone/>
              <a:defRPr sz="1800"/>
            </a:lvl6pPr>
            <a:lvl7pPr marL="3444240" indent="0">
              <a:buNone/>
              <a:defRPr sz="1800"/>
            </a:lvl7pPr>
            <a:lvl8pPr marL="4018280" indent="0">
              <a:buNone/>
              <a:defRPr sz="1800"/>
            </a:lvl8pPr>
            <a:lvl9pPr marL="4592320" indent="0">
              <a:buNone/>
              <a:defRPr sz="18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55BFFFA-BEFE-4A33-9C51-DF95B351EF6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42938"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1B8854D0-8EA4-4302-A4F8-EC9BEF706FF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42938" y="289641"/>
            <a:ext cx="11572875" cy="1205442"/>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42938" y="1618976"/>
            <a:ext cx="5681514" cy="674712"/>
          </a:xfrm>
        </p:spPr>
        <p:txBody>
          <a:bodyPr anchor="b"/>
          <a:lstStyle>
            <a:lvl1pPr marL="0" indent="0">
              <a:buNone/>
              <a:defRPr sz="3000" b="1"/>
            </a:lvl1pPr>
            <a:lvl2pPr marL="574040" indent="0">
              <a:buNone/>
              <a:defRPr sz="2500" b="1"/>
            </a:lvl2pPr>
            <a:lvl3pPr marL="1148080" indent="0">
              <a:buNone/>
              <a:defRPr sz="2300" b="1"/>
            </a:lvl3pPr>
            <a:lvl4pPr marL="1722120" indent="0">
              <a:buNone/>
              <a:defRPr sz="2000" b="1"/>
            </a:lvl4pPr>
            <a:lvl5pPr marL="2296160" indent="0">
              <a:buNone/>
              <a:defRPr sz="2000" b="1"/>
            </a:lvl5pPr>
            <a:lvl6pPr marL="2870200" indent="0">
              <a:buNone/>
              <a:defRPr sz="2000" b="1"/>
            </a:lvl6pPr>
            <a:lvl7pPr marL="3444240" indent="0">
              <a:buNone/>
              <a:defRPr sz="2000" b="1"/>
            </a:lvl7pPr>
            <a:lvl8pPr marL="4018280" indent="0">
              <a:buNone/>
              <a:defRPr sz="2000" b="1"/>
            </a:lvl8pPr>
            <a:lvl9pPr marL="4592320" indent="0">
              <a:buNone/>
              <a:defRPr sz="20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42938" y="2293688"/>
            <a:ext cx="5681514"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532067" y="1618976"/>
            <a:ext cx="5683746" cy="674712"/>
          </a:xfrm>
        </p:spPr>
        <p:txBody>
          <a:bodyPr anchor="b"/>
          <a:lstStyle>
            <a:lvl1pPr marL="0" indent="0">
              <a:buNone/>
              <a:defRPr sz="3000" b="1"/>
            </a:lvl1pPr>
            <a:lvl2pPr marL="574040" indent="0">
              <a:buNone/>
              <a:defRPr sz="2500" b="1"/>
            </a:lvl2pPr>
            <a:lvl3pPr marL="1148080" indent="0">
              <a:buNone/>
              <a:defRPr sz="2300" b="1"/>
            </a:lvl3pPr>
            <a:lvl4pPr marL="1722120" indent="0">
              <a:buNone/>
              <a:defRPr sz="2000" b="1"/>
            </a:lvl4pPr>
            <a:lvl5pPr marL="2296160" indent="0">
              <a:buNone/>
              <a:defRPr sz="2000" b="1"/>
            </a:lvl5pPr>
            <a:lvl6pPr marL="2870200" indent="0">
              <a:buNone/>
              <a:defRPr sz="2000" b="1"/>
            </a:lvl6pPr>
            <a:lvl7pPr marL="3444240" indent="0">
              <a:buNone/>
              <a:defRPr sz="2000" b="1"/>
            </a:lvl7pPr>
            <a:lvl8pPr marL="4018280" indent="0">
              <a:buNone/>
              <a:defRPr sz="2000" b="1"/>
            </a:lvl8pPr>
            <a:lvl9pPr marL="4592320" indent="0">
              <a:buNone/>
              <a:defRPr sz="20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532067" y="2293688"/>
            <a:ext cx="5683746"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0A635C7E-A300-462C-B8A1-3DF062782332}"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71D3BF04-3DA2-4977-94CE-A7D20174D492}"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3324BACC-19FD-40F0-8AE0-3ABB509727A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42938" y="287967"/>
            <a:ext cx="4230440" cy="1225532"/>
          </a:xfrm>
        </p:spPr>
        <p:txBody>
          <a:bodyPr anchor="b"/>
          <a:lstStyle>
            <a:lvl1pPr algn="l">
              <a:defRPr sz="2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027414" y="287967"/>
            <a:ext cx="7188398" cy="6172866"/>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42938" y="1513500"/>
            <a:ext cx="4230440" cy="4947334"/>
          </a:xfrm>
        </p:spPr>
        <p:txBody>
          <a:bodyPr/>
          <a:lstStyle>
            <a:lvl1pPr marL="0" indent="0">
              <a:buNone/>
              <a:defRPr sz="1800"/>
            </a:lvl1pPr>
            <a:lvl2pPr marL="574040" indent="0">
              <a:buNone/>
              <a:defRPr sz="1500"/>
            </a:lvl2pPr>
            <a:lvl3pPr marL="1148080" indent="0">
              <a:buNone/>
              <a:defRPr sz="1300"/>
            </a:lvl3pPr>
            <a:lvl4pPr marL="1722120" indent="0">
              <a:buNone/>
              <a:defRPr sz="1100"/>
            </a:lvl4pPr>
            <a:lvl5pPr marL="2296160" indent="0">
              <a:buNone/>
              <a:defRPr sz="1100"/>
            </a:lvl5pPr>
            <a:lvl6pPr marL="2870200" indent="0">
              <a:buNone/>
              <a:defRPr sz="1100"/>
            </a:lvl6pPr>
            <a:lvl7pPr marL="3444240" indent="0">
              <a:buNone/>
              <a:defRPr sz="1100"/>
            </a:lvl7pPr>
            <a:lvl8pPr marL="4018280" indent="0">
              <a:buNone/>
              <a:defRPr sz="1100"/>
            </a:lvl8pPr>
            <a:lvl9pPr marL="459232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4D5E326B-995E-4A83-93BB-8839774CA879}"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520405" y="5062855"/>
            <a:ext cx="7715250" cy="597699"/>
          </a:xfrm>
        </p:spPr>
        <p:txBody>
          <a:bodyPr anchor="b"/>
          <a:lstStyle>
            <a:lvl1pPr algn="l">
              <a:defRPr sz="2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520405" y="646251"/>
            <a:ext cx="7715250" cy="4339590"/>
          </a:xfrm>
        </p:spPr>
        <p:txBody>
          <a:bodyPr/>
          <a:lstStyle>
            <a:lvl1pPr marL="0" indent="0">
              <a:buNone/>
              <a:defRPr sz="4000"/>
            </a:lvl1pPr>
            <a:lvl2pPr marL="574040" indent="0">
              <a:buNone/>
              <a:defRPr sz="3500"/>
            </a:lvl2pPr>
            <a:lvl3pPr marL="1148080" indent="0">
              <a:buNone/>
              <a:defRPr sz="3000"/>
            </a:lvl3pPr>
            <a:lvl4pPr marL="1722120" indent="0">
              <a:buNone/>
              <a:defRPr sz="2500"/>
            </a:lvl4pPr>
            <a:lvl5pPr marL="2296160" indent="0">
              <a:buNone/>
              <a:defRPr sz="2500"/>
            </a:lvl5pPr>
            <a:lvl6pPr marL="2870200" indent="0">
              <a:buNone/>
              <a:defRPr sz="2500"/>
            </a:lvl6pPr>
            <a:lvl7pPr marL="3444240" indent="0">
              <a:buNone/>
              <a:defRPr sz="2500"/>
            </a:lvl7pPr>
            <a:lvl8pPr marL="4018280" indent="0">
              <a:buNone/>
              <a:defRPr sz="2500"/>
            </a:lvl8pPr>
            <a:lvl9pPr marL="4592320" indent="0">
              <a:buNone/>
              <a:defRPr sz="2500"/>
            </a:lvl9pPr>
          </a:lstStyle>
          <a:p>
            <a:endParaRPr lang="zh-CN" altLang="en-US"/>
          </a:p>
        </p:txBody>
      </p:sp>
      <p:sp>
        <p:nvSpPr>
          <p:cNvPr id="4" name="文本占位符 3"/>
          <p:cNvSpPr>
            <a:spLocks noGrp="1"/>
          </p:cNvSpPr>
          <p:nvPr>
            <p:ph type="body" sz="half" idx="2"/>
          </p:nvPr>
        </p:nvSpPr>
        <p:spPr>
          <a:xfrm>
            <a:off x="2520405" y="5660554"/>
            <a:ext cx="7715250" cy="848831"/>
          </a:xfrm>
        </p:spPr>
        <p:txBody>
          <a:bodyPr/>
          <a:lstStyle>
            <a:lvl1pPr marL="0" indent="0">
              <a:buNone/>
              <a:defRPr sz="1800"/>
            </a:lvl1pPr>
            <a:lvl2pPr marL="574040" indent="0">
              <a:buNone/>
              <a:defRPr sz="1500"/>
            </a:lvl2pPr>
            <a:lvl3pPr marL="1148080" indent="0">
              <a:buNone/>
              <a:defRPr sz="1300"/>
            </a:lvl3pPr>
            <a:lvl4pPr marL="1722120" indent="0">
              <a:buNone/>
              <a:defRPr sz="1100"/>
            </a:lvl4pPr>
            <a:lvl5pPr marL="2296160" indent="0">
              <a:buNone/>
              <a:defRPr sz="1100"/>
            </a:lvl5pPr>
            <a:lvl6pPr marL="2870200" indent="0">
              <a:buNone/>
              <a:defRPr sz="1100"/>
            </a:lvl6pPr>
            <a:lvl7pPr marL="3444240" indent="0">
              <a:buNone/>
              <a:defRPr sz="1100"/>
            </a:lvl7pPr>
            <a:lvl8pPr marL="4018280" indent="0">
              <a:buNone/>
              <a:defRPr sz="1100"/>
            </a:lvl8pPr>
            <a:lvl9pPr marL="459232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6E87A3B8-8656-498B-B584-A4DC8CC8FD2D}"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27CB4C4C-8F74-430E-83D2-C4B24A692EB3}"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22594" y="622812"/>
            <a:ext cx="2893219" cy="604729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42937" y="622812"/>
            <a:ext cx="8465344" cy="6047299"/>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CB75E51C-864E-4B24-AC84-909B6DB4310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652117" y="622812"/>
            <a:ext cx="8358188" cy="5943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42938"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642938" y="6750474"/>
            <a:ext cx="3000375" cy="338193"/>
          </a:xfrm>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a:xfrm>
            <a:off x="4393406" y="6750474"/>
            <a:ext cx="4071938" cy="338193"/>
          </a:xfrm>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a:xfrm>
            <a:off x="9215438" y="6750474"/>
            <a:ext cx="3000375" cy="338193"/>
          </a:xfrm>
        </p:spPr>
        <p:txBody>
          <a:bodyPr/>
          <a:lstStyle>
            <a:lvl1pPr>
              <a:defRPr/>
            </a:lvl1pPr>
          </a:lstStyle>
          <a:p>
            <a:fld id="{FBD54A42-9C1A-4611-B8F5-7C89536AAE4D}" type="slidenum">
              <a:rPr lang="zh-CN" altLang="en-US">
                <a:solidFill>
                  <a:srgbClr val="000000"/>
                </a:solidFill>
              </a:rPr>
            </a:fld>
            <a:endParaRPr lang="en-US">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2" Type="http://schemas.openxmlformats.org/officeDocument/2006/relationships/theme" Target="../theme/theme2.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3" Type="http://schemas.openxmlformats.org/officeDocument/2006/relationships/theme" Target="../theme/theme3.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34.xml"/><Relationship Id="rId8" Type="http://schemas.openxmlformats.org/officeDocument/2006/relationships/slideLayout" Target="../slideLayouts/slideLayout33.xml"/><Relationship Id="rId7" Type="http://schemas.openxmlformats.org/officeDocument/2006/relationships/slideLayout" Target="../slideLayouts/slideLayout32.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 Type="http://schemas.openxmlformats.org/officeDocument/2006/relationships/slideLayout" Target="../slideLayouts/slideLayout27.xml"/><Relationship Id="rId13" Type="http://schemas.openxmlformats.org/officeDocument/2006/relationships/theme" Target="../theme/theme4.xml"/><Relationship Id="rId12" Type="http://schemas.openxmlformats.org/officeDocument/2006/relationships/slideLayout" Target="../slideLayouts/slideLayout37.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376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365"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5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67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2035969" y="592677"/>
            <a:ext cx="10822781" cy="681410"/>
          </a:xfrm>
          <a:prstGeom prst="rect">
            <a:avLst/>
          </a:prstGeom>
          <a:solidFill>
            <a:schemeClr val="tx1"/>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7" name="Rectangle 3"/>
          <p:cNvSpPr>
            <a:spLocks noChangeArrowheads="1"/>
          </p:cNvSpPr>
          <p:nvPr/>
        </p:nvSpPr>
        <p:spPr bwMode="auto">
          <a:xfrm>
            <a:off x="0" y="589327"/>
            <a:ext cx="2035969" cy="6964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8" name="AutoShape 4"/>
          <p:cNvSpPr>
            <a:spLocks noChangeArrowheads="1"/>
          </p:cNvSpPr>
          <p:nvPr/>
        </p:nvSpPr>
        <p:spPr bwMode="auto">
          <a:xfrm rot="5400000">
            <a:off x="404080" y="155694"/>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9" name="AutoShape 5"/>
          <p:cNvSpPr>
            <a:spLocks noChangeArrowheads="1"/>
          </p:cNvSpPr>
          <p:nvPr/>
        </p:nvSpPr>
        <p:spPr bwMode="auto">
          <a:xfrm rot="5400000">
            <a:off x="832705" y="155694"/>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0" name="AutoShape 6"/>
          <p:cNvSpPr>
            <a:spLocks noChangeArrowheads="1"/>
          </p:cNvSpPr>
          <p:nvPr/>
        </p:nvSpPr>
        <p:spPr bwMode="auto">
          <a:xfrm rot="5400000">
            <a:off x="1261330" y="155694"/>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1" name="AutoShape 7"/>
          <p:cNvSpPr>
            <a:spLocks noChangeArrowheads="1"/>
          </p:cNvSpPr>
          <p:nvPr/>
        </p:nvSpPr>
        <p:spPr bwMode="auto">
          <a:xfrm rot="5400000">
            <a:off x="1689955" y="155694"/>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34" tIns="57368" rIns="114734" bIns="5736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2" name="Rectangle 8"/>
          <p:cNvSpPr>
            <a:spLocks noGrp="1" noChangeArrowheads="1"/>
          </p:cNvSpPr>
          <p:nvPr>
            <p:ph type="body" idx="1"/>
          </p:nvPr>
        </p:nvSpPr>
        <p:spPr bwMode="auto">
          <a:xfrm>
            <a:off x="642939" y="1366167"/>
            <a:ext cx="11572875" cy="530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33" name="Rectangle 9"/>
          <p:cNvSpPr>
            <a:spLocks noGrp="1" noChangeArrowheads="1"/>
          </p:cNvSpPr>
          <p:nvPr>
            <p:ph type="dt" sz="half" idx="2"/>
          </p:nvPr>
        </p:nvSpPr>
        <p:spPr bwMode="auto">
          <a:xfrm>
            <a:off x="642939" y="6750479"/>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lvl1pP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4" name="Rectangle 10"/>
          <p:cNvSpPr>
            <a:spLocks noGrp="1" noChangeArrowheads="1"/>
          </p:cNvSpPr>
          <p:nvPr>
            <p:ph type="ftr" sz="quarter" idx="3"/>
          </p:nvPr>
        </p:nvSpPr>
        <p:spPr bwMode="auto">
          <a:xfrm>
            <a:off x="4393406" y="6750479"/>
            <a:ext cx="4071938"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lvl1pPr algn="ct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5" name="Rectangle 11"/>
          <p:cNvSpPr>
            <a:spLocks noGrp="1" noChangeArrowheads="1"/>
          </p:cNvSpPr>
          <p:nvPr>
            <p:ph type="sldNum" sz="quarter" idx="4"/>
          </p:nvPr>
        </p:nvSpPr>
        <p:spPr bwMode="auto">
          <a:xfrm>
            <a:off x="9215439" y="6750479"/>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lvl1pPr algn="r">
              <a:defRPr sz="1800">
                <a:ea typeface="宋体" panose="02010600030101010101" pitchFamily="2" charset="-122"/>
              </a:defRPr>
            </a:lvl1pPr>
          </a:lstStyle>
          <a:p>
            <a:pPr>
              <a:buFont typeface="Arial" panose="020B0604020202020204" pitchFamily="34" charset="0"/>
              <a:buNone/>
            </a:pPr>
            <a:fld id="{E885DCAE-4A19-439B-9674-D186DD8CF82A}" type="slidenum">
              <a:rPr lang="zh-CN" altLang="en-US" smtClean="0">
                <a:solidFill>
                  <a:srgbClr val="000000"/>
                </a:solidFill>
                <a:latin typeface="Arial" panose="020B0604020202020204" pitchFamily="34" charset="0"/>
              </a:rPr>
            </a:fld>
            <a:endParaRPr lang="en-US" smtClean="0">
              <a:solidFill>
                <a:srgbClr val="000000"/>
              </a:solidFill>
              <a:latin typeface="Arial" panose="020B0604020202020204" pitchFamily="34" charset="0"/>
            </a:endParaRPr>
          </a:p>
        </p:txBody>
      </p:sp>
      <p:sp>
        <p:nvSpPr>
          <p:cNvPr id="1036" name="Rectangle 12"/>
          <p:cNvSpPr>
            <a:spLocks noGrp="1" noChangeArrowheads="1"/>
          </p:cNvSpPr>
          <p:nvPr>
            <p:ph type="title"/>
          </p:nvPr>
        </p:nvSpPr>
        <p:spPr bwMode="auto">
          <a:xfrm>
            <a:off x="2652117" y="622812"/>
            <a:ext cx="8358188" cy="59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114734" tIns="57368" rIns="114734" bIns="57368" numCol="1" anchor="ctr" anchorCtr="0" compatLnSpc="1"/>
          <a:lstStyle/>
          <a:p>
            <a:pPr lvl="0"/>
            <a:r>
              <a:rPr lang="zh-CN" altLang="en-US" smtClean="0"/>
              <a:t>单击此处编辑母版标题样式</a:t>
            </a:r>
            <a:endParaRPr lang="zh-CN" altLang="en-US" smtClean="0"/>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rtl="0" fontAlgn="base">
        <a:spcBef>
          <a:spcPct val="0"/>
        </a:spcBef>
        <a:spcAft>
          <a:spcPct val="0"/>
        </a:spcAft>
        <a:defRPr sz="4000" b="1">
          <a:solidFill>
            <a:schemeClr val="bg1"/>
          </a:solidFill>
          <a:latin typeface="+mj-lt"/>
          <a:ea typeface="+mj-ea"/>
          <a:cs typeface="+mj-cs"/>
        </a:defRPr>
      </a:lvl1pPr>
      <a:lvl2pPr algn="ctr" rtl="0" fontAlgn="base">
        <a:spcBef>
          <a:spcPct val="0"/>
        </a:spcBef>
        <a:spcAft>
          <a:spcPct val="0"/>
        </a:spcAft>
        <a:defRPr sz="4000" b="1">
          <a:solidFill>
            <a:schemeClr val="bg1"/>
          </a:solidFill>
          <a:latin typeface="Arial" panose="020B0604020202020204" pitchFamily="34" charset="0"/>
        </a:defRPr>
      </a:lvl2pPr>
      <a:lvl3pPr algn="ctr" rtl="0" fontAlgn="base">
        <a:spcBef>
          <a:spcPct val="0"/>
        </a:spcBef>
        <a:spcAft>
          <a:spcPct val="0"/>
        </a:spcAft>
        <a:defRPr sz="4000" b="1">
          <a:solidFill>
            <a:schemeClr val="bg1"/>
          </a:solidFill>
          <a:latin typeface="Arial" panose="020B0604020202020204" pitchFamily="34" charset="0"/>
        </a:defRPr>
      </a:lvl3pPr>
      <a:lvl4pPr algn="ctr" rtl="0" fontAlgn="base">
        <a:spcBef>
          <a:spcPct val="0"/>
        </a:spcBef>
        <a:spcAft>
          <a:spcPct val="0"/>
        </a:spcAft>
        <a:defRPr sz="4000" b="1">
          <a:solidFill>
            <a:schemeClr val="bg1"/>
          </a:solidFill>
          <a:latin typeface="Arial" panose="020B0604020202020204" pitchFamily="34" charset="0"/>
        </a:defRPr>
      </a:lvl4pPr>
      <a:lvl5pPr algn="ctr" rtl="0" fontAlgn="base">
        <a:spcBef>
          <a:spcPct val="0"/>
        </a:spcBef>
        <a:spcAft>
          <a:spcPct val="0"/>
        </a:spcAft>
        <a:defRPr sz="4000" b="1">
          <a:solidFill>
            <a:schemeClr val="bg1"/>
          </a:solidFill>
          <a:latin typeface="Arial" panose="020B0604020202020204" pitchFamily="34" charset="0"/>
        </a:defRPr>
      </a:lvl5pPr>
      <a:lvl6pPr marL="573405" algn="ctr" rtl="0" fontAlgn="base">
        <a:spcBef>
          <a:spcPct val="0"/>
        </a:spcBef>
        <a:spcAft>
          <a:spcPct val="0"/>
        </a:spcAft>
        <a:defRPr sz="4000" b="1">
          <a:solidFill>
            <a:schemeClr val="bg1"/>
          </a:solidFill>
          <a:latin typeface="Arial" panose="020B0604020202020204" pitchFamily="34" charset="0"/>
        </a:defRPr>
      </a:lvl6pPr>
      <a:lvl7pPr marL="1147445" algn="ctr" rtl="0" fontAlgn="base">
        <a:spcBef>
          <a:spcPct val="0"/>
        </a:spcBef>
        <a:spcAft>
          <a:spcPct val="0"/>
        </a:spcAft>
        <a:defRPr sz="4000" b="1">
          <a:solidFill>
            <a:schemeClr val="bg1"/>
          </a:solidFill>
          <a:latin typeface="Arial" panose="020B0604020202020204" pitchFamily="34" charset="0"/>
        </a:defRPr>
      </a:lvl7pPr>
      <a:lvl8pPr marL="1720850" algn="ctr" rtl="0" fontAlgn="base">
        <a:spcBef>
          <a:spcPct val="0"/>
        </a:spcBef>
        <a:spcAft>
          <a:spcPct val="0"/>
        </a:spcAft>
        <a:defRPr sz="4000" b="1">
          <a:solidFill>
            <a:schemeClr val="bg1"/>
          </a:solidFill>
          <a:latin typeface="Arial" panose="020B0604020202020204" pitchFamily="34" charset="0"/>
        </a:defRPr>
      </a:lvl8pPr>
      <a:lvl9pPr marL="2294890" algn="ctr" rtl="0" fontAlgn="base">
        <a:spcBef>
          <a:spcPct val="0"/>
        </a:spcBef>
        <a:spcAft>
          <a:spcPct val="0"/>
        </a:spcAft>
        <a:defRPr sz="4000" b="1">
          <a:solidFill>
            <a:schemeClr val="bg1"/>
          </a:solidFill>
          <a:latin typeface="Arial" panose="020B0604020202020204" pitchFamily="34" charset="0"/>
        </a:defRPr>
      </a:lvl9pPr>
    </p:titleStyle>
    <p:body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180"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787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127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531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872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276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616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p:bodyStyle>
    <p:otherStyle>
      <a:defPPr>
        <a:defRPr lang="zh-CN"/>
      </a:defPPr>
      <a:lvl1pPr marL="0" algn="l" defTabSz="1147445" rtl="0" eaLnBrk="1" latinLnBrk="0" hangingPunct="1">
        <a:defRPr sz="2300" kern="1200">
          <a:solidFill>
            <a:schemeClr val="tx1"/>
          </a:solidFill>
          <a:latin typeface="+mn-lt"/>
          <a:ea typeface="+mn-ea"/>
          <a:cs typeface="+mn-cs"/>
        </a:defRPr>
      </a:lvl1pPr>
      <a:lvl2pPr marL="573405" algn="l" defTabSz="1147445" rtl="0" eaLnBrk="1" latinLnBrk="0" hangingPunct="1">
        <a:defRPr sz="2300" kern="1200">
          <a:solidFill>
            <a:schemeClr val="tx1"/>
          </a:solidFill>
          <a:latin typeface="+mn-lt"/>
          <a:ea typeface="+mn-ea"/>
          <a:cs typeface="+mn-cs"/>
        </a:defRPr>
      </a:lvl2pPr>
      <a:lvl3pPr marL="1147445" algn="l" defTabSz="1147445" rtl="0" eaLnBrk="1" latinLnBrk="0" hangingPunct="1">
        <a:defRPr sz="2300" kern="1200">
          <a:solidFill>
            <a:schemeClr val="tx1"/>
          </a:solidFill>
          <a:latin typeface="+mn-lt"/>
          <a:ea typeface="+mn-ea"/>
          <a:cs typeface="+mn-cs"/>
        </a:defRPr>
      </a:lvl3pPr>
      <a:lvl4pPr marL="1720850" algn="l" defTabSz="1147445" rtl="0" eaLnBrk="1" latinLnBrk="0" hangingPunct="1">
        <a:defRPr sz="2300" kern="1200">
          <a:solidFill>
            <a:schemeClr val="tx1"/>
          </a:solidFill>
          <a:latin typeface="+mn-lt"/>
          <a:ea typeface="+mn-ea"/>
          <a:cs typeface="+mn-cs"/>
        </a:defRPr>
      </a:lvl4pPr>
      <a:lvl5pPr marL="2294890" algn="l" defTabSz="1147445" rtl="0" eaLnBrk="1" latinLnBrk="0" hangingPunct="1">
        <a:defRPr sz="2300" kern="1200">
          <a:solidFill>
            <a:schemeClr val="tx1"/>
          </a:solidFill>
          <a:latin typeface="+mn-lt"/>
          <a:ea typeface="+mn-ea"/>
          <a:cs typeface="+mn-cs"/>
        </a:defRPr>
      </a:lvl5pPr>
      <a:lvl6pPr marL="2868295" algn="l" defTabSz="1147445" rtl="0" eaLnBrk="1" latinLnBrk="0" hangingPunct="1">
        <a:defRPr sz="2300" kern="1200">
          <a:solidFill>
            <a:schemeClr val="tx1"/>
          </a:solidFill>
          <a:latin typeface="+mn-lt"/>
          <a:ea typeface="+mn-ea"/>
          <a:cs typeface="+mn-cs"/>
        </a:defRPr>
      </a:lvl6pPr>
      <a:lvl7pPr marL="3442335" algn="l" defTabSz="1147445" rtl="0" eaLnBrk="1" latinLnBrk="0" hangingPunct="1">
        <a:defRPr sz="2300" kern="1200">
          <a:solidFill>
            <a:schemeClr val="tx1"/>
          </a:solidFill>
          <a:latin typeface="+mn-lt"/>
          <a:ea typeface="+mn-ea"/>
          <a:cs typeface="+mn-cs"/>
        </a:defRPr>
      </a:lvl7pPr>
      <a:lvl8pPr marL="4015740" algn="l" defTabSz="1147445" rtl="0" eaLnBrk="1" latinLnBrk="0" hangingPunct="1">
        <a:defRPr sz="2300" kern="1200">
          <a:solidFill>
            <a:schemeClr val="tx1"/>
          </a:solidFill>
          <a:latin typeface="+mn-lt"/>
          <a:ea typeface="+mn-ea"/>
          <a:cs typeface="+mn-cs"/>
        </a:defRPr>
      </a:lvl8pPr>
      <a:lvl9pPr marL="4589145" algn="l" defTabSz="1147445" rtl="0" eaLnBrk="1" latinLnBrk="0" hangingPunct="1">
        <a:defRPr sz="2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2035969" y="592677"/>
            <a:ext cx="10822781" cy="681410"/>
          </a:xfrm>
          <a:prstGeom prst="rect">
            <a:avLst/>
          </a:prstGeom>
          <a:solidFill>
            <a:schemeClr val="tx1"/>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7" name="Rectangle 3"/>
          <p:cNvSpPr>
            <a:spLocks noChangeArrowheads="1"/>
          </p:cNvSpPr>
          <p:nvPr/>
        </p:nvSpPr>
        <p:spPr bwMode="auto">
          <a:xfrm>
            <a:off x="0" y="589327"/>
            <a:ext cx="2035969" cy="6964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8" name="AutoShape 4"/>
          <p:cNvSpPr>
            <a:spLocks noChangeArrowheads="1"/>
          </p:cNvSpPr>
          <p:nvPr/>
        </p:nvSpPr>
        <p:spPr bwMode="auto">
          <a:xfrm rot="5400000">
            <a:off x="404080" y="155694"/>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9" name="AutoShape 5"/>
          <p:cNvSpPr>
            <a:spLocks noChangeArrowheads="1"/>
          </p:cNvSpPr>
          <p:nvPr/>
        </p:nvSpPr>
        <p:spPr bwMode="auto">
          <a:xfrm rot="5400000">
            <a:off x="832705" y="155694"/>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0" name="AutoShape 6"/>
          <p:cNvSpPr>
            <a:spLocks noChangeArrowheads="1"/>
          </p:cNvSpPr>
          <p:nvPr/>
        </p:nvSpPr>
        <p:spPr bwMode="auto">
          <a:xfrm rot="5400000">
            <a:off x="1261330" y="155694"/>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1" name="AutoShape 7"/>
          <p:cNvSpPr>
            <a:spLocks noChangeArrowheads="1"/>
          </p:cNvSpPr>
          <p:nvPr/>
        </p:nvSpPr>
        <p:spPr bwMode="auto">
          <a:xfrm rot="5400000">
            <a:off x="1689955" y="155694"/>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2" name="Rectangle 8"/>
          <p:cNvSpPr>
            <a:spLocks noGrp="1" noChangeArrowheads="1"/>
          </p:cNvSpPr>
          <p:nvPr>
            <p:ph type="body" idx="1"/>
          </p:nvPr>
        </p:nvSpPr>
        <p:spPr bwMode="auto">
          <a:xfrm>
            <a:off x="642939" y="1366167"/>
            <a:ext cx="11572875" cy="530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33" name="Rectangle 9"/>
          <p:cNvSpPr>
            <a:spLocks noGrp="1" noChangeArrowheads="1"/>
          </p:cNvSpPr>
          <p:nvPr>
            <p:ph type="dt" sz="half" idx="2"/>
          </p:nvPr>
        </p:nvSpPr>
        <p:spPr bwMode="auto">
          <a:xfrm>
            <a:off x="642939" y="6750476"/>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4" name="Rectangle 10"/>
          <p:cNvSpPr>
            <a:spLocks noGrp="1" noChangeArrowheads="1"/>
          </p:cNvSpPr>
          <p:nvPr>
            <p:ph type="ftr" sz="quarter" idx="3"/>
          </p:nvPr>
        </p:nvSpPr>
        <p:spPr bwMode="auto">
          <a:xfrm>
            <a:off x="4393406" y="6750476"/>
            <a:ext cx="4071938"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algn="ct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5" name="Rectangle 11"/>
          <p:cNvSpPr>
            <a:spLocks noGrp="1" noChangeArrowheads="1"/>
          </p:cNvSpPr>
          <p:nvPr>
            <p:ph type="sldNum" sz="quarter" idx="4"/>
          </p:nvPr>
        </p:nvSpPr>
        <p:spPr bwMode="auto">
          <a:xfrm>
            <a:off x="9215439" y="6750476"/>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algn="r">
              <a:defRPr sz="1800">
                <a:ea typeface="宋体" panose="02010600030101010101" pitchFamily="2" charset="-122"/>
              </a:defRPr>
            </a:lvl1pPr>
          </a:lstStyle>
          <a:p>
            <a:pPr>
              <a:buFont typeface="Arial" panose="020B0604020202020204" pitchFamily="34" charset="0"/>
              <a:buNone/>
            </a:pPr>
            <a:fld id="{6D880ADB-E83C-41C4-A643-1A294B5D6C9D}" type="slidenum">
              <a:rPr lang="zh-CN" altLang="en-US" smtClean="0">
                <a:solidFill>
                  <a:srgbClr val="000000"/>
                </a:solidFill>
                <a:latin typeface="Arial" panose="020B0604020202020204" pitchFamily="34" charset="0"/>
              </a:rPr>
            </a:fld>
            <a:endParaRPr lang="en-US" smtClean="0">
              <a:solidFill>
                <a:srgbClr val="000000"/>
              </a:solidFill>
              <a:latin typeface="Arial" panose="020B0604020202020204" pitchFamily="34" charset="0"/>
            </a:endParaRPr>
          </a:p>
        </p:txBody>
      </p:sp>
      <p:sp>
        <p:nvSpPr>
          <p:cNvPr id="1036" name="Rectangle 12"/>
          <p:cNvSpPr>
            <a:spLocks noGrp="1" noChangeArrowheads="1"/>
          </p:cNvSpPr>
          <p:nvPr>
            <p:ph type="title"/>
          </p:nvPr>
        </p:nvSpPr>
        <p:spPr bwMode="auto">
          <a:xfrm>
            <a:off x="2652117" y="622812"/>
            <a:ext cx="8358188" cy="59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114775" tIns="57388" rIns="114775" bIns="57388" numCol="1" anchor="ctr" anchorCtr="0" compatLnSpc="1"/>
          <a:lstStyle/>
          <a:p>
            <a:pPr lvl="0"/>
            <a:r>
              <a:rPr lang="zh-CN" altLang="en-US" smtClean="0"/>
              <a:t>单击此处编辑母版标题样式</a:t>
            </a:r>
            <a:endParaRPr lang="zh-CN" altLang="en-US" smtClean="0"/>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txStyles>
    <p:titleStyle>
      <a:lvl1pPr algn="ctr" rtl="0" fontAlgn="base">
        <a:spcBef>
          <a:spcPct val="0"/>
        </a:spcBef>
        <a:spcAft>
          <a:spcPct val="0"/>
        </a:spcAft>
        <a:defRPr sz="4000" b="1">
          <a:solidFill>
            <a:schemeClr val="bg1"/>
          </a:solidFill>
          <a:latin typeface="+mj-lt"/>
          <a:ea typeface="+mj-ea"/>
          <a:cs typeface="+mj-cs"/>
        </a:defRPr>
      </a:lvl1pPr>
      <a:lvl2pPr algn="ctr" rtl="0" fontAlgn="base">
        <a:spcBef>
          <a:spcPct val="0"/>
        </a:spcBef>
        <a:spcAft>
          <a:spcPct val="0"/>
        </a:spcAft>
        <a:defRPr sz="4000" b="1">
          <a:solidFill>
            <a:schemeClr val="bg1"/>
          </a:solidFill>
          <a:latin typeface="Arial" panose="020B0604020202020204" pitchFamily="34" charset="0"/>
        </a:defRPr>
      </a:lvl2pPr>
      <a:lvl3pPr algn="ctr" rtl="0" fontAlgn="base">
        <a:spcBef>
          <a:spcPct val="0"/>
        </a:spcBef>
        <a:spcAft>
          <a:spcPct val="0"/>
        </a:spcAft>
        <a:defRPr sz="4000" b="1">
          <a:solidFill>
            <a:schemeClr val="bg1"/>
          </a:solidFill>
          <a:latin typeface="Arial" panose="020B0604020202020204" pitchFamily="34" charset="0"/>
        </a:defRPr>
      </a:lvl3pPr>
      <a:lvl4pPr algn="ctr" rtl="0" fontAlgn="base">
        <a:spcBef>
          <a:spcPct val="0"/>
        </a:spcBef>
        <a:spcAft>
          <a:spcPct val="0"/>
        </a:spcAft>
        <a:defRPr sz="4000" b="1">
          <a:solidFill>
            <a:schemeClr val="bg1"/>
          </a:solidFill>
          <a:latin typeface="Arial" panose="020B0604020202020204" pitchFamily="34" charset="0"/>
        </a:defRPr>
      </a:lvl4pPr>
      <a:lvl5pPr algn="ctr" rtl="0" fontAlgn="base">
        <a:spcBef>
          <a:spcPct val="0"/>
        </a:spcBef>
        <a:spcAft>
          <a:spcPct val="0"/>
        </a:spcAft>
        <a:defRPr sz="4000" b="1">
          <a:solidFill>
            <a:schemeClr val="bg1"/>
          </a:solidFill>
          <a:latin typeface="Arial" panose="020B0604020202020204" pitchFamily="34" charset="0"/>
        </a:defRPr>
      </a:lvl5pPr>
      <a:lvl6pPr marL="574040" algn="ctr" rtl="0" fontAlgn="base">
        <a:spcBef>
          <a:spcPct val="0"/>
        </a:spcBef>
        <a:spcAft>
          <a:spcPct val="0"/>
        </a:spcAft>
        <a:defRPr sz="4000" b="1">
          <a:solidFill>
            <a:schemeClr val="bg1"/>
          </a:solidFill>
          <a:latin typeface="Arial" panose="020B0604020202020204" pitchFamily="34" charset="0"/>
        </a:defRPr>
      </a:lvl6pPr>
      <a:lvl7pPr marL="1147445" algn="ctr" rtl="0" fontAlgn="base">
        <a:spcBef>
          <a:spcPct val="0"/>
        </a:spcBef>
        <a:spcAft>
          <a:spcPct val="0"/>
        </a:spcAft>
        <a:defRPr sz="4000" b="1">
          <a:solidFill>
            <a:schemeClr val="bg1"/>
          </a:solidFill>
          <a:latin typeface="Arial" panose="020B0604020202020204" pitchFamily="34" charset="0"/>
        </a:defRPr>
      </a:lvl7pPr>
      <a:lvl8pPr marL="1721485" algn="ctr" rtl="0" fontAlgn="base">
        <a:spcBef>
          <a:spcPct val="0"/>
        </a:spcBef>
        <a:spcAft>
          <a:spcPct val="0"/>
        </a:spcAft>
        <a:defRPr sz="4000" b="1">
          <a:solidFill>
            <a:schemeClr val="bg1"/>
          </a:solidFill>
          <a:latin typeface="Arial" panose="020B0604020202020204" pitchFamily="34" charset="0"/>
        </a:defRPr>
      </a:lvl8pPr>
      <a:lvl9pPr marL="2295525" algn="ctr" rtl="0" fontAlgn="base">
        <a:spcBef>
          <a:spcPct val="0"/>
        </a:spcBef>
        <a:spcAft>
          <a:spcPct val="0"/>
        </a:spcAft>
        <a:defRPr sz="4000" b="1">
          <a:solidFill>
            <a:schemeClr val="bg1"/>
          </a:solidFill>
          <a:latin typeface="Arial" panose="020B0604020202020204" pitchFamily="34" charset="0"/>
        </a:defRPr>
      </a:lvl9pPr>
    </p:titleStyle>
    <p:body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999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03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07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p:bodyStyle>
    <p:otherStyle>
      <a:defPPr>
        <a:defRPr lang="zh-CN"/>
      </a:defPPr>
      <a:lvl1pPr marL="0" algn="l" defTabSz="1147445" rtl="0" eaLnBrk="1" latinLnBrk="0" hangingPunct="1">
        <a:defRPr sz="2300" kern="1200">
          <a:solidFill>
            <a:schemeClr val="tx1"/>
          </a:solidFill>
          <a:latin typeface="+mn-lt"/>
          <a:ea typeface="+mn-ea"/>
          <a:cs typeface="+mn-cs"/>
        </a:defRPr>
      </a:lvl1pPr>
      <a:lvl2pPr marL="574040" algn="l" defTabSz="1147445" rtl="0" eaLnBrk="1" latinLnBrk="0" hangingPunct="1">
        <a:defRPr sz="2300" kern="1200">
          <a:solidFill>
            <a:schemeClr val="tx1"/>
          </a:solidFill>
          <a:latin typeface="+mn-lt"/>
          <a:ea typeface="+mn-ea"/>
          <a:cs typeface="+mn-cs"/>
        </a:defRPr>
      </a:lvl2pPr>
      <a:lvl3pPr marL="1147445" algn="l" defTabSz="1147445" rtl="0" eaLnBrk="1" latinLnBrk="0" hangingPunct="1">
        <a:defRPr sz="2300" kern="1200">
          <a:solidFill>
            <a:schemeClr val="tx1"/>
          </a:solidFill>
          <a:latin typeface="+mn-lt"/>
          <a:ea typeface="+mn-ea"/>
          <a:cs typeface="+mn-cs"/>
        </a:defRPr>
      </a:lvl3pPr>
      <a:lvl4pPr marL="1721485" algn="l" defTabSz="1147445" rtl="0" eaLnBrk="1" latinLnBrk="0" hangingPunct="1">
        <a:defRPr sz="2300" kern="1200">
          <a:solidFill>
            <a:schemeClr val="tx1"/>
          </a:solidFill>
          <a:latin typeface="+mn-lt"/>
          <a:ea typeface="+mn-ea"/>
          <a:cs typeface="+mn-cs"/>
        </a:defRPr>
      </a:lvl4pPr>
      <a:lvl5pPr marL="2295525" algn="l" defTabSz="1147445" rtl="0" eaLnBrk="1" latinLnBrk="0" hangingPunct="1">
        <a:defRPr sz="2300" kern="1200">
          <a:solidFill>
            <a:schemeClr val="tx1"/>
          </a:solidFill>
          <a:latin typeface="+mn-lt"/>
          <a:ea typeface="+mn-ea"/>
          <a:cs typeface="+mn-cs"/>
        </a:defRPr>
      </a:lvl5pPr>
      <a:lvl6pPr marL="2869565" algn="l" defTabSz="1147445" rtl="0" eaLnBrk="1" latinLnBrk="0" hangingPunct="1">
        <a:defRPr sz="2300" kern="1200">
          <a:solidFill>
            <a:schemeClr val="tx1"/>
          </a:solidFill>
          <a:latin typeface="+mn-lt"/>
          <a:ea typeface="+mn-ea"/>
          <a:cs typeface="+mn-cs"/>
        </a:defRPr>
      </a:lvl6pPr>
      <a:lvl7pPr marL="3442970" algn="l" defTabSz="1147445" rtl="0" eaLnBrk="1" latinLnBrk="0" hangingPunct="1">
        <a:defRPr sz="2300" kern="1200">
          <a:solidFill>
            <a:schemeClr val="tx1"/>
          </a:solidFill>
          <a:latin typeface="+mn-lt"/>
          <a:ea typeface="+mn-ea"/>
          <a:cs typeface="+mn-cs"/>
        </a:defRPr>
      </a:lvl7pPr>
      <a:lvl8pPr marL="4017010" algn="l" defTabSz="1147445" rtl="0" eaLnBrk="1" latinLnBrk="0" hangingPunct="1">
        <a:defRPr sz="2300" kern="1200">
          <a:solidFill>
            <a:schemeClr val="tx1"/>
          </a:solidFill>
          <a:latin typeface="+mn-lt"/>
          <a:ea typeface="+mn-ea"/>
          <a:cs typeface="+mn-cs"/>
        </a:defRPr>
      </a:lvl8pPr>
      <a:lvl9pPr marL="4591050" algn="l" defTabSz="1147445" rtl="0" eaLnBrk="1" latinLnBrk="0" hangingPunct="1">
        <a:defRPr sz="2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2035969" y="592676"/>
            <a:ext cx="10822781" cy="681410"/>
          </a:xfrm>
          <a:prstGeom prst="rect">
            <a:avLst/>
          </a:prstGeom>
          <a:solidFill>
            <a:schemeClr val="tx1"/>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7" name="Rectangle 3"/>
          <p:cNvSpPr>
            <a:spLocks noChangeArrowheads="1"/>
          </p:cNvSpPr>
          <p:nvPr/>
        </p:nvSpPr>
        <p:spPr bwMode="auto">
          <a:xfrm>
            <a:off x="0" y="589327"/>
            <a:ext cx="2035969" cy="6964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8" name="AutoShape 4"/>
          <p:cNvSpPr>
            <a:spLocks noChangeArrowheads="1"/>
          </p:cNvSpPr>
          <p:nvPr/>
        </p:nvSpPr>
        <p:spPr bwMode="auto">
          <a:xfrm rot="5400000">
            <a:off x="404080" y="155694"/>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9" name="AutoShape 5"/>
          <p:cNvSpPr>
            <a:spLocks noChangeArrowheads="1"/>
          </p:cNvSpPr>
          <p:nvPr/>
        </p:nvSpPr>
        <p:spPr bwMode="auto">
          <a:xfrm rot="5400000">
            <a:off x="832705" y="155694"/>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0" name="AutoShape 6"/>
          <p:cNvSpPr>
            <a:spLocks noChangeArrowheads="1"/>
          </p:cNvSpPr>
          <p:nvPr/>
        </p:nvSpPr>
        <p:spPr bwMode="auto">
          <a:xfrm rot="5400000">
            <a:off x="1261330" y="155694"/>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1" name="AutoShape 7"/>
          <p:cNvSpPr>
            <a:spLocks noChangeArrowheads="1"/>
          </p:cNvSpPr>
          <p:nvPr/>
        </p:nvSpPr>
        <p:spPr bwMode="auto">
          <a:xfrm rot="5400000">
            <a:off x="1689955" y="155694"/>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2" name="Rectangle 8"/>
          <p:cNvSpPr>
            <a:spLocks noGrp="1" noChangeArrowheads="1"/>
          </p:cNvSpPr>
          <p:nvPr>
            <p:ph type="body" idx="1"/>
          </p:nvPr>
        </p:nvSpPr>
        <p:spPr bwMode="auto">
          <a:xfrm>
            <a:off x="642938" y="1366167"/>
            <a:ext cx="11572875" cy="530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33" name="Rectangle 9"/>
          <p:cNvSpPr>
            <a:spLocks noGrp="1" noChangeArrowheads="1"/>
          </p:cNvSpPr>
          <p:nvPr>
            <p:ph type="dt" sz="half" idx="2"/>
          </p:nvPr>
        </p:nvSpPr>
        <p:spPr bwMode="auto">
          <a:xfrm>
            <a:off x="642938" y="6750474"/>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4" name="Rectangle 10"/>
          <p:cNvSpPr>
            <a:spLocks noGrp="1" noChangeArrowheads="1"/>
          </p:cNvSpPr>
          <p:nvPr>
            <p:ph type="ftr" sz="quarter" idx="3"/>
          </p:nvPr>
        </p:nvSpPr>
        <p:spPr bwMode="auto">
          <a:xfrm>
            <a:off x="4393406" y="6750474"/>
            <a:ext cx="4071938"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algn="ct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5" name="Rectangle 11"/>
          <p:cNvSpPr>
            <a:spLocks noGrp="1" noChangeArrowheads="1"/>
          </p:cNvSpPr>
          <p:nvPr>
            <p:ph type="sldNum" sz="quarter" idx="4"/>
          </p:nvPr>
        </p:nvSpPr>
        <p:spPr bwMode="auto">
          <a:xfrm>
            <a:off x="9215438" y="6750474"/>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algn="r">
              <a:defRPr sz="1800">
                <a:ea typeface="宋体" panose="02010600030101010101" pitchFamily="2" charset="-122"/>
              </a:defRPr>
            </a:lvl1pPr>
          </a:lstStyle>
          <a:p>
            <a:pPr>
              <a:buFont typeface="Arial" panose="020B0604020202020204" pitchFamily="34" charset="0"/>
              <a:buNone/>
            </a:pPr>
            <a:fld id="{6D880ADB-E83C-41C4-A643-1A294B5D6C9D}" type="slidenum">
              <a:rPr lang="zh-CN" altLang="en-US" smtClean="0">
                <a:solidFill>
                  <a:srgbClr val="000000"/>
                </a:solidFill>
                <a:latin typeface="Arial" panose="020B0604020202020204" pitchFamily="34" charset="0"/>
              </a:rPr>
            </a:fld>
            <a:endParaRPr lang="en-US" smtClean="0">
              <a:solidFill>
                <a:srgbClr val="000000"/>
              </a:solidFill>
              <a:latin typeface="Arial" panose="020B0604020202020204" pitchFamily="34" charset="0"/>
            </a:endParaRPr>
          </a:p>
        </p:txBody>
      </p:sp>
      <p:sp>
        <p:nvSpPr>
          <p:cNvPr id="1036" name="Rectangle 12"/>
          <p:cNvSpPr>
            <a:spLocks noGrp="1" noChangeArrowheads="1"/>
          </p:cNvSpPr>
          <p:nvPr>
            <p:ph type="title"/>
          </p:nvPr>
        </p:nvSpPr>
        <p:spPr bwMode="auto">
          <a:xfrm>
            <a:off x="2652117" y="622812"/>
            <a:ext cx="8358188" cy="59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114803" tIns="57401" rIns="114803" bIns="57401" numCol="1" anchor="ctr" anchorCtr="0" compatLnSpc="1"/>
          <a:lstStyle/>
          <a:p>
            <a:pPr lvl="0"/>
            <a:r>
              <a:rPr lang="zh-CN" altLang="en-US" smtClean="0"/>
              <a:t>单击此处编辑母版标题样式</a:t>
            </a:r>
            <a:endParaRPr lang="zh-CN" altLang="en-US" smtClean="0"/>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txStyles>
    <p:titleStyle>
      <a:lvl1pPr algn="ctr" rtl="0" fontAlgn="base">
        <a:spcBef>
          <a:spcPct val="0"/>
        </a:spcBef>
        <a:spcAft>
          <a:spcPct val="0"/>
        </a:spcAft>
        <a:defRPr sz="4000" b="1">
          <a:solidFill>
            <a:schemeClr val="bg1"/>
          </a:solidFill>
          <a:latin typeface="+mj-lt"/>
          <a:ea typeface="+mj-ea"/>
          <a:cs typeface="+mj-cs"/>
        </a:defRPr>
      </a:lvl1pPr>
      <a:lvl2pPr algn="ctr" rtl="0" fontAlgn="base">
        <a:spcBef>
          <a:spcPct val="0"/>
        </a:spcBef>
        <a:spcAft>
          <a:spcPct val="0"/>
        </a:spcAft>
        <a:defRPr sz="4000" b="1">
          <a:solidFill>
            <a:schemeClr val="bg1"/>
          </a:solidFill>
          <a:latin typeface="Arial" panose="020B0604020202020204" pitchFamily="34" charset="0"/>
        </a:defRPr>
      </a:lvl2pPr>
      <a:lvl3pPr algn="ctr" rtl="0" fontAlgn="base">
        <a:spcBef>
          <a:spcPct val="0"/>
        </a:spcBef>
        <a:spcAft>
          <a:spcPct val="0"/>
        </a:spcAft>
        <a:defRPr sz="4000" b="1">
          <a:solidFill>
            <a:schemeClr val="bg1"/>
          </a:solidFill>
          <a:latin typeface="Arial" panose="020B0604020202020204" pitchFamily="34" charset="0"/>
        </a:defRPr>
      </a:lvl3pPr>
      <a:lvl4pPr algn="ctr" rtl="0" fontAlgn="base">
        <a:spcBef>
          <a:spcPct val="0"/>
        </a:spcBef>
        <a:spcAft>
          <a:spcPct val="0"/>
        </a:spcAft>
        <a:defRPr sz="4000" b="1">
          <a:solidFill>
            <a:schemeClr val="bg1"/>
          </a:solidFill>
          <a:latin typeface="Arial" panose="020B0604020202020204" pitchFamily="34" charset="0"/>
        </a:defRPr>
      </a:lvl4pPr>
      <a:lvl5pPr algn="ctr" rtl="0" fontAlgn="base">
        <a:spcBef>
          <a:spcPct val="0"/>
        </a:spcBef>
        <a:spcAft>
          <a:spcPct val="0"/>
        </a:spcAft>
        <a:defRPr sz="4000" b="1">
          <a:solidFill>
            <a:schemeClr val="bg1"/>
          </a:solidFill>
          <a:latin typeface="Arial" panose="020B0604020202020204" pitchFamily="34" charset="0"/>
        </a:defRPr>
      </a:lvl5pPr>
      <a:lvl6pPr marL="574040" algn="ctr" rtl="0" fontAlgn="base">
        <a:spcBef>
          <a:spcPct val="0"/>
        </a:spcBef>
        <a:spcAft>
          <a:spcPct val="0"/>
        </a:spcAft>
        <a:defRPr sz="4000" b="1">
          <a:solidFill>
            <a:schemeClr val="bg1"/>
          </a:solidFill>
          <a:latin typeface="Arial" panose="020B0604020202020204" pitchFamily="34" charset="0"/>
        </a:defRPr>
      </a:lvl6pPr>
      <a:lvl7pPr marL="1148080" algn="ctr" rtl="0" fontAlgn="base">
        <a:spcBef>
          <a:spcPct val="0"/>
        </a:spcBef>
        <a:spcAft>
          <a:spcPct val="0"/>
        </a:spcAft>
        <a:defRPr sz="4000" b="1">
          <a:solidFill>
            <a:schemeClr val="bg1"/>
          </a:solidFill>
          <a:latin typeface="Arial" panose="020B0604020202020204" pitchFamily="34" charset="0"/>
        </a:defRPr>
      </a:lvl7pPr>
      <a:lvl8pPr marL="1722120" algn="ctr" rtl="0" fontAlgn="base">
        <a:spcBef>
          <a:spcPct val="0"/>
        </a:spcBef>
        <a:spcAft>
          <a:spcPct val="0"/>
        </a:spcAft>
        <a:defRPr sz="4000" b="1">
          <a:solidFill>
            <a:schemeClr val="bg1"/>
          </a:solidFill>
          <a:latin typeface="Arial" panose="020B0604020202020204" pitchFamily="34" charset="0"/>
        </a:defRPr>
      </a:lvl8pPr>
      <a:lvl9pPr marL="2296160" algn="ctr" rtl="0" fontAlgn="base">
        <a:spcBef>
          <a:spcPct val="0"/>
        </a:spcBef>
        <a:spcAft>
          <a:spcPct val="0"/>
        </a:spcAft>
        <a:defRPr sz="4000" b="1">
          <a:solidFill>
            <a:schemeClr val="bg1"/>
          </a:solidFill>
          <a:latin typeface="Arial" panose="020B0604020202020204" pitchFamily="34" charset="0"/>
        </a:defRPr>
      </a:lvl9pPr>
    </p:titleStyle>
    <p:body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914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3180"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7220"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126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530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934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p:bodyStyle>
    <p:otherStyle>
      <a:defPPr>
        <a:defRPr lang="zh-CN"/>
      </a:defPPr>
      <a:lvl1pPr marL="0" algn="l" defTabSz="1148080" rtl="0" eaLnBrk="1" latinLnBrk="0" hangingPunct="1">
        <a:defRPr sz="2300" kern="1200">
          <a:solidFill>
            <a:schemeClr val="tx1"/>
          </a:solidFill>
          <a:latin typeface="+mn-lt"/>
          <a:ea typeface="+mn-ea"/>
          <a:cs typeface="+mn-cs"/>
        </a:defRPr>
      </a:lvl1pPr>
      <a:lvl2pPr marL="574040" algn="l" defTabSz="1148080" rtl="0" eaLnBrk="1" latinLnBrk="0" hangingPunct="1">
        <a:defRPr sz="2300" kern="1200">
          <a:solidFill>
            <a:schemeClr val="tx1"/>
          </a:solidFill>
          <a:latin typeface="+mn-lt"/>
          <a:ea typeface="+mn-ea"/>
          <a:cs typeface="+mn-cs"/>
        </a:defRPr>
      </a:lvl2pPr>
      <a:lvl3pPr marL="1148080" algn="l" defTabSz="1148080" rtl="0" eaLnBrk="1" latinLnBrk="0" hangingPunct="1">
        <a:defRPr sz="2300" kern="1200">
          <a:solidFill>
            <a:schemeClr val="tx1"/>
          </a:solidFill>
          <a:latin typeface="+mn-lt"/>
          <a:ea typeface="+mn-ea"/>
          <a:cs typeface="+mn-cs"/>
        </a:defRPr>
      </a:lvl3pPr>
      <a:lvl4pPr marL="1722120" algn="l" defTabSz="1148080" rtl="0" eaLnBrk="1" latinLnBrk="0" hangingPunct="1">
        <a:defRPr sz="2300" kern="1200">
          <a:solidFill>
            <a:schemeClr val="tx1"/>
          </a:solidFill>
          <a:latin typeface="+mn-lt"/>
          <a:ea typeface="+mn-ea"/>
          <a:cs typeface="+mn-cs"/>
        </a:defRPr>
      </a:lvl4pPr>
      <a:lvl5pPr marL="2296160" algn="l" defTabSz="1148080" rtl="0" eaLnBrk="1" latinLnBrk="0" hangingPunct="1">
        <a:defRPr sz="2300" kern="1200">
          <a:solidFill>
            <a:schemeClr val="tx1"/>
          </a:solidFill>
          <a:latin typeface="+mn-lt"/>
          <a:ea typeface="+mn-ea"/>
          <a:cs typeface="+mn-cs"/>
        </a:defRPr>
      </a:lvl5pPr>
      <a:lvl6pPr marL="2870200" algn="l" defTabSz="1148080" rtl="0" eaLnBrk="1" latinLnBrk="0" hangingPunct="1">
        <a:defRPr sz="2300" kern="1200">
          <a:solidFill>
            <a:schemeClr val="tx1"/>
          </a:solidFill>
          <a:latin typeface="+mn-lt"/>
          <a:ea typeface="+mn-ea"/>
          <a:cs typeface="+mn-cs"/>
        </a:defRPr>
      </a:lvl6pPr>
      <a:lvl7pPr marL="3444240" algn="l" defTabSz="1148080" rtl="0" eaLnBrk="1" latinLnBrk="0" hangingPunct="1">
        <a:defRPr sz="2300" kern="1200">
          <a:solidFill>
            <a:schemeClr val="tx1"/>
          </a:solidFill>
          <a:latin typeface="+mn-lt"/>
          <a:ea typeface="+mn-ea"/>
          <a:cs typeface="+mn-cs"/>
        </a:defRPr>
      </a:lvl7pPr>
      <a:lvl8pPr marL="4018280" algn="l" defTabSz="1148080" rtl="0" eaLnBrk="1" latinLnBrk="0" hangingPunct="1">
        <a:defRPr sz="2300" kern="1200">
          <a:solidFill>
            <a:schemeClr val="tx1"/>
          </a:solidFill>
          <a:latin typeface="+mn-lt"/>
          <a:ea typeface="+mn-ea"/>
          <a:cs typeface="+mn-cs"/>
        </a:defRPr>
      </a:lvl8pPr>
      <a:lvl9pPr marL="4592320" algn="l" defTabSz="1148080"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9.png"/><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12.png"/><Relationship Id="rId1" Type="http://schemas.openxmlformats.org/officeDocument/2006/relationships/image" Target="../media/image11.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3.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2.xml"/><Relationship Id="rId1"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a:off x="0" y="0"/>
            <a:ext cx="7256762" cy="7256364"/>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任意多边形 2"/>
          <p:cNvSpPr/>
          <p:nvPr/>
        </p:nvSpPr>
        <p:spPr>
          <a:xfrm rot="5400000" flipV="1">
            <a:off x="1608166" y="1145782"/>
            <a:ext cx="4826927" cy="4827192"/>
          </a:xfrm>
          <a:custGeom>
            <a:avLst/>
            <a:gdLst>
              <a:gd name="connsiteX0" fmla="*/ 0 w 4343400"/>
              <a:gd name="connsiteY0" fmla="*/ 0 h 4343400"/>
              <a:gd name="connsiteX1" fmla="*/ 4343400 w 4343400"/>
              <a:gd name="connsiteY1" fmla="*/ 4343400 h 4343400"/>
              <a:gd name="connsiteX2" fmla="*/ 3486149 w 4343400"/>
              <a:gd name="connsiteY2" fmla="*/ 4343400 h 4343400"/>
              <a:gd name="connsiteX3" fmla="*/ 0 w 4343400"/>
              <a:gd name="connsiteY3" fmla="*/ 857251 h 4343400"/>
              <a:gd name="connsiteX4" fmla="*/ 0 w 4343400"/>
              <a:gd name="connsiteY4" fmla="*/ 0 h 434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3400" h="4343400">
                <a:moveTo>
                  <a:pt x="0" y="0"/>
                </a:moveTo>
                <a:lnTo>
                  <a:pt x="4343400" y="4343400"/>
                </a:lnTo>
                <a:lnTo>
                  <a:pt x="3486149" y="4343400"/>
                </a:lnTo>
                <a:lnTo>
                  <a:pt x="0" y="857251"/>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6" name="文本框 5"/>
          <p:cNvSpPr txBox="1"/>
          <p:nvPr/>
        </p:nvSpPr>
        <p:spPr>
          <a:xfrm>
            <a:off x="4557167" y="1960141"/>
            <a:ext cx="8595718" cy="622280"/>
          </a:xfrm>
          <a:prstGeom prst="rect">
            <a:avLst/>
          </a:prstGeom>
          <a:noFill/>
        </p:spPr>
        <p:txBody>
          <a:bodyPr wrap="square" lIns="128583" tIns="64291" rIns="128583" bIns="64291" rtlCol="0">
            <a:spAutoFit/>
          </a:bodyPr>
          <a:lstStyle/>
          <a:p>
            <a:r>
              <a:rPr kumimoji="1" lang="en-US" altLang="zh-CN" sz="3200" b="1" dirty="0">
                <a:solidFill>
                  <a:srgbClr val="526580"/>
                </a:solidFill>
                <a:latin typeface="+mn-ea"/>
                <a:ea typeface="+mn-ea"/>
                <a:cs typeface="+mn-ea"/>
              </a:rPr>
              <a:t>&lt;&lt;JSP</a:t>
            </a:r>
            <a:r>
              <a:rPr kumimoji="1" lang="zh-CN" altLang="en-US" sz="3200" b="1" dirty="0">
                <a:solidFill>
                  <a:srgbClr val="526580"/>
                </a:solidFill>
                <a:latin typeface="+mn-ea"/>
                <a:ea typeface="+mn-ea"/>
                <a:cs typeface="+mn-ea"/>
              </a:rPr>
              <a:t>与</a:t>
            </a:r>
            <a:r>
              <a:rPr kumimoji="1" lang="en-US" altLang="zh-CN" sz="3200" b="1" dirty="0">
                <a:solidFill>
                  <a:srgbClr val="526580"/>
                </a:solidFill>
                <a:latin typeface="+mn-ea"/>
                <a:ea typeface="+mn-ea"/>
                <a:cs typeface="+mn-ea"/>
              </a:rPr>
              <a:t>Servlet</a:t>
            </a:r>
            <a:r>
              <a:rPr kumimoji="1" lang="zh-CN" altLang="en-US" sz="3200" b="1" dirty="0">
                <a:solidFill>
                  <a:srgbClr val="526580"/>
                </a:solidFill>
                <a:latin typeface="+mn-ea"/>
                <a:ea typeface="+mn-ea"/>
                <a:cs typeface="+mn-ea"/>
              </a:rPr>
              <a:t>开发技术与典型应用教程</a:t>
            </a:r>
            <a:r>
              <a:rPr kumimoji="1" lang="en-US" altLang="zh-CN" sz="3200" b="1" dirty="0">
                <a:solidFill>
                  <a:srgbClr val="526580"/>
                </a:solidFill>
                <a:latin typeface="+mn-ea"/>
                <a:ea typeface="+mn-ea"/>
                <a:cs typeface="+mn-ea"/>
              </a:rPr>
              <a:t>&gt;&gt;</a:t>
            </a:r>
            <a:endParaRPr kumimoji="1" lang="zh-CN" altLang="en-US" sz="3200" b="1" dirty="0">
              <a:solidFill>
                <a:srgbClr val="526580"/>
              </a:solidFill>
              <a:latin typeface="+mn-ea"/>
              <a:ea typeface="+mn-ea"/>
              <a:cs typeface="+mn-ea"/>
              <a:sym typeface="+mn-lt"/>
            </a:endParaRPr>
          </a:p>
        </p:txBody>
      </p:sp>
      <p:sp>
        <p:nvSpPr>
          <p:cNvPr id="8" name="文本框 7"/>
          <p:cNvSpPr txBox="1"/>
          <p:nvPr/>
        </p:nvSpPr>
        <p:spPr>
          <a:xfrm>
            <a:off x="5997327" y="2896245"/>
            <a:ext cx="6016403" cy="649181"/>
          </a:xfrm>
          <a:prstGeom prst="rect">
            <a:avLst/>
          </a:prstGeom>
          <a:noFill/>
        </p:spPr>
        <p:txBody>
          <a:bodyPr wrap="square" lIns="128583" tIns="64291" rIns="128583" bIns="64291" rtlCol="0">
            <a:spAutoFit/>
          </a:bodyPr>
          <a:lstStyle/>
          <a:p>
            <a:pPr algn="ctr"/>
            <a:r>
              <a:rPr kumimoji="1" lang="en-US" altLang="zh-CN" sz="1700" dirty="0">
                <a:solidFill>
                  <a:schemeClr val="bg1">
                    <a:lumMod val="50000"/>
                  </a:schemeClr>
                </a:solidFill>
                <a:cs typeface="+mn-ea"/>
                <a:sym typeface="+mn-lt"/>
              </a:rPr>
              <a:t>JSP and  servlet  development  technology  and  typical application  course</a:t>
            </a:r>
            <a:endParaRPr kumimoji="1" lang="zh-CN" altLang="en-US" sz="1700" dirty="0">
              <a:solidFill>
                <a:schemeClr val="bg1">
                  <a:lumMod val="50000"/>
                </a:schemeClr>
              </a:solidFill>
              <a:cs typeface="+mn-ea"/>
              <a:sym typeface="+mn-lt"/>
            </a:endParaRPr>
          </a:p>
        </p:txBody>
      </p:sp>
      <p:sp>
        <p:nvSpPr>
          <p:cNvPr id="9" name="文本框 8"/>
          <p:cNvSpPr txBox="1"/>
          <p:nvPr/>
        </p:nvSpPr>
        <p:spPr>
          <a:xfrm rot="2679144">
            <a:off x="1518042" y="2942040"/>
            <a:ext cx="5266506" cy="558800"/>
          </a:xfrm>
          <a:prstGeom prst="rect">
            <a:avLst/>
          </a:prstGeom>
          <a:noFill/>
        </p:spPr>
        <p:txBody>
          <a:bodyPr wrap="square" lIns="128583" tIns="64291" rIns="128583" bIns="64291" rtlCol="0">
            <a:spAutoFit/>
          </a:bodyPr>
          <a:lstStyle/>
          <a:p>
            <a:pPr algn="ctr">
              <a:buNone/>
            </a:pPr>
            <a:r>
              <a:rPr lang="zh-CN" altLang="en-US" sz="2800" b="1" cap="all" dirty="0">
                <a:solidFill>
                  <a:schemeClr val="accent1"/>
                </a:solidFill>
                <a:latin typeface="Agency FB" panose="020B0503020202020204" pitchFamily="34" charset="0"/>
                <a:cs typeface="Arial" panose="020B0604020202020204" pitchFamily="34" charset="0"/>
                <a:sym typeface="宋体" panose="02010600030101010101" pitchFamily="2" charset="-122"/>
              </a:rPr>
              <a:t>第十章 </a:t>
            </a:r>
            <a:r>
              <a:rPr lang="en-US" altLang="zh-CN" sz="2800" b="1" cap="all" dirty="0">
                <a:solidFill>
                  <a:schemeClr val="accent1"/>
                </a:solidFill>
                <a:latin typeface="Agency FB" panose="020B0503020202020204" pitchFamily="34" charset="0"/>
                <a:cs typeface="Arial" panose="020B0604020202020204" pitchFamily="34" charset="0"/>
                <a:sym typeface="宋体" panose="02010600030101010101" pitchFamily="2" charset="-122"/>
              </a:rPr>
              <a:t>   EL</a:t>
            </a:r>
            <a:r>
              <a:rPr lang="zh-CN" altLang="en-US" sz="2800" b="1" cap="all" dirty="0">
                <a:solidFill>
                  <a:schemeClr val="accent1"/>
                </a:solidFill>
                <a:latin typeface="Agency FB" panose="020B0503020202020204" pitchFamily="34" charset="0"/>
                <a:cs typeface="Arial" panose="020B0604020202020204" pitchFamily="34" charset="0"/>
                <a:sym typeface="宋体" panose="02010600030101010101" pitchFamily="2" charset="-122"/>
              </a:rPr>
              <a:t>与</a:t>
            </a:r>
            <a:r>
              <a:rPr lang="en-US" altLang="zh-CN" sz="2800" b="1" cap="all" dirty="0">
                <a:solidFill>
                  <a:schemeClr val="accent1"/>
                </a:solidFill>
                <a:latin typeface="Agency FB" panose="020B0503020202020204" pitchFamily="34" charset="0"/>
                <a:cs typeface="Arial" panose="020B0604020202020204" pitchFamily="34" charset="0"/>
                <a:sym typeface="宋体" panose="02010600030101010101" pitchFamily="2" charset="-122"/>
              </a:rPr>
              <a:t>JSTL</a:t>
            </a:r>
            <a:endParaRPr lang="en-US" altLang="zh-CN" sz="2800" b="1" cap="all" dirty="0">
              <a:solidFill>
                <a:schemeClr val="accent1"/>
              </a:solidFill>
              <a:latin typeface="Agency FB" panose="020B0503020202020204" pitchFamily="34" charset="0"/>
              <a:cs typeface="Arial" panose="020B0604020202020204" pitchFamily="34" charset="0"/>
              <a:sym typeface="宋体" panose="02010600030101010101" pitchFamily="2" charset="-122"/>
            </a:endParaRPr>
          </a:p>
        </p:txBody>
      </p:sp>
      <p:sp>
        <p:nvSpPr>
          <p:cNvPr id="12" name="直角三角形 11"/>
          <p:cNvSpPr/>
          <p:nvPr/>
        </p:nvSpPr>
        <p:spPr>
          <a:xfrm flipH="1">
            <a:off x="8229575" y="3976365"/>
            <a:ext cx="4629176" cy="3279999"/>
          </a:xfrm>
          <a:prstGeom prst="rtTriangle">
            <a:avLst/>
          </a:prstGeom>
          <a:solidFill>
            <a:srgbClr val="43536A"/>
          </a:solidFill>
          <a:ln>
            <a:solidFill>
              <a:srgbClr val="43536A"/>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schemeClr val="bg2">
                  <a:lumMod val="25000"/>
                </a:schemeClr>
              </a:solidFill>
              <a:cs typeface="+mn-ea"/>
              <a:sym typeface="+mn-lt"/>
            </a:endParaRPr>
          </a:p>
        </p:txBody>
      </p:sp>
      <p:sp>
        <p:nvSpPr>
          <p:cNvPr id="16" name="直角三角形 15"/>
          <p:cNvSpPr/>
          <p:nvPr/>
        </p:nvSpPr>
        <p:spPr>
          <a:xfrm rot="13500000" flipV="1">
            <a:off x="2775844" y="-1270801"/>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4" name="TextBox 3"/>
          <p:cNvSpPr txBox="1"/>
          <p:nvPr/>
        </p:nvSpPr>
        <p:spPr>
          <a:xfrm>
            <a:off x="8373591" y="3976365"/>
            <a:ext cx="3960440" cy="400110"/>
          </a:xfrm>
          <a:prstGeom prst="rect">
            <a:avLst/>
          </a:prstGeom>
          <a:noFill/>
        </p:spPr>
        <p:txBody>
          <a:bodyPr wrap="square" rtlCol="0">
            <a:spAutoFit/>
          </a:bodyPr>
          <a:lstStyle/>
          <a:p>
            <a:pPr algn="r"/>
            <a:r>
              <a:rPr kumimoji="1" lang="zh-CN" altLang="en-US" sz="2000" b="1" dirty="0">
                <a:solidFill>
                  <a:srgbClr val="526580"/>
                </a:solidFill>
                <a:cs typeface="+mn-ea"/>
              </a:rPr>
              <a:t>大连理工大学出版社</a:t>
            </a:r>
            <a:endParaRPr kumimoji="1" lang="zh-CN" altLang="en-US" sz="2000" b="1" dirty="0">
              <a:solidFill>
                <a:srgbClr val="526580"/>
              </a:solidFill>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1+#ppt_w/2"/>
                                          </p:val>
                                        </p:tav>
                                        <p:tav tm="100000">
                                          <p:val>
                                            <p:strVal val="#ppt_x"/>
                                          </p:val>
                                        </p:tav>
                                      </p:tavLst>
                                    </p:anim>
                                    <p:anim calcmode="lin" valueType="num">
                                      <p:cBhvr additive="base">
                                        <p:cTn id="12" dur="1000" fill="hold"/>
                                        <p:tgtEl>
                                          <p:spTgt spid="3"/>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500"/>
                                        <p:tgtEl>
                                          <p:spTgt spid="9"/>
                                        </p:tgtEl>
                                      </p:cBhvr>
                                    </p:animEffect>
                                  </p:childTnLst>
                                </p:cTn>
                              </p:par>
                            </p:childTnLst>
                          </p:cTn>
                        </p:par>
                        <p:par>
                          <p:cTn id="17" fill="hold">
                            <p:stCondLst>
                              <p:cond delay="1500"/>
                            </p:stCondLst>
                            <p:childTnLst>
                              <p:par>
                                <p:cTn id="18" presetID="2" presetClass="entr" presetSubtype="12"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1000" fill="hold"/>
                                        <p:tgtEl>
                                          <p:spTgt spid="12"/>
                                        </p:tgtEl>
                                        <p:attrNameLst>
                                          <p:attrName>ppt_x</p:attrName>
                                        </p:attrNameLst>
                                      </p:cBhvr>
                                      <p:tavLst>
                                        <p:tav tm="0">
                                          <p:val>
                                            <p:strVal val="0-#ppt_w/2"/>
                                          </p:val>
                                        </p:tav>
                                        <p:tav tm="100000">
                                          <p:val>
                                            <p:strVal val="#ppt_x"/>
                                          </p:val>
                                        </p:tav>
                                      </p:tavLst>
                                    </p:anim>
                                    <p:anim calcmode="lin" valueType="num">
                                      <p:cBhvr additive="base">
                                        <p:cTn id="21" dur="1000" fill="hold"/>
                                        <p:tgtEl>
                                          <p:spTgt spid="12"/>
                                        </p:tgtEl>
                                        <p:attrNameLst>
                                          <p:attrName>ppt_y</p:attrName>
                                        </p:attrNameLst>
                                      </p:cBhvr>
                                      <p:tavLst>
                                        <p:tav tm="0">
                                          <p:val>
                                            <p:strVal val="1+#ppt_h/2"/>
                                          </p:val>
                                        </p:tav>
                                        <p:tav tm="100000">
                                          <p:val>
                                            <p:strVal val="#ppt_y"/>
                                          </p:val>
                                        </p:tav>
                                      </p:tavLst>
                                    </p:anim>
                                  </p:childTnLst>
                                </p:cTn>
                              </p:par>
                              <p:par>
                                <p:cTn id="22" presetID="2" presetClass="entr" presetSubtype="1"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1000" fill="hold"/>
                                        <p:tgtEl>
                                          <p:spTgt spid="16"/>
                                        </p:tgtEl>
                                        <p:attrNameLst>
                                          <p:attrName>ppt_x</p:attrName>
                                        </p:attrNameLst>
                                      </p:cBhvr>
                                      <p:tavLst>
                                        <p:tav tm="0">
                                          <p:val>
                                            <p:strVal val="#ppt_x"/>
                                          </p:val>
                                        </p:tav>
                                        <p:tav tm="100000">
                                          <p:val>
                                            <p:strVal val="#ppt_x"/>
                                          </p:val>
                                        </p:tav>
                                      </p:tavLst>
                                    </p:anim>
                                    <p:anim calcmode="lin" valueType="num">
                                      <p:cBhvr additive="base">
                                        <p:cTn id="25" dur="1000" fill="hold"/>
                                        <p:tgtEl>
                                          <p:spTgt spid="16"/>
                                        </p:tgtEl>
                                        <p:attrNameLst>
                                          <p:attrName>ppt_y</p:attrName>
                                        </p:attrNameLst>
                                      </p:cBhvr>
                                      <p:tavLst>
                                        <p:tav tm="0">
                                          <p:val>
                                            <p:strVal val="0-#ppt_h/2"/>
                                          </p:val>
                                        </p:tav>
                                        <p:tav tm="100000">
                                          <p:val>
                                            <p:strVal val="#ppt_y"/>
                                          </p:val>
                                        </p:tav>
                                      </p:tavLst>
                                    </p:anim>
                                  </p:childTnLst>
                                </p:cTn>
                              </p:par>
                            </p:childTnLst>
                          </p:cTn>
                        </p:par>
                        <p:par>
                          <p:cTn id="26" fill="hold">
                            <p:stCondLst>
                              <p:cond delay="2500"/>
                            </p:stCondLst>
                            <p:childTnLst>
                              <p:par>
                                <p:cTn id="27" presetID="22" presetClass="entr" presetSubtype="8"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childTnLst>
                          </p:cTn>
                        </p:par>
                        <p:par>
                          <p:cTn id="30" fill="hold">
                            <p:stCondLst>
                              <p:cond delay="3000"/>
                            </p:stCondLst>
                            <p:childTnLst>
                              <p:par>
                                <p:cTn id="31" presetID="42"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750"/>
                                        <p:tgtEl>
                                          <p:spTgt spid="8"/>
                                        </p:tgtEl>
                                      </p:cBhvr>
                                    </p:animEffect>
                                    <p:anim calcmode="lin" valueType="num">
                                      <p:cBhvr>
                                        <p:cTn id="34" dur="750" fill="hold"/>
                                        <p:tgtEl>
                                          <p:spTgt spid="8"/>
                                        </p:tgtEl>
                                        <p:attrNameLst>
                                          <p:attrName>ppt_x</p:attrName>
                                        </p:attrNameLst>
                                      </p:cBhvr>
                                      <p:tavLst>
                                        <p:tav tm="0">
                                          <p:val>
                                            <p:strVal val="#ppt_x"/>
                                          </p:val>
                                        </p:tav>
                                        <p:tav tm="100000">
                                          <p:val>
                                            <p:strVal val="#ppt_x"/>
                                          </p:val>
                                        </p:tav>
                                      </p:tavLst>
                                    </p:anim>
                                    <p:anim calcmode="lin" valueType="num">
                                      <p:cBhvr>
                                        <p:cTn id="35" dur="750" fill="hold"/>
                                        <p:tgtEl>
                                          <p:spTgt spid="8"/>
                                        </p:tgtEl>
                                        <p:attrNameLst>
                                          <p:attrName>ppt_y</p:attrName>
                                        </p:attrNameLst>
                                      </p:cBhvr>
                                      <p:tavLst>
                                        <p:tav tm="0">
                                          <p:val>
                                            <p:strVal val="#ppt_y+.1"/>
                                          </p:val>
                                        </p:tav>
                                        <p:tav tm="100000">
                                          <p:val>
                                            <p:strVal val="#ppt_y"/>
                                          </p:val>
                                        </p:tav>
                                      </p:tavLst>
                                    </p:anim>
                                  </p:childTnLst>
                                </p:cTn>
                              </p:par>
                            </p:childTnLst>
                          </p:cTn>
                        </p:par>
                        <p:par>
                          <p:cTn id="36" fill="hold">
                            <p:stCondLst>
                              <p:cond delay="4000"/>
                            </p:stCondLst>
                            <p:childTnLst>
                              <p:par>
                                <p:cTn id="37" presetID="2" presetClass="entr" presetSubtype="4" fill="hold" grpId="0" nodeType="after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ppt_x"/>
                                          </p:val>
                                        </p:tav>
                                        <p:tav tm="100000">
                                          <p:val>
                                            <p:strVal val="#ppt_x"/>
                                          </p:val>
                                        </p:tav>
                                      </p:tavLst>
                                    </p:anim>
                                    <p:anim calcmode="lin" valueType="num">
                                      <p:cBhvr additive="base">
                                        <p:cTn id="4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p:bldP spid="8" grpId="0"/>
      <p:bldP spid="9" grpId="0"/>
      <p:bldP spid="12" grpId="0" animBg="1"/>
      <p:bldP spid="16" grpId="0" animBg="1"/>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8"/>
          <p:cNvSpPr/>
          <p:nvPr/>
        </p:nvSpPr>
        <p:spPr>
          <a:xfrm>
            <a:off x="-12756" y="0"/>
            <a:ext cx="7266302" cy="7265903"/>
          </a:xfrm>
          <a:custGeom>
            <a:avLst/>
            <a:gdLst>
              <a:gd name="connsiteX0" fmla="*/ 0 w 5896303"/>
              <a:gd name="connsiteY0" fmla="*/ 0 h 5896303"/>
              <a:gd name="connsiteX1" fmla="*/ 5896303 w 5896303"/>
              <a:gd name="connsiteY1" fmla="*/ 5896303 h 5896303"/>
              <a:gd name="connsiteX2" fmla="*/ 5579364 w 5896303"/>
              <a:gd name="connsiteY2" fmla="*/ 5896303 h 5896303"/>
              <a:gd name="connsiteX3" fmla="*/ 0 w 5896303"/>
              <a:gd name="connsiteY3" fmla="*/ 316939 h 5896303"/>
              <a:gd name="connsiteX4" fmla="*/ 0 w 5896303"/>
              <a:gd name="connsiteY4" fmla="*/ 0 h 5896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6303" h="5896303">
                <a:moveTo>
                  <a:pt x="0" y="0"/>
                </a:moveTo>
                <a:lnTo>
                  <a:pt x="5896303" y="5896303"/>
                </a:lnTo>
                <a:lnTo>
                  <a:pt x="5579364" y="5896303"/>
                </a:lnTo>
                <a:lnTo>
                  <a:pt x="0" y="316939"/>
                </a:lnTo>
                <a:lnTo>
                  <a:pt x="0" y="0"/>
                </a:lnTo>
                <a:close/>
              </a:path>
            </a:pathLst>
          </a:cu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等腰三角形 5"/>
          <p:cNvSpPr/>
          <p:nvPr/>
        </p:nvSpPr>
        <p:spPr>
          <a:xfrm flipV="1">
            <a:off x="1072486" y="448922"/>
            <a:ext cx="4158592" cy="2029130"/>
          </a:xfrm>
          <a:prstGeom prst="triangle">
            <a:avLst/>
          </a:prstGeom>
          <a:no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4" name="等腰三角形 4"/>
          <p:cNvSpPr/>
          <p:nvPr/>
        </p:nvSpPr>
        <p:spPr>
          <a:xfrm flipV="1">
            <a:off x="1072486" y="-1"/>
            <a:ext cx="4158592" cy="2029130"/>
          </a:xfrm>
          <a:prstGeom prs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7" name="TextBox 32"/>
          <p:cNvSpPr txBox="1">
            <a:spLocks noChangeArrowheads="1"/>
          </p:cNvSpPr>
          <p:nvPr/>
        </p:nvSpPr>
        <p:spPr bwMode="auto">
          <a:xfrm>
            <a:off x="3667936" y="1993039"/>
            <a:ext cx="1477498" cy="1297274"/>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01</a:t>
            </a:r>
            <a:endParaRPr lang="zh-CN" altLang="en-US" sz="3400" dirty="0">
              <a:solidFill>
                <a:schemeClr val="bg1"/>
              </a:solidFill>
              <a:latin typeface="+mn-lt"/>
              <a:ea typeface="+mn-ea"/>
              <a:cs typeface="+mn-ea"/>
              <a:sym typeface="+mn-lt"/>
            </a:endParaRPr>
          </a:p>
        </p:txBody>
      </p:sp>
      <p:sp>
        <p:nvSpPr>
          <p:cNvPr id="12" name="TextBox 32"/>
          <p:cNvSpPr txBox="1">
            <a:spLocks noChangeArrowheads="1"/>
          </p:cNvSpPr>
          <p:nvPr/>
        </p:nvSpPr>
        <p:spPr bwMode="auto">
          <a:xfrm>
            <a:off x="4718283" y="3125828"/>
            <a:ext cx="1477498" cy="1297274"/>
          </a:xfrm>
          <a:prstGeom prst="diamond">
            <a:avLst/>
          </a:prstGeom>
          <a:solidFill>
            <a:srgbClr val="43536A"/>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02</a:t>
            </a:r>
            <a:endParaRPr lang="zh-CN" altLang="en-US" sz="3400" dirty="0">
              <a:solidFill>
                <a:schemeClr val="bg1"/>
              </a:solidFill>
              <a:latin typeface="+mn-lt"/>
              <a:ea typeface="+mn-ea"/>
              <a:cs typeface="+mn-ea"/>
              <a:sym typeface="+mn-lt"/>
            </a:endParaRPr>
          </a:p>
        </p:txBody>
      </p:sp>
      <p:sp>
        <p:nvSpPr>
          <p:cNvPr id="17" name="TextBox 32"/>
          <p:cNvSpPr txBox="1">
            <a:spLocks noChangeArrowheads="1"/>
          </p:cNvSpPr>
          <p:nvPr/>
        </p:nvSpPr>
        <p:spPr bwMode="auto">
          <a:xfrm>
            <a:off x="5768630" y="4258615"/>
            <a:ext cx="1477498" cy="1297274"/>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03</a:t>
            </a:r>
            <a:endParaRPr lang="zh-CN" altLang="en-US" sz="3400" dirty="0">
              <a:solidFill>
                <a:schemeClr val="bg1"/>
              </a:solidFill>
              <a:latin typeface="+mn-lt"/>
              <a:ea typeface="+mn-ea"/>
              <a:cs typeface="+mn-ea"/>
              <a:sym typeface="+mn-lt"/>
            </a:endParaRPr>
          </a:p>
        </p:txBody>
      </p:sp>
      <p:sp>
        <p:nvSpPr>
          <p:cNvPr id="26" name="直角三角形 25"/>
          <p:cNvSpPr/>
          <p:nvPr/>
        </p:nvSpPr>
        <p:spPr>
          <a:xfrm>
            <a:off x="1" y="1014235"/>
            <a:ext cx="6218757" cy="6218415"/>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27" name="文本框 26"/>
          <p:cNvSpPr txBox="1"/>
          <p:nvPr/>
        </p:nvSpPr>
        <p:spPr>
          <a:xfrm>
            <a:off x="5085715" y="1975485"/>
            <a:ext cx="7177405" cy="1014095"/>
          </a:xfrm>
          <a:prstGeom prst="rect">
            <a:avLst/>
          </a:prstGeom>
          <a:noFill/>
        </p:spPr>
        <p:txBody>
          <a:bodyPr wrap="square" lIns="128583" tIns="64291" rIns="128583" bIns="64291" rtlCol="0">
            <a:spAutoFit/>
          </a:bodyPr>
          <a:lstStyle/>
          <a:p>
            <a:pPr>
              <a:lnSpc>
                <a:spcPct val="120000"/>
              </a:lnSpc>
            </a:pPr>
            <a:r>
              <a:rPr kumimoji="1" lang="zh-CN" altLang="en-US" sz="2400" b="1" dirty="0">
                <a:cs typeface="+mn-ea"/>
                <a:sym typeface="Arial" panose="020B0604020202020204" pitchFamily="34" charset="0"/>
              </a:rPr>
              <a:t>掌握EL表达式运算符、EL隐含对象、JSTL核心标签的使用方法</a:t>
            </a:r>
            <a:endParaRPr kumimoji="1" lang="zh-CN" altLang="en-US" sz="2400" b="1" dirty="0">
              <a:cs typeface="+mn-ea"/>
              <a:sym typeface="Arial" panose="020B0604020202020204" pitchFamily="34" charset="0"/>
            </a:endParaRPr>
          </a:p>
        </p:txBody>
      </p:sp>
      <p:sp>
        <p:nvSpPr>
          <p:cNvPr id="29" name="文本框 28"/>
          <p:cNvSpPr txBox="1"/>
          <p:nvPr/>
        </p:nvSpPr>
        <p:spPr>
          <a:xfrm>
            <a:off x="6149340" y="3178175"/>
            <a:ext cx="6311900" cy="866775"/>
          </a:xfrm>
          <a:prstGeom prst="rect">
            <a:avLst/>
          </a:prstGeom>
          <a:noFill/>
        </p:spPr>
        <p:txBody>
          <a:bodyPr wrap="square" lIns="128583" tIns="64291" rIns="128583" bIns="64291" rtlCol="0">
            <a:spAutoFit/>
          </a:bodyPr>
          <a:lstStyle/>
          <a:p>
            <a:r>
              <a:rPr kumimoji="1" lang="zh-CN" altLang="en-US" sz="2400" b="1" dirty="0">
                <a:cs typeface="+mn-ea"/>
                <a:sym typeface="Arial" panose="020B0604020202020204" pitchFamily="34" charset="0"/>
              </a:rPr>
              <a:t>理解JSTL的XML标签、JSTL的格式化标签和JSTL的函数标签的应用</a:t>
            </a:r>
            <a:endParaRPr kumimoji="1" lang="zh-CN" altLang="en-US" sz="2400" b="1" dirty="0">
              <a:cs typeface="+mn-ea"/>
              <a:sym typeface="Arial" panose="020B0604020202020204" pitchFamily="34" charset="0"/>
            </a:endParaRPr>
          </a:p>
        </p:txBody>
      </p:sp>
      <p:sp>
        <p:nvSpPr>
          <p:cNvPr id="33" name="文本框 32"/>
          <p:cNvSpPr txBox="1"/>
          <p:nvPr/>
        </p:nvSpPr>
        <p:spPr>
          <a:xfrm>
            <a:off x="7293610" y="4365625"/>
            <a:ext cx="5431790" cy="866775"/>
          </a:xfrm>
          <a:prstGeom prst="rect">
            <a:avLst/>
          </a:prstGeom>
          <a:noFill/>
        </p:spPr>
        <p:txBody>
          <a:bodyPr wrap="square" lIns="128583" tIns="64291" rIns="128583" bIns="64291" rtlCol="0">
            <a:spAutoFit/>
          </a:bodyPr>
          <a:lstStyle/>
          <a:p>
            <a:r>
              <a:rPr kumimoji="1" lang="zh-CN" altLang="en-US" sz="2400" b="1" dirty="0">
                <a:cs typeface="+mn-ea"/>
                <a:sym typeface="+mn-lt"/>
              </a:rPr>
              <a:t>了解EL表达式特点，JSTL国际化标签的使用及在EL中如何定义使用函数</a:t>
            </a:r>
            <a:endParaRPr kumimoji="1" lang="zh-CN" altLang="en-US" sz="2400" b="1" dirty="0">
              <a:cs typeface="+mn-ea"/>
              <a:sym typeface="+mn-lt"/>
            </a:endParaRPr>
          </a:p>
        </p:txBody>
      </p:sp>
      <p:sp>
        <p:nvSpPr>
          <p:cNvPr id="35" name="文本框 34"/>
          <p:cNvSpPr txBox="1"/>
          <p:nvPr/>
        </p:nvSpPr>
        <p:spPr>
          <a:xfrm>
            <a:off x="2049959" y="147317"/>
            <a:ext cx="2237740" cy="728345"/>
          </a:xfrm>
          <a:prstGeom prst="rect">
            <a:avLst/>
          </a:prstGeom>
          <a:noFill/>
        </p:spPr>
        <p:txBody>
          <a:bodyPr wrap="none" lIns="128583" tIns="64291" rIns="128583" bIns="64291" rtlCol="0">
            <a:spAutoFit/>
          </a:bodyPr>
          <a:lstStyle/>
          <a:p>
            <a:pPr algn="ctr"/>
            <a:r>
              <a:rPr kumimoji="1" lang="en-US" altLang="zh-CN" sz="3900" dirty="0">
                <a:solidFill>
                  <a:schemeClr val="bg1"/>
                </a:solidFill>
                <a:cs typeface="+mn-ea"/>
                <a:sym typeface="+mn-lt"/>
              </a:rPr>
              <a:t>能力目标</a:t>
            </a:r>
            <a:endParaRPr kumimoji="1" lang="en-US" altLang="zh-CN" sz="39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1"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1000" fill="hold"/>
                                        <p:tgtEl>
                                          <p:spTgt spid="4"/>
                                        </p:tgtEl>
                                        <p:attrNameLst>
                                          <p:attrName>ppt_x</p:attrName>
                                        </p:attrNameLst>
                                      </p:cBhvr>
                                      <p:tavLst>
                                        <p:tav tm="0">
                                          <p:val>
                                            <p:strVal val="#ppt_x"/>
                                          </p:val>
                                        </p:tav>
                                        <p:tav tm="100000">
                                          <p:val>
                                            <p:strVal val="#ppt_x"/>
                                          </p:val>
                                        </p:tav>
                                      </p:tavLst>
                                    </p:anim>
                                    <p:anim calcmode="lin" valueType="num">
                                      <p:cBhvr additive="base">
                                        <p:cTn id="13" dur="1000" fill="hold"/>
                                        <p:tgtEl>
                                          <p:spTgt spid="4"/>
                                        </p:tgtEl>
                                        <p:attrNameLst>
                                          <p:attrName>ppt_y</p:attrName>
                                        </p:attrNameLst>
                                      </p:cBhvr>
                                      <p:tavLst>
                                        <p:tav tm="0">
                                          <p:val>
                                            <p:strVal val="0-#ppt_h/2"/>
                                          </p:val>
                                        </p:tav>
                                        <p:tav tm="100000">
                                          <p:val>
                                            <p:strVal val="#ppt_y"/>
                                          </p:val>
                                        </p:tav>
                                      </p:tavLst>
                                    </p:anim>
                                  </p:childTnLst>
                                </p:cTn>
                              </p:par>
                              <p:par>
                                <p:cTn id="14" presetID="2" presetClass="entr" presetSubtype="1"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1000" fill="hold"/>
                                        <p:tgtEl>
                                          <p:spTgt spid="3"/>
                                        </p:tgtEl>
                                        <p:attrNameLst>
                                          <p:attrName>ppt_x</p:attrName>
                                        </p:attrNameLst>
                                      </p:cBhvr>
                                      <p:tavLst>
                                        <p:tav tm="0">
                                          <p:val>
                                            <p:strVal val="#ppt_x"/>
                                          </p:val>
                                        </p:tav>
                                        <p:tav tm="100000">
                                          <p:val>
                                            <p:strVal val="#ppt_x"/>
                                          </p:val>
                                        </p:tav>
                                      </p:tavLst>
                                    </p:anim>
                                    <p:anim calcmode="lin" valueType="num">
                                      <p:cBhvr additive="base">
                                        <p:cTn id="17" dur="1000" fill="hold"/>
                                        <p:tgtEl>
                                          <p:spTgt spid="3"/>
                                        </p:tgtEl>
                                        <p:attrNameLst>
                                          <p:attrName>ppt_y</p:attrName>
                                        </p:attrNameLst>
                                      </p:cBhvr>
                                      <p:tavLst>
                                        <p:tav tm="0">
                                          <p:val>
                                            <p:strVal val="0-#ppt_h/2"/>
                                          </p:val>
                                        </p:tav>
                                        <p:tav tm="100000">
                                          <p:val>
                                            <p:strVal val="#ppt_y"/>
                                          </p:val>
                                        </p:tav>
                                      </p:tavLst>
                                    </p:anim>
                                  </p:childTnLst>
                                </p:cTn>
                              </p:par>
                            </p:childTnLst>
                          </p:cTn>
                        </p:par>
                        <p:par>
                          <p:cTn id="18" fill="hold">
                            <p:stCondLst>
                              <p:cond delay="2000"/>
                            </p:stCondLst>
                            <p:childTnLst>
                              <p:par>
                                <p:cTn id="19" presetID="53" presetClass="entr" presetSubtype="16"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 calcmode="lin" valueType="num">
                                      <p:cBhvr>
                                        <p:cTn id="21" dur="500" fill="hold"/>
                                        <p:tgtEl>
                                          <p:spTgt spid="35"/>
                                        </p:tgtEl>
                                        <p:attrNameLst>
                                          <p:attrName>ppt_w</p:attrName>
                                        </p:attrNameLst>
                                      </p:cBhvr>
                                      <p:tavLst>
                                        <p:tav tm="0">
                                          <p:val>
                                            <p:fltVal val="0"/>
                                          </p:val>
                                        </p:tav>
                                        <p:tav tm="100000">
                                          <p:val>
                                            <p:strVal val="#ppt_w"/>
                                          </p:val>
                                        </p:tav>
                                      </p:tavLst>
                                    </p:anim>
                                    <p:anim calcmode="lin" valueType="num">
                                      <p:cBhvr>
                                        <p:cTn id="22" dur="500" fill="hold"/>
                                        <p:tgtEl>
                                          <p:spTgt spid="35"/>
                                        </p:tgtEl>
                                        <p:attrNameLst>
                                          <p:attrName>ppt_h</p:attrName>
                                        </p:attrNameLst>
                                      </p:cBhvr>
                                      <p:tavLst>
                                        <p:tav tm="0">
                                          <p:val>
                                            <p:fltVal val="0"/>
                                          </p:val>
                                        </p:tav>
                                        <p:tav tm="100000">
                                          <p:val>
                                            <p:strVal val="#ppt_h"/>
                                          </p:val>
                                        </p:tav>
                                      </p:tavLst>
                                    </p:anim>
                                    <p:animEffect transition="in" filter="fade">
                                      <p:cBhvr>
                                        <p:cTn id="23" dur="500"/>
                                        <p:tgtEl>
                                          <p:spTgt spid="35"/>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par>
                          <p:cTn id="28" fill="hold">
                            <p:stCondLst>
                              <p:cond delay="3000"/>
                            </p:stCondLst>
                            <p:childTnLst>
                              <p:par>
                                <p:cTn id="29" presetID="49" presetClass="entr" presetSubtype="0" decel="100000"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 calcmode="lin" valueType="num">
                                      <p:cBhvr>
                                        <p:cTn id="33" dur="500" fill="hold"/>
                                        <p:tgtEl>
                                          <p:spTgt spid="7"/>
                                        </p:tgtEl>
                                        <p:attrNameLst>
                                          <p:attrName>style.rotation</p:attrName>
                                        </p:attrNameLst>
                                      </p:cBhvr>
                                      <p:tavLst>
                                        <p:tav tm="0">
                                          <p:val>
                                            <p:fltVal val="360"/>
                                          </p:val>
                                        </p:tav>
                                        <p:tav tm="100000">
                                          <p:val>
                                            <p:fltVal val="0"/>
                                          </p:val>
                                        </p:tav>
                                      </p:tavLst>
                                    </p:anim>
                                    <p:animEffect transition="in" filter="fade">
                                      <p:cBhvr>
                                        <p:cTn id="34" dur="500"/>
                                        <p:tgtEl>
                                          <p:spTgt spid="7"/>
                                        </p:tgtEl>
                                      </p:cBhvr>
                                    </p:animEffect>
                                  </p:childTnLst>
                                </p:cTn>
                              </p:par>
                              <p:par>
                                <p:cTn id="35" presetID="49" presetClass="entr" presetSubtype="0" decel="10000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 calcmode="lin" valueType="num">
                                      <p:cBhvr>
                                        <p:cTn id="39" dur="500" fill="hold"/>
                                        <p:tgtEl>
                                          <p:spTgt spid="12"/>
                                        </p:tgtEl>
                                        <p:attrNameLst>
                                          <p:attrName>style.rotation</p:attrName>
                                        </p:attrNameLst>
                                      </p:cBhvr>
                                      <p:tavLst>
                                        <p:tav tm="0">
                                          <p:val>
                                            <p:fltVal val="360"/>
                                          </p:val>
                                        </p:tav>
                                        <p:tav tm="100000">
                                          <p:val>
                                            <p:fltVal val="0"/>
                                          </p:val>
                                        </p:tav>
                                      </p:tavLst>
                                    </p:anim>
                                    <p:animEffect transition="in" filter="fade">
                                      <p:cBhvr>
                                        <p:cTn id="40" dur="500"/>
                                        <p:tgtEl>
                                          <p:spTgt spid="12"/>
                                        </p:tgtEl>
                                      </p:cBhvr>
                                    </p:animEffect>
                                  </p:childTnLst>
                                </p:cTn>
                              </p:par>
                              <p:par>
                                <p:cTn id="41" presetID="49" presetClass="entr" presetSubtype="0" decel="10000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500" fill="hold"/>
                                        <p:tgtEl>
                                          <p:spTgt spid="17"/>
                                        </p:tgtEl>
                                        <p:attrNameLst>
                                          <p:attrName>ppt_w</p:attrName>
                                        </p:attrNameLst>
                                      </p:cBhvr>
                                      <p:tavLst>
                                        <p:tav tm="0">
                                          <p:val>
                                            <p:fltVal val="0"/>
                                          </p:val>
                                        </p:tav>
                                        <p:tav tm="100000">
                                          <p:val>
                                            <p:strVal val="#ppt_w"/>
                                          </p:val>
                                        </p:tav>
                                      </p:tavLst>
                                    </p:anim>
                                    <p:anim calcmode="lin" valueType="num">
                                      <p:cBhvr>
                                        <p:cTn id="44" dur="500" fill="hold"/>
                                        <p:tgtEl>
                                          <p:spTgt spid="17"/>
                                        </p:tgtEl>
                                        <p:attrNameLst>
                                          <p:attrName>ppt_h</p:attrName>
                                        </p:attrNameLst>
                                      </p:cBhvr>
                                      <p:tavLst>
                                        <p:tav tm="0">
                                          <p:val>
                                            <p:fltVal val="0"/>
                                          </p:val>
                                        </p:tav>
                                        <p:tav tm="100000">
                                          <p:val>
                                            <p:strVal val="#ppt_h"/>
                                          </p:val>
                                        </p:tav>
                                      </p:tavLst>
                                    </p:anim>
                                    <p:anim calcmode="lin" valueType="num">
                                      <p:cBhvr>
                                        <p:cTn id="45" dur="500" fill="hold"/>
                                        <p:tgtEl>
                                          <p:spTgt spid="17"/>
                                        </p:tgtEl>
                                        <p:attrNameLst>
                                          <p:attrName>style.rotation</p:attrName>
                                        </p:attrNameLst>
                                      </p:cBhvr>
                                      <p:tavLst>
                                        <p:tav tm="0">
                                          <p:val>
                                            <p:fltVal val="360"/>
                                          </p:val>
                                        </p:tav>
                                        <p:tav tm="100000">
                                          <p:val>
                                            <p:fltVal val="0"/>
                                          </p:val>
                                        </p:tav>
                                      </p:tavLst>
                                    </p:anim>
                                    <p:animEffect transition="in" filter="fade">
                                      <p:cBhvr>
                                        <p:cTn id="46" dur="500"/>
                                        <p:tgtEl>
                                          <p:spTgt spid="17"/>
                                        </p:tgtEl>
                                      </p:cBhvr>
                                    </p:animEffect>
                                  </p:childTnLst>
                                </p:cTn>
                              </p:par>
                            </p:childTnLst>
                          </p:cTn>
                        </p:par>
                        <p:par>
                          <p:cTn id="47" fill="hold">
                            <p:stCondLst>
                              <p:cond delay="3500"/>
                            </p:stCondLst>
                            <p:childTnLst>
                              <p:par>
                                <p:cTn id="48" presetID="41" presetClass="entr" presetSubtype="0" fill="hold" grpId="0" nodeType="afterEffect">
                                  <p:stCondLst>
                                    <p:cond delay="0"/>
                                  </p:stCondLst>
                                  <p:iterate type="lt">
                                    <p:tmPct val="10000"/>
                                  </p:iterate>
                                  <p:childTnLst>
                                    <p:set>
                                      <p:cBhvr>
                                        <p:cTn id="49" dur="1" fill="hold">
                                          <p:stCondLst>
                                            <p:cond delay="0"/>
                                          </p:stCondLst>
                                        </p:cTn>
                                        <p:tgtEl>
                                          <p:spTgt spid="27"/>
                                        </p:tgtEl>
                                        <p:attrNameLst>
                                          <p:attrName>style.visibility</p:attrName>
                                        </p:attrNameLst>
                                      </p:cBhvr>
                                      <p:to>
                                        <p:strVal val="visible"/>
                                      </p:to>
                                    </p:set>
                                    <p:anim calcmode="lin" valueType="num">
                                      <p:cBhvr>
                                        <p:cTn id="50" dur="5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51" dur="500" fill="hold"/>
                                        <p:tgtEl>
                                          <p:spTgt spid="27"/>
                                        </p:tgtEl>
                                        <p:attrNameLst>
                                          <p:attrName>ppt_y</p:attrName>
                                        </p:attrNameLst>
                                      </p:cBhvr>
                                      <p:tavLst>
                                        <p:tav tm="0">
                                          <p:val>
                                            <p:strVal val="#ppt_y"/>
                                          </p:val>
                                        </p:tav>
                                        <p:tav tm="100000">
                                          <p:val>
                                            <p:strVal val="#ppt_y"/>
                                          </p:val>
                                        </p:tav>
                                      </p:tavLst>
                                    </p:anim>
                                    <p:anim calcmode="lin" valueType="num">
                                      <p:cBhvr>
                                        <p:cTn id="52" dur="5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53" dur="5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54" dur="500" tmFilter="0,0; .5, 1; 1, 1"/>
                                        <p:tgtEl>
                                          <p:spTgt spid="27"/>
                                        </p:tgtEl>
                                      </p:cBhvr>
                                    </p:animEffect>
                                  </p:childTnLst>
                                </p:cTn>
                              </p:par>
                              <p:par>
                                <p:cTn id="55" presetID="41" presetClass="entr" presetSubtype="0" fill="hold" grpId="0" nodeType="withEffect">
                                  <p:stCondLst>
                                    <p:cond delay="0"/>
                                  </p:stCondLst>
                                  <p:iterate type="lt">
                                    <p:tmPct val="10000"/>
                                  </p:iterate>
                                  <p:childTnLst>
                                    <p:set>
                                      <p:cBhvr>
                                        <p:cTn id="56" dur="1" fill="hold">
                                          <p:stCondLst>
                                            <p:cond delay="0"/>
                                          </p:stCondLst>
                                        </p:cTn>
                                        <p:tgtEl>
                                          <p:spTgt spid="29"/>
                                        </p:tgtEl>
                                        <p:attrNameLst>
                                          <p:attrName>style.visibility</p:attrName>
                                        </p:attrNameLst>
                                      </p:cBhvr>
                                      <p:to>
                                        <p:strVal val="visible"/>
                                      </p:to>
                                    </p:set>
                                    <p:anim calcmode="lin" valueType="num">
                                      <p:cBhvr>
                                        <p:cTn id="57"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58" dur="500" fill="hold"/>
                                        <p:tgtEl>
                                          <p:spTgt spid="29"/>
                                        </p:tgtEl>
                                        <p:attrNameLst>
                                          <p:attrName>ppt_y</p:attrName>
                                        </p:attrNameLst>
                                      </p:cBhvr>
                                      <p:tavLst>
                                        <p:tav tm="0">
                                          <p:val>
                                            <p:strVal val="#ppt_y"/>
                                          </p:val>
                                        </p:tav>
                                        <p:tav tm="100000">
                                          <p:val>
                                            <p:strVal val="#ppt_y"/>
                                          </p:val>
                                        </p:tav>
                                      </p:tavLst>
                                    </p:anim>
                                    <p:anim calcmode="lin" valueType="num">
                                      <p:cBhvr>
                                        <p:cTn id="59"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60"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61" dur="500" tmFilter="0,0; .5, 1; 1, 1"/>
                                        <p:tgtEl>
                                          <p:spTgt spid="29"/>
                                        </p:tgtEl>
                                      </p:cBhvr>
                                    </p:animEffect>
                                  </p:childTnLst>
                                </p:cTn>
                              </p:par>
                              <p:par>
                                <p:cTn id="62" presetID="41" presetClass="entr" presetSubtype="0" fill="hold" grpId="0" nodeType="withEffect">
                                  <p:stCondLst>
                                    <p:cond delay="0"/>
                                  </p:stCondLst>
                                  <p:iterate type="lt">
                                    <p:tmPct val="10000"/>
                                  </p:iterate>
                                  <p:childTnLst>
                                    <p:set>
                                      <p:cBhvr>
                                        <p:cTn id="63" dur="1" fill="hold">
                                          <p:stCondLst>
                                            <p:cond delay="0"/>
                                          </p:stCondLst>
                                        </p:cTn>
                                        <p:tgtEl>
                                          <p:spTgt spid="33"/>
                                        </p:tgtEl>
                                        <p:attrNameLst>
                                          <p:attrName>style.visibility</p:attrName>
                                        </p:attrNameLst>
                                      </p:cBhvr>
                                      <p:to>
                                        <p:strVal val="visible"/>
                                      </p:to>
                                    </p:set>
                                    <p:anim calcmode="lin" valueType="num">
                                      <p:cBhvr>
                                        <p:cTn id="64"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65" dur="500" fill="hold"/>
                                        <p:tgtEl>
                                          <p:spTgt spid="33"/>
                                        </p:tgtEl>
                                        <p:attrNameLst>
                                          <p:attrName>ppt_y</p:attrName>
                                        </p:attrNameLst>
                                      </p:cBhvr>
                                      <p:tavLst>
                                        <p:tav tm="0">
                                          <p:val>
                                            <p:strVal val="#ppt_y"/>
                                          </p:val>
                                        </p:tav>
                                        <p:tav tm="100000">
                                          <p:val>
                                            <p:strVal val="#ppt_y"/>
                                          </p:val>
                                        </p:tav>
                                      </p:tavLst>
                                    </p:anim>
                                    <p:anim calcmode="lin" valueType="num">
                                      <p:cBhvr>
                                        <p:cTn id="66"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67"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68" dur="500" tmFilter="0,0; .5, 1; 1, 1"/>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7" grpId="0" animBg="1"/>
      <p:bldP spid="12" grpId="0" animBg="1"/>
      <p:bldP spid="17" grpId="0" animBg="1"/>
      <p:bldP spid="26" grpId="0" animBg="1"/>
      <p:bldP spid="27" grpId="0"/>
      <p:bldP spid="29" grpId="0"/>
      <p:bldP spid="33" grpId="0"/>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8"/>
          <p:cNvSpPr/>
          <p:nvPr/>
        </p:nvSpPr>
        <p:spPr>
          <a:xfrm>
            <a:off x="-12756" y="0"/>
            <a:ext cx="7266302" cy="7265903"/>
          </a:xfrm>
          <a:custGeom>
            <a:avLst/>
            <a:gdLst>
              <a:gd name="connsiteX0" fmla="*/ 0 w 5896303"/>
              <a:gd name="connsiteY0" fmla="*/ 0 h 5896303"/>
              <a:gd name="connsiteX1" fmla="*/ 5896303 w 5896303"/>
              <a:gd name="connsiteY1" fmla="*/ 5896303 h 5896303"/>
              <a:gd name="connsiteX2" fmla="*/ 5579364 w 5896303"/>
              <a:gd name="connsiteY2" fmla="*/ 5896303 h 5896303"/>
              <a:gd name="connsiteX3" fmla="*/ 0 w 5896303"/>
              <a:gd name="connsiteY3" fmla="*/ 316939 h 5896303"/>
              <a:gd name="connsiteX4" fmla="*/ 0 w 5896303"/>
              <a:gd name="connsiteY4" fmla="*/ 0 h 5896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6303" h="5896303">
                <a:moveTo>
                  <a:pt x="0" y="0"/>
                </a:moveTo>
                <a:lnTo>
                  <a:pt x="5896303" y="5896303"/>
                </a:lnTo>
                <a:lnTo>
                  <a:pt x="5579364" y="5896303"/>
                </a:lnTo>
                <a:lnTo>
                  <a:pt x="0" y="316939"/>
                </a:lnTo>
                <a:lnTo>
                  <a:pt x="0" y="0"/>
                </a:lnTo>
                <a:close/>
              </a:path>
            </a:pathLst>
          </a:cu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等腰三角形 5"/>
          <p:cNvSpPr/>
          <p:nvPr/>
        </p:nvSpPr>
        <p:spPr>
          <a:xfrm flipV="1">
            <a:off x="1072486" y="448922"/>
            <a:ext cx="4158592" cy="2029130"/>
          </a:xfrm>
          <a:prstGeom prst="triangle">
            <a:avLst/>
          </a:prstGeom>
          <a:no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4" name="等腰三角形 4"/>
          <p:cNvSpPr/>
          <p:nvPr/>
        </p:nvSpPr>
        <p:spPr>
          <a:xfrm flipV="1">
            <a:off x="1072486" y="-1"/>
            <a:ext cx="4158592" cy="2029130"/>
          </a:xfrm>
          <a:prstGeom prs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7" name="TextBox 32"/>
          <p:cNvSpPr txBox="1">
            <a:spLocks noChangeArrowheads="1"/>
          </p:cNvSpPr>
          <p:nvPr/>
        </p:nvSpPr>
        <p:spPr bwMode="auto">
          <a:xfrm>
            <a:off x="3931461" y="2553744"/>
            <a:ext cx="1477498" cy="1297274"/>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01</a:t>
            </a:r>
            <a:endParaRPr lang="zh-CN" altLang="en-US" sz="3400" dirty="0">
              <a:solidFill>
                <a:schemeClr val="bg1"/>
              </a:solidFill>
              <a:latin typeface="+mn-lt"/>
              <a:ea typeface="+mn-ea"/>
              <a:cs typeface="+mn-ea"/>
              <a:sym typeface="+mn-lt"/>
            </a:endParaRPr>
          </a:p>
        </p:txBody>
      </p:sp>
      <p:sp>
        <p:nvSpPr>
          <p:cNvPr id="12" name="TextBox 32"/>
          <p:cNvSpPr txBox="1">
            <a:spLocks noChangeArrowheads="1"/>
          </p:cNvSpPr>
          <p:nvPr/>
        </p:nvSpPr>
        <p:spPr bwMode="auto">
          <a:xfrm>
            <a:off x="5214218" y="3936487"/>
            <a:ext cx="1477498" cy="1297274"/>
          </a:xfrm>
          <a:prstGeom prst="diamond">
            <a:avLst/>
          </a:prstGeom>
          <a:solidFill>
            <a:srgbClr val="43536A"/>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02</a:t>
            </a:r>
            <a:endParaRPr lang="zh-CN" altLang="en-US" sz="3400" dirty="0">
              <a:solidFill>
                <a:schemeClr val="bg1"/>
              </a:solidFill>
              <a:latin typeface="+mn-lt"/>
              <a:ea typeface="+mn-ea"/>
              <a:cs typeface="+mn-ea"/>
              <a:sym typeface="+mn-lt"/>
            </a:endParaRPr>
          </a:p>
        </p:txBody>
      </p:sp>
      <p:sp>
        <p:nvSpPr>
          <p:cNvPr id="26" name="直角三角形 25"/>
          <p:cNvSpPr/>
          <p:nvPr/>
        </p:nvSpPr>
        <p:spPr>
          <a:xfrm>
            <a:off x="1" y="1014235"/>
            <a:ext cx="6218757" cy="6218415"/>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27" name="文本框 26"/>
          <p:cNvSpPr txBox="1"/>
          <p:nvPr/>
        </p:nvSpPr>
        <p:spPr>
          <a:xfrm>
            <a:off x="5349240" y="2536190"/>
            <a:ext cx="6154420" cy="1161415"/>
          </a:xfrm>
          <a:prstGeom prst="rect">
            <a:avLst/>
          </a:prstGeom>
          <a:noFill/>
        </p:spPr>
        <p:txBody>
          <a:bodyPr wrap="square" lIns="128583" tIns="64291" rIns="128583" bIns="64291" rtlCol="0">
            <a:spAutoFit/>
          </a:bodyPr>
          <a:lstStyle/>
          <a:p>
            <a:pPr>
              <a:lnSpc>
                <a:spcPct val="120000"/>
              </a:lnSpc>
            </a:pPr>
            <a:r>
              <a:rPr kumimoji="1" lang="zh-CN" altLang="en-US" sz="2800" b="1" dirty="0">
                <a:cs typeface="+mn-ea"/>
                <a:sym typeface="Arial" panose="020B0604020202020204" pitchFamily="34" charset="0"/>
              </a:rPr>
              <a:t>培养用发展的观点来看待新技术出现与应用的能力</a:t>
            </a:r>
            <a:endParaRPr kumimoji="1" lang="zh-CN" altLang="en-US" sz="2800" b="1" dirty="0">
              <a:cs typeface="+mn-ea"/>
              <a:sym typeface="Arial" panose="020B0604020202020204" pitchFamily="34" charset="0"/>
            </a:endParaRPr>
          </a:p>
        </p:txBody>
      </p:sp>
      <p:sp>
        <p:nvSpPr>
          <p:cNvPr id="29" name="文本框 28"/>
          <p:cNvSpPr txBox="1"/>
          <p:nvPr/>
        </p:nvSpPr>
        <p:spPr>
          <a:xfrm>
            <a:off x="6645070" y="4336521"/>
            <a:ext cx="4411544" cy="558800"/>
          </a:xfrm>
          <a:prstGeom prst="rect">
            <a:avLst/>
          </a:prstGeom>
          <a:noFill/>
        </p:spPr>
        <p:txBody>
          <a:bodyPr wrap="square" lIns="128583" tIns="64291" rIns="128583" bIns="64291" rtlCol="0">
            <a:spAutoFit/>
          </a:bodyPr>
          <a:lstStyle/>
          <a:p>
            <a:r>
              <a:rPr kumimoji="1" lang="zh-CN" altLang="en-US" sz="2800" b="1" dirty="0">
                <a:cs typeface="+mn-ea"/>
                <a:sym typeface="Arial" panose="020B0604020202020204" pitchFamily="34" charset="0"/>
              </a:rPr>
              <a:t>提升学习新技术的能力</a:t>
            </a:r>
            <a:endParaRPr kumimoji="1" lang="zh-CN" altLang="en-US" sz="2800" b="1" dirty="0">
              <a:cs typeface="+mn-ea"/>
              <a:sym typeface="Arial" panose="020B0604020202020204" pitchFamily="34" charset="0"/>
            </a:endParaRPr>
          </a:p>
        </p:txBody>
      </p:sp>
      <p:sp>
        <p:nvSpPr>
          <p:cNvPr id="35" name="文本框 34"/>
          <p:cNvSpPr txBox="1"/>
          <p:nvPr/>
        </p:nvSpPr>
        <p:spPr>
          <a:xfrm>
            <a:off x="2049959" y="147317"/>
            <a:ext cx="2237740" cy="728345"/>
          </a:xfrm>
          <a:prstGeom prst="rect">
            <a:avLst/>
          </a:prstGeom>
          <a:noFill/>
        </p:spPr>
        <p:txBody>
          <a:bodyPr wrap="none" lIns="128583" tIns="64291" rIns="128583" bIns="64291" rtlCol="0">
            <a:spAutoFit/>
          </a:bodyPr>
          <a:lstStyle/>
          <a:p>
            <a:pPr algn="ctr"/>
            <a:r>
              <a:rPr kumimoji="1" lang="en-US" altLang="zh-CN" sz="3900" dirty="0">
                <a:solidFill>
                  <a:schemeClr val="bg1"/>
                </a:solidFill>
                <a:cs typeface="+mn-ea"/>
                <a:sym typeface="+mn-lt"/>
              </a:rPr>
              <a:t>素质目标</a:t>
            </a:r>
            <a:endParaRPr kumimoji="1" lang="en-US" altLang="zh-CN" sz="39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1"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1000" fill="hold"/>
                                        <p:tgtEl>
                                          <p:spTgt spid="4"/>
                                        </p:tgtEl>
                                        <p:attrNameLst>
                                          <p:attrName>ppt_x</p:attrName>
                                        </p:attrNameLst>
                                      </p:cBhvr>
                                      <p:tavLst>
                                        <p:tav tm="0">
                                          <p:val>
                                            <p:strVal val="#ppt_x"/>
                                          </p:val>
                                        </p:tav>
                                        <p:tav tm="100000">
                                          <p:val>
                                            <p:strVal val="#ppt_x"/>
                                          </p:val>
                                        </p:tav>
                                      </p:tavLst>
                                    </p:anim>
                                    <p:anim calcmode="lin" valueType="num">
                                      <p:cBhvr additive="base">
                                        <p:cTn id="13" dur="1000" fill="hold"/>
                                        <p:tgtEl>
                                          <p:spTgt spid="4"/>
                                        </p:tgtEl>
                                        <p:attrNameLst>
                                          <p:attrName>ppt_y</p:attrName>
                                        </p:attrNameLst>
                                      </p:cBhvr>
                                      <p:tavLst>
                                        <p:tav tm="0">
                                          <p:val>
                                            <p:strVal val="0-#ppt_h/2"/>
                                          </p:val>
                                        </p:tav>
                                        <p:tav tm="100000">
                                          <p:val>
                                            <p:strVal val="#ppt_y"/>
                                          </p:val>
                                        </p:tav>
                                      </p:tavLst>
                                    </p:anim>
                                  </p:childTnLst>
                                </p:cTn>
                              </p:par>
                              <p:par>
                                <p:cTn id="14" presetID="2" presetClass="entr" presetSubtype="1"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1000" fill="hold"/>
                                        <p:tgtEl>
                                          <p:spTgt spid="3"/>
                                        </p:tgtEl>
                                        <p:attrNameLst>
                                          <p:attrName>ppt_x</p:attrName>
                                        </p:attrNameLst>
                                      </p:cBhvr>
                                      <p:tavLst>
                                        <p:tav tm="0">
                                          <p:val>
                                            <p:strVal val="#ppt_x"/>
                                          </p:val>
                                        </p:tav>
                                        <p:tav tm="100000">
                                          <p:val>
                                            <p:strVal val="#ppt_x"/>
                                          </p:val>
                                        </p:tav>
                                      </p:tavLst>
                                    </p:anim>
                                    <p:anim calcmode="lin" valueType="num">
                                      <p:cBhvr additive="base">
                                        <p:cTn id="17" dur="1000" fill="hold"/>
                                        <p:tgtEl>
                                          <p:spTgt spid="3"/>
                                        </p:tgtEl>
                                        <p:attrNameLst>
                                          <p:attrName>ppt_y</p:attrName>
                                        </p:attrNameLst>
                                      </p:cBhvr>
                                      <p:tavLst>
                                        <p:tav tm="0">
                                          <p:val>
                                            <p:strVal val="0-#ppt_h/2"/>
                                          </p:val>
                                        </p:tav>
                                        <p:tav tm="100000">
                                          <p:val>
                                            <p:strVal val="#ppt_y"/>
                                          </p:val>
                                        </p:tav>
                                      </p:tavLst>
                                    </p:anim>
                                  </p:childTnLst>
                                </p:cTn>
                              </p:par>
                            </p:childTnLst>
                          </p:cTn>
                        </p:par>
                        <p:par>
                          <p:cTn id="18" fill="hold">
                            <p:stCondLst>
                              <p:cond delay="2000"/>
                            </p:stCondLst>
                            <p:childTnLst>
                              <p:par>
                                <p:cTn id="19" presetID="53" presetClass="entr" presetSubtype="16"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 calcmode="lin" valueType="num">
                                      <p:cBhvr>
                                        <p:cTn id="21" dur="500" fill="hold"/>
                                        <p:tgtEl>
                                          <p:spTgt spid="35"/>
                                        </p:tgtEl>
                                        <p:attrNameLst>
                                          <p:attrName>ppt_w</p:attrName>
                                        </p:attrNameLst>
                                      </p:cBhvr>
                                      <p:tavLst>
                                        <p:tav tm="0">
                                          <p:val>
                                            <p:fltVal val="0"/>
                                          </p:val>
                                        </p:tav>
                                        <p:tav tm="100000">
                                          <p:val>
                                            <p:strVal val="#ppt_w"/>
                                          </p:val>
                                        </p:tav>
                                      </p:tavLst>
                                    </p:anim>
                                    <p:anim calcmode="lin" valueType="num">
                                      <p:cBhvr>
                                        <p:cTn id="22" dur="500" fill="hold"/>
                                        <p:tgtEl>
                                          <p:spTgt spid="35"/>
                                        </p:tgtEl>
                                        <p:attrNameLst>
                                          <p:attrName>ppt_h</p:attrName>
                                        </p:attrNameLst>
                                      </p:cBhvr>
                                      <p:tavLst>
                                        <p:tav tm="0">
                                          <p:val>
                                            <p:fltVal val="0"/>
                                          </p:val>
                                        </p:tav>
                                        <p:tav tm="100000">
                                          <p:val>
                                            <p:strVal val="#ppt_h"/>
                                          </p:val>
                                        </p:tav>
                                      </p:tavLst>
                                    </p:anim>
                                    <p:animEffect transition="in" filter="fade">
                                      <p:cBhvr>
                                        <p:cTn id="23" dur="500"/>
                                        <p:tgtEl>
                                          <p:spTgt spid="35"/>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par>
                          <p:cTn id="28" fill="hold">
                            <p:stCondLst>
                              <p:cond delay="3000"/>
                            </p:stCondLst>
                            <p:childTnLst>
                              <p:par>
                                <p:cTn id="29" presetID="49" presetClass="entr" presetSubtype="0" decel="100000"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 calcmode="lin" valueType="num">
                                      <p:cBhvr>
                                        <p:cTn id="33" dur="500" fill="hold"/>
                                        <p:tgtEl>
                                          <p:spTgt spid="7"/>
                                        </p:tgtEl>
                                        <p:attrNameLst>
                                          <p:attrName>style.rotation</p:attrName>
                                        </p:attrNameLst>
                                      </p:cBhvr>
                                      <p:tavLst>
                                        <p:tav tm="0">
                                          <p:val>
                                            <p:fltVal val="360"/>
                                          </p:val>
                                        </p:tav>
                                        <p:tav tm="100000">
                                          <p:val>
                                            <p:fltVal val="0"/>
                                          </p:val>
                                        </p:tav>
                                      </p:tavLst>
                                    </p:anim>
                                    <p:animEffect transition="in" filter="fade">
                                      <p:cBhvr>
                                        <p:cTn id="34" dur="500"/>
                                        <p:tgtEl>
                                          <p:spTgt spid="7"/>
                                        </p:tgtEl>
                                      </p:cBhvr>
                                    </p:animEffect>
                                  </p:childTnLst>
                                </p:cTn>
                              </p:par>
                              <p:par>
                                <p:cTn id="35" presetID="49" presetClass="entr" presetSubtype="0" decel="10000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 calcmode="lin" valueType="num">
                                      <p:cBhvr>
                                        <p:cTn id="39" dur="500" fill="hold"/>
                                        <p:tgtEl>
                                          <p:spTgt spid="12"/>
                                        </p:tgtEl>
                                        <p:attrNameLst>
                                          <p:attrName>style.rotation</p:attrName>
                                        </p:attrNameLst>
                                      </p:cBhvr>
                                      <p:tavLst>
                                        <p:tav tm="0">
                                          <p:val>
                                            <p:fltVal val="360"/>
                                          </p:val>
                                        </p:tav>
                                        <p:tav tm="100000">
                                          <p:val>
                                            <p:fltVal val="0"/>
                                          </p:val>
                                        </p:tav>
                                      </p:tavLst>
                                    </p:anim>
                                    <p:animEffect transition="in" filter="fade">
                                      <p:cBhvr>
                                        <p:cTn id="40" dur="500"/>
                                        <p:tgtEl>
                                          <p:spTgt spid="12"/>
                                        </p:tgtEl>
                                      </p:cBhvr>
                                    </p:animEffect>
                                  </p:childTnLst>
                                </p:cTn>
                              </p:par>
                            </p:childTnLst>
                          </p:cTn>
                        </p:par>
                        <p:par>
                          <p:cTn id="41" fill="hold">
                            <p:stCondLst>
                              <p:cond delay="3500"/>
                            </p:stCondLst>
                            <p:childTnLst>
                              <p:par>
                                <p:cTn id="42" presetID="41" presetClass="entr" presetSubtype="0" fill="hold" grpId="0" nodeType="afterEffect">
                                  <p:stCondLst>
                                    <p:cond delay="0"/>
                                  </p:stCondLst>
                                  <p:iterate type="lt">
                                    <p:tmPct val="10000"/>
                                  </p:iterate>
                                  <p:childTnLst>
                                    <p:set>
                                      <p:cBhvr>
                                        <p:cTn id="43" dur="1" fill="hold">
                                          <p:stCondLst>
                                            <p:cond delay="0"/>
                                          </p:stCondLst>
                                        </p:cTn>
                                        <p:tgtEl>
                                          <p:spTgt spid="27"/>
                                        </p:tgtEl>
                                        <p:attrNameLst>
                                          <p:attrName>style.visibility</p:attrName>
                                        </p:attrNameLst>
                                      </p:cBhvr>
                                      <p:to>
                                        <p:strVal val="visible"/>
                                      </p:to>
                                    </p:set>
                                    <p:anim calcmode="lin" valueType="num">
                                      <p:cBhvr>
                                        <p:cTn id="44" dur="5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45" dur="500" fill="hold"/>
                                        <p:tgtEl>
                                          <p:spTgt spid="27"/>
                                        </p:tgtEl>
                                        <p:attrNameLst>
                                          <p:attrName>ppt_y</p:attrName>
                                        </p:attrNameLst>
                                      </p:cBhvr>
                                      <p:tavLst>
                                        <p:tav tm="0">
                                          <p:val>
                                            <p:strVal val="#ppt_y"/>
                                          </p:val>
                                        </p:tav>
                                        <p:tav tm="100000">
                                          <p:val>
                                            <p:strVal val="#ppt_y"/>
                                          </p:val>
                                        </p:tav>
                                      </p:tavLst>
                                    </p:anim>
                                    <p:anim calcmode="lin" valueType="num">
                                      <p:cBhvr>
                                        <p:cTn id="46" dur="5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47" dur="5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48" dur="500" tmFilter="0,0; .5, 1; 1, 1"/>
                                        <p:tgtEl>
                                          <p:spTgt spid="27"/>
                                        </p:tgtEl>
                                      </p:cBhvr>
                                    </p:animEffect>
                                  </p:childTnLst>
                                </p:cTn>
                              </p:par>
                              <p:par>
                                <p:cTn id="49" presetID="41" presetClass="entr" presetSubtype="0" fill="hold" grpId="0" nodeType="withEffect">
                                  <p:stCondLst>
                                    <p:cond delay="0"/>
                                  </p:stCondLst>
                                  <p:iterate type="lt">
                                    <p:tmPct val="10000"/>
                                  </p:iterate>
                                  <p:childTnLst>
                                    <p:set>
                                      <p:cBhvr>
                                        <p:cTn id="50" dur="1" fill="hold">
                                          <p:stCondLst>
                                            <p:cond delay="0"/>
                                          </p:stCondLst>
                                        </p:cTn>
                                        <p:tgtEl>
                                          <p:spTgt spid="29"/>
                                        </p:tgtEl>
                                        <p:attrNameLst>
                                          <p:attrName>style.visibility</p:attrName>
                                        </p:attrNameLst>
                                      </p:cBhvr>
                                      <p:to>
                                        <p:strVal val="visible"/>
                                      </p:to>
                                    </p:set>
                                    <p:anim calcmode="lin" valueType="num">
                                      <p:cBhvr>
                                        <p:cTn id="51"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52" dur="500" fill="hold"/>
                                        <p:tgtEl>
                                          <p:spTgt spid="29"/>
                                        </p:tgtEl>
                                        <p:attrNameLst>
                                          <p:attrName>ppt_y</p:attrName>
                                        </p:attrNameLst>
                                      </p:cBhvr>
                                      <p:tavLst>
                                        <p:tav tm="0">
                                          <p:val>
                                            <p:strVal val="#ppt_y"/>
                                          </p:val>
                                        </p:tav>
                                        <p:tav tm="100000">
                                          <p:val>
                                            <p:strVal val="#ppt_y"/>
                                          </p:val>
                                        </p:tav>
                                      </p:tavLst>
                                    </p:anim>
                                    <p:anim calcmode="lin" valueType="num">
                                      <p:cBhvr>
                                        <p:cTn id="53"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54"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55" dur="500" tmFilter="0,0; .5, 1; 1, 1"/>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7" grpId="0" bldLvl="0" animBg="1"/>
      <p:bldP spid="12" grpId="0" bldLvl="0" animBg="1"/>
      <p:bldP spid="26" grpId="0" bldLvl="0" animBg="1"/>
      <p:bldP spid="27" grpId="0"/>
      <p:bldP spid="29" grpId="0"/>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直角三角形 10"/>
          <p:cNvSpPr/>
          <p:nvPr/>
        </p:nvSpPr>
        <p:spPr>
          <a:xfrm rot="8100000">
            <a:off x="1283635" y="4133852"/>
            <a:ext cx="6197937" cy="6197597"/>
          </a:xfrm>
          <a:prstGeom prst="rtTriangle">
            <a:avLst/>
          </a:prstGeom>
          <a:blipFill dpi="0" rotWithShape="0">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7" name="直角三角形 6"/>
          <p:cNvSpPr/>
          <p:nvPr/>
        </p:nvSpPr>
        <p:spPr>
          <a:xfrm rot="13500000" flipV="1">
            <a:off x="2701051" y="-3658558"/>
            <a:ext cx="7316717" cy="7317118"/>
          </a:xfrm>
          <a:prstGeom prst="rtTriangle">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3" name="直角三角形 2"/>
          <p:cNvSpPr/>
          <p:nvPr/>
        </p:nvSpPr>
        <p:spPr>
          <a:xfrm rot="8100000">
            <a:off x="6909309" y="4826403"/>
            <a:ext cx="4812758" cy="4812494"/>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9" name="TextBox 76"/>
          <p:cNvSpPr txBox="1"/>
          <p:nvPr/>
        </p:nvSpPr>
        <p:spPr>
          <a:xfrm>
            <a:off x="3040974" y="1672109"/>
            <a:ext cx="6758940" cy="743585"/>
          </a:xfrm>
          <a:prstGeom prst="rect">
            <a:avLst/>
          </a:prstGeom>
          <a:noFill/>
        </p:spPr>
        <p:txBody>
          <a:bodyPr wrap="none" lIns="128583" tIns="64291" rIns="128583" bIns="64291" rtlCol="0">
            <a:spAutoFit/>
          </a:bodyPr>
          <a:lstStyle/>
          <a:p>
            <a:pPr algn="ctr"/>
            <a:r>
              <a:rPr kumimoji="1" altLang="zh-CN" sz="4000" b="1" dirty="0">
                <a:solidFill>
                  <a:srgbClr val="43536A"/>
                </a:solidFill>
                <a:cs typeface="+mn-ea"/>
              </a:rPr>
              <a:t>10.1  JSP2.0表达式语言（EL）</a:t>
            </a:r>
            <a:endParaRPr kumimoji="1" altLang="zh-CN" sz="4000" b="1" dirty="0">
              <a:solidFill>
                <a:srgbClr val="43536A"/>
              </a:solidFill>
              <a:cs typeface="+mn-ea"/>
            </a:endParaRPr>
          </a:p>
        </p:txBody>
      </p:sp>
      <p:sp>
        <p:nvSpPr>
          <p:cNvPr id="10" name="直角三角形 9"/>
          <p:cNvSpPr/>
          <p:nvPr/>
        </p:nvSpPr>
        <p:spPr>
          <a:xfrm rot="13500000" flipV="1">
            <a:off x="1037730" y="-1245854"/>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ppt_x"/>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1000" fill="hold"/>
                                        <p:tgtEl>
                                          <p:spTgt spid="11"/>
                                        </p:tgtEl>
                                        <p:attrNameLst>
                                          <p:attrName>ppt_x</p:attrName>
                                        </p:attrNameLst>
                                      </p:cBhvr>
                                      <p:tavLst>
                                        <p:tav tm="0">
                                          <p:val>
                                            <p:strVal val="#ppt_x"/>
                                          </p:val>
                                        </p:tav>
                                        <p:tav tm="100000">
                                          <p:val>
                                            <p:strVal val="#ppt_x"/>
                                          </p:val>
                                        </p:tav>
                                      </p:tavLst>
                                    </p:anim>
                                    <p:anim calcmode="lin" valueType="num">
                                      <p:cBhvr additive="base">
                                        <p:cTn id="14" dur="10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ppt_x"/>
                                          </p:val>
                                        </p:tav>
                                        <p:tav tm="100000">
                                          <p:val>
                                            <p:strVal val="#ppt_x"/>
                                          </p:val>
                                        </p:tav>
                                      </p:tavLst>
                                    </p:anim>
                                    <p:anim calcmode="lin" valueType="num">
                                      <p:cBhvr additive="base">
                                        <p:cTn id="18" dur="1000" fill="hold"/>
                                        <p:tgtEl>
                                          <p:spTgt spid="7"/>
                                        </p:tgtEl>
                                        <p:attrNameLst>
                                          <p:attrName>ppt_y</p:attrName>
                                        </p:attrNameLst>
                                      </p:cBhvr>
                                      <p:tavLst>
                                        <p:tav tm="0">
                                          <p:val>
                                            <p:strVal val="0-#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1000" fill="hold"/>
                                        <p:tgtEl>
                                          <p:spTgt spid="3"/>
                                        </p:tgtEl>
                                        <p:attrNameLst>
                                          <p:attrName>ppt_x</p:attrName>
                                        </p:attrNameLst>
                                      </p:cBhvr>
                                      <p:tavLst>
                                        <p:tav tm="0">
                                          <p:val>
                                            <p:strVal val="#ppt_x"/>
                                          </p:val>
                                        </p:tav>
                                        <p:tav tm="100000">
                                          <p:val>
                                            <p:strVal val="#ppt_x"/>
                                          </p:val>
                                        </p:tav>
                                      </p:tavLst>
                                    </p:anim>
                                    <p:anim calcmode="lin" valueType="num">
                                      <p:cBhvr additive="base">
                                        <p:cTn id="22" dur="1000" fill="hold"/>
                                        <p:tgtEl>
                                          <p:spTgt spid="3"/>
                                        </p:tgtEl>
                                        <p:attrNameLst>
                                          <p:attrName>ppt_y</p:attrName>
                                        </p:attrNameLst>
                                      </p:cBhvr>
                                      <p:tavLst>
                                        <p:tav tm="0">
                                          <p:val>
                                            <p:strVal val="1+#ppt_h/2"/>
                                          </p:val>
                                        </p:tav>
                                        <p:tav tm="100000">
                                          <p:val>
                                            <p:strVal val="#ppt_y"/>
                                          </p:val>
                                        </p:tav>
                                      </p:tavLst>
                                    </p:anim>
                                  </p:childTnLst>
                                </p:cTn>
                              </p:par>
                              <p:par>
                                <p:cTn id="23" presetID="2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P spid="3" grpId="0" animBg="1"/>
      <p:bldP spid="9" grpId="0"/>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62184" y="606069"/>
            <a:ext cx="11264801" cy="656296"/>
          </a:xfrm>
        </p:spPr>
        <p:txBody>
          <a:bodyPr/>
          <a:lstStyle/>
          <a:p>
            <a:r>
              <a:rPr dirty="0">
                <a:ea typeface="宋体" panose="02010600030101010101" pitchFamily="2" charset="-122"/>
              </a:rPr>
              <a:t>JSP2.0表达式语言（EL）</a:t>
            </a:r>
            <a:endParaRPr dirty="0">
              <a:ea typeface="宋体" panose="02010600030101010101" pitchFamily="2" charset="-122"/>
            </a:endParaRPr>
          </a:p>
        </p:txBody>
      </p:sp>
      <p:sp>
        <p:nvSpPr>
          <p:cNvPr id="3" name="矩形 2"/>
          <p:cNvSpPr/>
          <p:nvPr/>
        </p:nvSpPr>
        <p:spPr>
          <a:xfrm>
            <a:off x="1100788" y="2104157"/>
            <a:ext cx="2436799" cy="900204"/>
          </a:xfrm>
          <a:prstGeom prst="rect">
            <a:avLst/>
          </a:prstGeom>
        </p:spPr>
        <p:txBody>
          <a:bodyPr wrap="none" lIns="91397" tIns="45699" rIns="91397" bIns="45699">
            <a:spAutoFit/>
          </a:bodyPr>
          <a:lstStyle/>
          <a:p>
            <a:pPr marL="573405" indent="-573405">
              <a:lnSpc>
                <a:spcPct val="150000"/>
              </a:lnSpc>
              <a:spcBef>
                <a:spcPct val="20000"/>
              </a:spcBef>
              <a:buClr>
                <a:srgbClr val="333399"/>
              </a:buClr>
            </a:pPr>
            <a:r>
              <a:rPr lang="zh-CN" altLang="en-US" sz="3500" b="1" kern="0" dirty="0">
                <a:solidFill>
                  <a:srgbClr val="000000"/>
                </a:solidFill>
                <a:latin typeface="Arial" panose="020B0604020202020204"/>
                <a:ea typeface="楷体_GB2312" pitchFamily="1" charset="-122"/>
              </a:rPr>
              <a:t>本课任务：</a:t>
            </a:r>
            <a:endParaRPr lang="zh-CN" altLang="en-US" sz="3500" b="1" kern="0" dirty="0">
              <a:solidFill>
                <a:srgbClr val="000000"/>
              </a:solidFill>
              <a:latin typeface="Arial" panose="020B0604020202020204"/>
              <a:ea typeface="楷体_GB2312" pitchFamily="1" charset="-122"/>
            </a:endParaRPr>
          </a:p>
        </p:txBody>
      </p:sp>
      <p:sp>
        <p:nvSpPr>
          <p:cNvPr id="6" name="Rectangle 3"/>
          <p:cNvSpPr txBox="1">
            <a:spLocks noChangeArrowheads="1"/>
          </p:cNvSpPr>
          <p:nvPr/>
        </p:nvSpPr>
        <p:spPr bwMode="auto">
          <a:xfrm>
            <a:off x="3537674" y="2330723"/>
            <a:ext cx="8353425"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0625"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665"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70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marL="457200" indent="-457200">
              <a:lnSpc>
                <a:spcPct val="90000"/>
              </a:lnSpc>
            </a:pPr>
            <a:r>
              <a:rPr lang="en-US" altLang="zh-CN" sz="2800" dirty="0">
                <a:ea typeface="宋体" panose="02010600030101010101" pitchFamily="2" charset="-122"/>
                <a:sym typeface="+mn-ea"/>
              </a:rPr>
              <a:t>JSP2.0</a:t>
            </a:r>
            <a:r>
              <a:rPr lang="zh-CN" altLang="en-US" sz="2800" dirty="0">
                <a:ea typeface="宋体" panose="02010600030101010101" pitchFamily="2" charset="-122"/>
                <a:sym typeface="+mn-ea"/>
              </a:rPr>
              <a:t>表达式语言（</a:t>
            </a:r>
            <a:r>
              <a:rPr lang="en-US" altLang="zh-CN" sz="2800" dirty="0">
                <a:ea typeface="宋体" panose="02010600030101010101" pitchFamily="2" charset="-122"/>
                <a:sym typeface="+mn-ea"/>
              </a:rPr>
              <a:t>EL</a:t>
            </a:r>
            <a:r>
              <a:rPr lang="zh-CN" altLang="en-US" sz="2800" dirty="0">
                <a:ea typeface="宋体" panose="02010600030101010101" pitchFamily="2" charset="-122"/>
                <a:sym typeface="+mn-ea"/>
              </a:rPr>
              <a:t>） </a:t>
            </a:r>
            <a:endParaRPr lang="zh-CN" altLang="en-US" sz="2800" dirty="0">
              <a:ea typeface="宋体" panose="02010600030101010101" pitchFamily="2" charset="-122"/>
            </a:endParaRPr>
          </a:p>
          <a:p>
            <a:pPr marL="1075055" lvl="1" indent="-533400">
              <a:lnSpc>
                <a:spcPct val="90000"/>
              </a:lnSpc>
            </a:pPr>
            <a:r>
              <a:rPr lang="zh-CN" altLang="en-US" sz="2800" dirty="0">
                <a:ea typeface="宋体" panose="02010600030101010101" pitchFamily="2" charset="-122"/>
                <a:sym typeface="+mn-ea"/>
              </a:rPr>
              <a:t>表达式语言简介 </a:t>
            </a:r>
            <a:endParaRPr lang="zh-CN" altLang="en-US" sz="2800" dirty="0">
              <a:ea typeface="宋体" panose="02010600030101010101" pitchFamily="2" charset="-122"/>
            </a:endParaRPr>
          </a:p>
          <a:p>
            <a:pPr marL="1075055" lvl="1" indent="-533400">
              <a:lnSpc>
                <a:spcPct val="90000"/>
              </a:lnSpc>
            </a:pPr>
            <a:r>
              <a:rPr lang="zh-CN" altLang="en-US" sz="2800" dirty="0">
                <a:ea typeface="宋体" panose="02010600030101010101" pitchFamily="2" charset="-122"/>
                <a:sym typeface="+mn-ea"/>
              </a:rPr>
              <a:t>表达式语言的使用 </a:t>
            </a:r>
            <a:endParaRPr lang="zh-CN" altLang="en-US" sz="2800" dirty="0">
              <a:ea typeface="宋体" panose="02010600030101010101" pitchFamily="2" charset="-122"/>
            </a:endParaRPr>
          </a:p>
          <a:p>
            <a:pPr marL="1075055" lvl="1" indent="-533400">
              <a:lnSpc>
                <a:spcPct val="90000"/>
              </a:lnSpc>
            </a:pPr>
            <a:r>
              <a:rPr lang="zh-CN" altLang="en-US" sz="2800" dirty="0">
                <a:ea typeface="宋体" panose="02010600030101010101" pitchFamily="2" charset="-122"/>
                <a:sym typeface="+mn-ea"/>
              </a:rPr>
              <a:t>访问对象属性和集合 </a:t>
            </a:r>
            <a:endParaRPr lang="zh-CN" altLang="en-US" sz="2800" dirty="0">
              <a:ea typeface="宋体" panose="02010600030101010101" pitchFamily="2" charset="-122"/>
            </a:endParaRPr>
          </a:p>
          <a:p>
            <a:pPr marL="1075055" lvl="1" indent="-533400">
              <a:lnSpc>
                <a:spcPct val="90000"/>
              </a:lnSpc>
            </a:pPr>
            <a:r>
              <a:rPr lang="zh-CN" altLang="en-US" sz="2800" dirty="0">
                <a:ea typeface="宋体" panose="02010600030101010101" pitchFamily="2" charset="-122"/>
                <a:sym typeface="+mn-ea"/>
              </a:rPr>
              <a:t>隐含对象 </a:t>
            </a:r>
            <a:endParaRPr 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62184" y="606069"/>
            <a:ext cx="11264801" cy="656296"/>
          </a:xfrm>
        </p:spPr>
        <p:txBody>
          <a:bodyPr/>
          <a:lstStyle/>
          <a:p>
            <a:r>
              <a:rPr dirty="0">
                <a:ea typeface="宋体" panose="02010600030101010101" pitchFamily="2" charset="-122"/>
                <a:sym typeface="+mn-ea"/>
              </a:rPr>
              <a:t>JSP2.0表达式语言（EL）</a:t>
            </a:r>
            <a:endParaRPr lang="zh-CN" altLang="en-US" dirty="0">
              <a:ea typeface="宋体" panose="02010600030101010101" pitchFamily="2" charset="-122"/>
            </a:endParaRPr>
          </a:p>
        </p:txBody>
      </p:sp>
      <p:sp>
        <p:nvSpPr>
          <p:cNvPr id="6147" name="Rectangle 3"/>
          <p:cNvSpPr>
            <a:spLocks noGrp="1" noChangeArrowheads="1"/>
          </p:cNvSpPr>
          <p:nvPr>
            <p:ph type="body" idx="1"/>
          </p:nvPr>
        </p:nvSpPr>
        <p:spPr>
          <a:xfrm>
            <a:off x="832696" y="1744117"/>
            <a:ext cx="12280552" cy="3026998"/>
          </a:xfrm>
        </p:spPr>
        <p:txBody>
          <a:bodyPr/>
          <a:lstStyle/>
          <a:p>
            <a:pPr marL="573405" indent="-573405">
              <a:lnSpc>
                <a:spcPct val="150000"/>
              </a:lnSpc>
              <a:buNone/>
            </a:pPr>
            <a:r>
              <a:rPr lang="zh-CN" altLang="en-US" b="1" dirty="0">
                <a:ea typeface="楷体_GB2312" pitchFamily="1" charset="-122"/>
              </a:rPr>
              <a:t>教学要求</a:t>
            </a:r>
            <a:endParaRPr lang="zh-CN" altLang="en-US" b="1" dirty="0">
              <a:ea typeface="楷体_GB2312" pitchFamily="1" charset="-122"/>
            </a:endParaRPr>
          </a:p>
          <a:p>
            <a:pPr marL="457200" indent="-457200">
              <a:lnSpc>
                <a:spcPct val="150000"/>
              </a:lnSpc>
              <a:buNone/>
            </a:pPr>
            <a:r>
              <a:rPr lang="en-US" altLang="zh-CN" sz="2400" dirty="0">
                <a:ea typeface="宋体" panose="02010600030101010101" pitchFamily="2" charset="-122"/>
                <a:sym typeface="+mn-ea"/>
              </a:rPr>
              <a:t>1</a:t>
            </a:r>
            <a:r>
              <a:rPr lang="zh-CN" altLang="en-US" sz="2400" dirty="0">
                <a:ea typeface="宋体" panose="02010600030101010101" pitchFamily="2" charset="-122"/>
                <a:sym typeface="+mn-ea"/>
              </a:rPr>
              <a:t>．掌握：</a:t>
            </a:r>
            <a:r>
              <a:rPr lang="en-US" altLang="zh-CN" sz="2400" dirty="0">
                <a:ea typeface="宋体" panose="02010600030101010101" pitchFamily="2" charset="-122"/>
                <a:sym typeface="+mn-ea"/>
              </a:rPr>
              <a:t>EL</a:t>
            </a:r>
            <a:r>
              <a:rPr lang="zh-CN" altLang="en-US" sz="2400" dirty="0">
                <a:ea typeface="宋体" panose="02010600030101010101" pitchFamily="2" charset="-122"/>
                <a:sym typeface="+mn-ea"/>
              </a:rPr>
              <a:t>表达式运算符、</a:t>
            </a:r>
            <a:r>
              <a:rPr lang="en-US" altLang="zh-CN" sz="2400" dirty="0">
                <a:ea typeface="宋体" panose="02010600030101010101" pitchFamily="2" charset="-122"/>
                <a:sym typeface="+mn-ea"/>
              </a:rPr>
              <a:t>EL</a:t>
            </a:r>
            <a:r>
              <a:rPr lang="zh-CN" altLang="en-US" sz="2400" dirty="0">
                <a:ea typeface="宋体" panose="02010600030101010101" pitchFamily="2" charset="-122"/>
                <a:sym typeface="+mn-ea"/>
              </a:rPr>
              <a:t>隐含对象</a:t>
            </a:r>
            <a:endParaRPr lang="zh-CN" altLang="en-US" sz="2400" dirty="0">
              <a:ea typeface="宋体" panose="02010600030101010101" pitchFamily="2" charset="-122"/>
            </a:endParaRPr>
          </a:p>
          <a:p>
            <a:pPr marL="457200" indent="-457200">
              <a:lnSpc>
                <a:spcPct val="150000"/>
              </a:lnSpc>
              <a:buNone/>
            </a:pPr>
            <a:r>
              <a:rPr lang="en-US" altLang="zh-CN" sz="2400" dirty="0">
                <a:ea typeface="宋体" panose="02010600030101010101" pitchFamily="2" charset="-122"/>
                <a:sym typeface="+mn-ea"/>
              </a:rPr>
              <a:t>2</a:t>
            </a:r>
            <a:r>
              <a:rPr lang="zh-CN" altLang="en-US" sz="2400" dirty="0">
                <a:ea typeface="宋体" panose="02010600030101010101" pitchFamily="2" charset="-122"/>
                <a:sym typeface="+mn-ea"/>
              </a:rPr>
              <a:t>．理解：</a:t>
            </a:r>
            <a:r>
              <a:rPr lang="en-US" altLang="zh-CN" sz="2400" dirty="0">
                <a:ea typeface="宋体" panose="02010600030101010101" pitchFamily="2" charset="-122"/>
                <a:sym typeface="+mn-ea"/>
              </a:rPr>
              <a:t>EL</a:t>
            </a:r>
            <a:r>
              <a:rPr lang="zh-CN" altLang="en-US" sz="2400" dirty="0">
                <a:ea typeface="宋体" panose="02010600030101010101" pitchFamily="2" charset="-122"/>
                <a:sym typeface="+mn-ea"/>
              </a:rPr>
              <a:t>中定义使用函数 </a:t>
            </a:r>
            <a:endParaRPr lang="zh-CN" altLang="en-US" sz="2400" dirty="0">
              <a:ea typeface="宋体" panose="02010600030101010101" pitchFamily="2" charset="-122"/>
            </a:endParaRPr>
          </a:p>
          <a:p>
            <a:pPr marL="457200" indent="-457200">
              <a:lnSpc>
                <a:spcPct val="150000"/>
              </a:lnSpc>
              <a:buNone/>
            </a:pPr>
            <a:r>
              <a:rPr lang="en-US" altLang="zh-CN" sz="2400" dirty="0">
                <a:ea typeface="宋体" panose="02010600030101010101" pitchFamily="2" charset="-122"/>
                <a:sym typeface="+mn-ea"/>
              </a:rPr>
              <a:t>3</a:t>
            </a:r>
            <a:r>
              <a:rPr lang="zh-CN" altLang="en-US" sz="2400" dirty="0">
                <a:ea typeface="宋体" panose="02010600030101010101" pitchFamily="2" charset="-122"/>
                <a:sym typeface="+mn-ea"/>
              </a:rPr>
              <a:t>．了解：</a:t>
            </a:r>
            <a:r>
              <a:rPr lang="en-US" altLang="zh-CN" sz="2400" dirty="0">
                <a:ea typeface="宋体" panose="02010600030101010101" pitchFamily="2" charset="-122"/>
                <a:sym typeface="+mn-ea"/>
              </a:rPr>
              <a:t>EL</a:t>
            </a:r>
            <a:r>
              <a:rPr lang="zh-CN" altLang="en-US" sz="2400" dirty="0">
                <a:ea typeface="宋体" panose="02010600030101010101" pitchFamily="2" charset="-122"/>
                <a:sym typeface="+mn-ea"/>
              </a:rPr>
              <a:t>表达式特点</a:t>
            </a:r>
            <a:endParaRPr lang="zh-CN" altLang="en-US" sz="24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7169"/>
          <p:cNvSpPr>
            <a:spLocks noGrp="1"/>
          </p:cNvSpPr>
          <p:nvPr>
            <p:ph type="title"/>
          </p:nvPr>
        </p:nvSpPr>
        <p:spPr>
          <a:xfrm>
            <a:off x="2233768" y="579282"/>
            <a:ext cx="8448137" cy="656296"/>
          </a:xfrm>
        </p:spPr>
        <p:txBody>
          <a:bodyPr anchor="ctr"/>
          <a:lstStyle/>
          <a:p>
            <a:r>
              <a:rPr lang="zh-CN" altLang="en-US" dirty="0" smtClean="0">
                <a:ea typeface="宋体" panose="02010600030101010101" pitchFamily="2" charset="-122"/>
                <a:sym typeface="+mn-ea"/>
              </a:rPr>
              <a:t>授课任务</a:t>
            </a:r>
            <a:endParaRPr lang="zh-CN" altLang="en-US" dirty="0">
              <a:ea typeface="宋体" panose="02010600030101010101" pitchFamily="2" charset="-122"/>
            </a:endParaRPr>
          </a:p>
        </p:txBody>
      </p:sp>
      <p:sp>
        <p:nvSpPr>
          <p:cNvPr id="7171" name="文本占位符 7170"/>
          <p:cNvSpPr>
            <a:spLocks noGrp="1"/>
          </p:cNvSpPr>
          <p:nvPr>
            <p:ph type="body" idx="1"/>
          </p:nvPr>
        </p:nvSpPr>
        <p:spPr>
          <a:xfrm>
            <a:off x="759571" y="1627058"/>
            <a:ext cx="8451485" cy="532403"/>
          </a:xfrm>
        </p:spPr>
        <p:txBody>
          <a:bodyPr/>
          <a:lstStyle/>
          <a:p>
            <a:r>
              <a:rPr lang="zh-CN" altLang="en-US" dirty="0">
                <a:ea typeface="宋体" panose="02010600030101010101" pitchFamily="2" charset="-122"/>
              </a:rPr>
              <a:t>表达式语言简介 </a:t>
            </a:r>
            <a:endParaRPr lang="zh-CN" altLang="en-US" dirty="0">
              <a:ea typeface="宋体" panose="02010600030101010101" pitchFamily="2" charset="-122"/>
            </a:endParaRPr>
          </a:p>
        </p:txBody>
      </p:sp>
      <p:sp>
        <p:nvSpPr>
          <p:cNvPr id="2" name="矩形 1"/>
          <p:cNvSpPr/>
          <p:nvPr/>
        </p:nvSpPr>
        <p:spPr>
          <a:xfrm>
            <a:off x="1513840" y="2320291"/>
            <a:ext cx="9831705" cy="3784600"/>
          </a:xfrm>
          <a:prstGeom prst="rect">
            <a:avLst/>
          </a:prstGeom>
          <a:noFill/>
          <a:ln w="9525">
            <a:noFill/>
          </a:ln>
        </p:spPr>
        <p:txBody>
          <a:bodyPr wrap="square" anchor="ctr">
            <a:spAutoFit/>
          </a:bodyPr>
          <a:lstStyle/>
          <a:p>
            <a:pPr>
              <a:lnSpc>
                <a:spcPct val="200000"/>
              </a:lnSpc>
            </a:pPr>
            <a:r>
              <a:rPr lang="en-US" altLang="zh-CN" sz="2400" dirty="0">
                <a:ea typeface="宋体" panose="02010600030101010101" pitchFamily="2" charset="-122"/>
              </a:rPr>
              <a:t>EL</a:t>
            </a:r>
            <a:r>
              <a:rPr lang="zh-CN" altLang="en-US" sz="2400" dirty="0">
                <a:ea typeface="宋体" panose="02010600030101010101" pitchFamily="2" charset="-122"/>
              </a:rPr>
              <a:t>（</a:t>
            </a:r>
            <a:r>
              <a:rPr lang="en-US" altLang="zh-CN" sz="2400" dirty="0">
                <a:ea typeface="宋体" panose="02010600030101010101" pitchFamily="2" charset="-122"/>
              </a:rPr>
              <a:t>Expression Language</a:t>
            </a:r>
            <a:r>
              <a:rPr lang="zh-CN" altLang="en-US" sz="2400" dirty="0">
                <a:ea typeface="宋体" panose="02010600030101010101" pitchFamily="2" charset="-122"/>
              </a:rPr>
              <a:t>）是表达式语言的英文缩写，结合了</a:t>
            </a:r>
            <a:r>
              <a:rPr lang="en-US" altLang="zh-CN" sz="2400" dirty="0">
                <a:ea typeface="宋体" panose="02010600030101010101" pitchFamily="2" charset="-122"/>
              </a:rPr>
              <a:t>ECMAScript</a:t>
            </a:r>
            <a:r>
              <a:rPr lang="zh-CN" altLang="en-US" sz="2400" dirty="0">
                <a:ea typeface="宋体" panose="02010600030101010101" pitchFamily="2" charset="-122"/>
              </a:rPr>
              <a:t>和</a:t>
            </a:r>
            <a:r>
              <a:rPr lang="en-US" altLang="zh-CN" sz="2400" dirty="0">
                <a:ea typeface="宋体" panose="02010600030101010101" pitchFamily="2" charset="-122"/>
              </a:rPr>
              <a:t>XPath </a:t>
            </a:r>
            <a:r>
              <a:rPr lang="zh-CN" altLang="en-US" sz="2400" dirty="0">
                <a:ea typeface="宋体" panose="02010600030101010101" pitchFamily="2" charset="-122"/>
              </a:rPr>
              <a:t>表达式语言的特点，使页面设计者无需掌握复杂的编程语言就可以方便的访问和使用</a:t>
            </a:r>
            <a:r>
              <a:rPr lang="en-US" altLang="zh-CN" sz="2400" dirty="0">
                <a:ea typeface="宋体" panose="02010600030101010101" pitchFamily="2" charset="-122"/>
              </a:rPr>
              <a:t>Web</a:t>
            </a:r>
            <a:r>
              <a:rPr lang="zh-CN" altLang="en-US" sz="2400" dirty="0">
                <a:ea typeface="宋体" panose="02010600030101010101" pitchFamily="2" charset="-122"/>
              </a:rPr>
              <a:t>应用数据。</a:t>
            </a:r>
            <a:r>
              <a:rPr lang="en-US" altLang="zh-CN" sz="2400" dirty="0">
                <a:ea typeface="宋体" panose="02010600030101010101" pitchFamily="2" charset="-122"/>
              </a:rPr>
              <a:t>EL</a:t>
            </a:r>
            <a:r>
              <a:rPr lang="zh-CN" altLang="en-US" sz="2400" dirty="0">
                <a:ea typeface="宋体" panose="02010600030101010101" pitchFamily="2" charset="-122"/>
              </a:rPr>
              <a:t>最初是在</a:t>
            </a:r>
            <a:r>
              <a:rPr lang="en-US" altLang="zh-CN" sz="2400" dirty="0">
                <a:ea typeface="宋体" panose="02010600030101010101" pitchFamily="2" charset="-122"/>
              </a:rPr>
              <a:t>JSTL 1.0</a:t>
            </a:r>
            <a:r>
              <a:rPr lang="zh-CN" altLang="en-US" sz="2400" dirty="0">
                <a:ea typeface="宋体" panose="02010600030101010101" pitchFamily="2" charset="-122"/>
              </a:rPr>
              <a:t>中（基于</a:t>
            </a:r>
            <a:r>
              <a:rPr lang="en-US" altLang="zh-CN" sz="2400" dirty="0">
                <a:ea typeface="宋体" panose="02010600030101010101" pitchFamily="2" charset="-122"/>
              </a:rPr>
              <a:t>JSP 1.2</a:t>
            </a:r>
            <a:r>
              <a:rPr lang="zh-CN" altLang="en-US" sz="2400" dirty="0">
                <a:ea typeface="宋体" panose="02010600030101010101" pitchFamily="2" charset="-122"/>
              </a:rPr>
              <a:t>）定义的，随着其逐渐被广泛使用，</a:t>
            </a:r>
            <a:r>
              <a:rPr lang="en-US" altLang="zh-CN" sz="2400" dirty="0">
                <a:ea typeface="宋体" panose="02010600030101010101" pitchFamily="2" charset="-122"/>
              </a:rPr>
              <a:t>EL</a:t>
            </a:r>
            <a:r>
              <a:rPr lang="zh-CN" altLang="en-US" sz="2400" dirty="0">
                <a:ea typeface="宋体" panose="02010600030101010101" pitchFamily="2" charset="-122"/>
              </a:rPr>
              <a:t>成为了</a:t>
            </a:r>
            <a:r>
              <a:rPr lang="en-US" altLang="zh-CN" sz="2400" dirty="0">
                <a:ea typeface="宋体" panose="02010600030101010101" pitchFamily="2" charset="-122"/>
              </a:rPr>
              <a:t>JSP</a:t>
            </a:r>
            <a:r>
              <a:rPr lang="zh-CN" altLang="en-US" sz="2400" dirty="0">
                <a:ea typeface="宋体" panose="02010600030101010101" pitchFamily="2" charset="-122"/>
              </a:rPr>
              <a:t>规范（</a:t>
            </a:r>
            <a:r>
              <a:rPr lang="en-US" altLang="zh-CN" sz="2400" dirty="0">
                <a:ea typeface="宋体" panose="02010600030101010101" pitchFamily="2" charset="-122"/>
              </a:rPr>
              <a:t>JSP 2.0/JSTL 1.1</a:t>
            </a:r>
            <a:r>
              <a:rPr lang="zh-CN" altLang="en-US" sz="2400" dirty="0">
                <a:ea typeface="宋体" panose="02010600030101010101" pitchFamily="2" charset="-122"/>
              </a:rPr>
              <a:t>）的一部分，而不仅仅只作为</a:t>
            </a:r>
            <a:r>
              <a:rPr lang="en-US" altLang="zh-CN" sz="2400" dirty="0">
                <a:ea typeface="宋体" panose="02010600030101010101" pitchFamily="2" charset="-122"/>
              </a:rPr>
              <a:t>JSTL</a:t>
            </a:r>
            <a:r>
              <a:rPr lang="zh-CN" altLang="en-US" sz="2400" dirty="0">
                <a:ea typeface="宋体" panose="02010600030101010101" pitchFamily="2" charset="-122"/>
              </a:rPr>
              <a:t>的属性。</a:t>
            </a:r>
            <a:endParaRPr lang="zh-CN" altLang="en-US" sz="2400" dirty="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350477" y="622812"/>
            <a:ext cx="6268297" cy="594350"/>
          </a:xfrm>
        </p:spPr>
        <p:txBody>
          <a:bodyPr anchor="ctr"/>
          <a:lstStyle/>
          <a:p>
            <a:r>
              <a:rPr lang="en-US" altLang="zh-CN" dirty="0">
                <a:ea typeface="宋体" panose="02010600030101010101" pitchFamily="2" charset="-122"/>
              </a:rPr>
              <a:t>JSP2.0</a:t>
            </a:r>
            <a:r>
              <a:rPr lang="zh-CN" altLang="en-US" dirty="0">
                <a:ea typeface="宋体" panose="02010600030101010101" pitchFamily="2" charset="-122"/>
              </a:rPr>
              <a:t>表达式语言（</a:t>
            </a:r>
            <a:r>
              <a:rPr lang="en-US" altLang="zh-CN" dirty="0">
                <a:ea typeface="宋体" panose="02010600030101010101" pitchFamily="2" charset="-122"/>
              </a:rPr>
              <a:t>EL</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8195" name="文本占位符 8194"/>
          <p:cNvSpPr>
            <a:spLocks noGrp="1"/>
          </p:cNvSpPr>
          <p:nvPr>
            <p:ph type="body" idx="1"/>
          </p:nvPr>
        </p:nvSpPr>
        <p:spPr>
          <a:xfrm>
            <a:off x="1087120" y="1509395"/>
            <a:ext cx="10584180" cy="5304155"/>
          </a:xfrm>
        </p:spPr>
        <p:txBody>
          <a:bodyPr/>
          <a:lstStyle/>
          <a:p>
            <a:r>
              <a:rPr lang="zh-CN" altLang="en-US" dirty="0">
                <a:ea typeface="宋体" panose="02010600030101010101" pitchFamily="2" charset="-122"/>
              </a:rPr>
              <a:t>表达式语言的使用</a:t>
            </a:r>
            <a:endParaRPr lang="zh-CN" altLang="en-US" dirty="0">
              <a:ea typeface="宋体" panose="02010600030101010101" pitchFamily="2" charset="-122"/>
            </a:endParaRPr>
          </a:p>
          <a:p>
            <a:pPr>
              <a:buNone/>
            </a:pPr>
            <a:r>
              <a:rPr lang="en-US" altLang="zh-CN" sz="2530" dirty="0">
                <a:ea typeface="宋体" panose="02010600030101010101" pitchFamily="2" charset="-122"/>
              </a:rPr>
              <a:t>	</a:t>
            </a:r>
            <a:endParaRPr lang="en-US" altLang="zh-CN" sz="2530" dirty="0">
              <a:ea typeface="宋体" panose="02010600030101010101" pitchFamily="2" charset="-122"/>
            </a:endParaRPr>
          </a:p>
          <a:p>
            <a:pPr>
              <a:buNone/>
            </a:pPr>
            <a:r>
              <a:rPr lang="en-US" altLang="zh-CN" sz="2530" dirty="0">
                <a:ea typeface="宋体" panose="02010600030101010101" pitchFamily="2" charset="-122"/>
              </a:rPr>
              <a:t>     </a:t>
            </a:r>
            <a:r>
              <a:rPr lang="en-US" altLang="zh-CN" sz="2400" dirty="0">
                <a:ea typeface="宋体" panose="02010600030101010101" pitchFamily="2" charset="-122"/>
              </a:rPr>
              <a:t>EL</a:t>
            </a:r>
            <a:r>
              <a:rPr lang="zh-CN" altLang="en-US" sz="2400" dirty="0">
                <a:ea typeface="宋体" panose="02010600030101010101" pitchFamily="2" charset="-122"/>
              </a:rPr>
              <a:t>表示方法很简单，其语法如下：</a:t>
            </a:r>
            <a:endParaRPr lang="zh-CN" altLang="en-US" sz="2400" dirty="0">
              <a:ea typeface="宋体" panose="02010600030101010101" pitchFamily="2" charset="-122"/>
            </a:endParaRPr>
          </a:p>
          <a:p>
            <a:pPr>
              <a:lnSpc>
                <a:spcPct val="200000"/>
              </a:lnSpc>
              <a:buNone/>
            </a:pPr>
            <a:r>
              <a:rPr lang="en-US" altLang="zh-CN" sz="2400" dirty="0">
                <a:ea typeface="宋体" panose="02010600030101010101" pitchFamily="2" charset="-122"/>
              </a:rPr>
              <a:t>	${expression}</a:t>
            </a:r>
            <a:endParaRPr lang="en-US" altLang="zh-CN" sz="2400" dirty="0">
              <a:ea typeface="宋体" panose="02010600030101010101" pitchFamily="2" charset="-122"/>
            </a:endParaRPr>
          </a:p>
          <a:p>
            <a:pPr>
              <a:lnSpc>
                <a:spcPct val="200000"/>
              </a:lnSpc>
              <a:buNone/>
            </a:pPr>
            <a:r>
              <a:rPr lang="en-US" altLang="zh-CN" sz="2400" dirty="0">
                <a:ea typeface="宋体" panose="02010600030101010101" pitchFamily="2" charset="-122"/>
              </a:rPr>
              <a:t>	JSP</a:t>
            </a:r>
            <a:r>
              <a:rPr lang="zh-CN" altLang="en-US" sz="2400" dirty="0">
                <a:ea typeface="宋体" panose="02010600030101010101" pitchFamily="2" charset="-122"/>
              </a:rPr>
              <a:t>容器会对</a:t>
            </a:r>
            <a:r>
              <a:rPr lang="en-US" altLang="zh-CN" sz="2400" dirty="0">
                <a:ea typeface="宋体" panose="02010600030101010101" pitchFamily="2" charset="-122"/>
              </a:rPr>
              <a:t>EL</a:t>
            </a:r>
            <a:r>
              <a:rPr lang="zh-CN" altLang="en-US" sz="2400" dirty="0">
                <a:ea typeface="宋体" panose="02010600030101010101" pitchFamily="2" charset="-122"/>
              </a:rPr>
              <a:t>语句中的表达式（</a:t>
            </a:r>
            <a:r>
              <a:rPr lang="en-US" altLang="zh-CN" sz="2400" dirty="0">
                <a:ea typeface="宋体" panose="02010600030101010101" pitchFamily="2" charset="-122"/>
              </a:rPr>
              <a:t>expression</a:t>
            </a:r>
            <a:r>
              <a:rPr lang="zh-CN" altLang="en-US" sz="2400" dirty="0">
                <a:ea typeface="宋体" panose="02010600030101010101" pitchFamily="2" charset="-122"/>
              </a:rPr>
              <a:t>）进行取值，其结果根据</a:t>
            </a:r>
            <a:r>
              <a:rPr lang="en-US" altLang="zh-CN" sz="2400" dirty="0">
                <a:ea typeface="宋体" panose="02010600030101010101" pitchFamily="2" charset="-122"/>
              </a:rPr>
              <a:t>EL</a:t>
            </a:r>
            <a:r>
              <a:rPr lang="zh-CN" altLang="en-US" sz="2400" dirty="0">
                <a:ea typeface="宋体" panose="02010600030101010101" pitchFamily="2" charset="-122"/>
              </a:rPr>
              <a:t>语句在页面中的位置直接输出或者作为标签的属性值。 </a:t>
            </a:r>
            <a:endParaRPr lang="zh-CN" altLang="en-US" sz="2400" dirty="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9217"/>
          <p:cNvSpPr>
            <a:spLocks noGrp="1"/>
          </p:cNvSpPr>
          <p:nvPr>
            <p:ph type="title"/>
          </p:nvPr>
        </p:nvSpPr>
        <p:spPr/>
        <p:txBody>
          <a:bodyPr anchor="ctr"/>
          <a:lstStyle/>
          <a:p>
            <a:r>
              <a:rPr lang="en-US" altLang="zh-CN" dirty="0">
                <a:ea typeface="宋体" panose="02010600030101010101" pitchFamily="2" charset="-122"/>
              </a:rPr>
              <a:t> JSP2.0</a:t>
            </a:r>
            <a:r>
              <a:rPr lang="zh-CN" altLang="en-US" dirty="0">
                <a:ea typeface="宋体" panose="02010600030101010101" pitchFamily="2" charset="-122"/>
              </a:rPr>
              <a:t>表达式语言（</a:t>
            </a:r>
            <a:r>
              <a:rPr lang="en-US" altLang="zh-CN" dirty="0">
                <a:ea typeface="宋体" panose="02010600030101010101" pitchFamily="2" charset="-122"/>
              </a:rPr>
              <a:t>EL</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9219" name="文本占位符 9218"/>
          <p:cNvSpPr>
            <a:spLocks noGrp="1"/>
          </p:cNvSpPr>
          <p:nvPr>
            <p:ph type="body" sz="half" idx="1"/>
          </p:nvPr>
        </p:nvSpPr>
        <p:spPr>
          <a:xfrm>
            <a:off x="840740" y="1532255"/>
            <a:ext cx="10179685" cy="1946910"/>
          </a:xfrm>
        </p:spPr>
        <p:txBody>
          <a:bodyPr/>
          <a:lstStyle/>
          <a:p>
            <a:pPr>
              <a:buClr>
                <a:schemeClr val="tx2"/>
              </a:buClr>
              <a:buSzTx/>
              <a:buFont typeface="Wingdings" panose="05000000000000000000" pitchFamily="2" charset="2"/>
            </a:pPr>
            <a:r>
              <a:rPr lang="zh-CN" altLang="en-US" sz="3600" dirty="0">
                <a:ea typeface="宋体" panose="02010600030101010101" pitchFamily="2" charset="-122"/>
              </a:rPr>
              <a:t>表达式语言的使用</a:t>
            </a:r>
            <a:endParaRPr lang="zh-CN" altLang="en-US" sz="3600" dirty="0">
              <a:ea typeface="宋体" panose="02010600030101010101" pitchFamily="2" charset="-122"/>
            </a:endParaRPr>
          </a:p>
          <a:p>
            <a:pPr>
              <a:lnSpc>
                <a:spcPct val="200000"/>
              </a:lnSpc>
              <a:buClr>
                <a:schemeClr val="tx2"/>
              </a:buClr>
              <a:buSzTx/>
              <a:buFont typeface="Wingdings" panose="05000000000000000000" pitchFamily="2" charset="2"/>
              <a:buNone/>
            </a:pPr>
            <a:r>
              <a:rPr lang="en-US" altLang="zh-CN" sz="1685" dirty="0">
                <a:ea typeface="宋体" panose="02010600030101010101" pitchFamily="2" charset="-122"/>
              </a:rPr>
              <a:t>	</a:t>
            </a:r>
            <a:r>
              <a:rPr lang="en-US" altLang="zh-CN" sz="2000" dirty="0">
                <a:ea typeface="宋体" panose="02010600030101010101" pitchFamily="2" charset="-122"/>
              </a:rPr>
              <a:t>1. </a:t>
            </a:r>
            <a:r>
              <a:rPr lang="zh-CN" altLang="en-US" sz="2000" dirty="0">
                <a:ea typeface="宋体" panose="02010600030101010101" pitchFamily="2" charset="-122"/>
              </a:rPr>
              <a:t>算术运算符</a:t>
            </a:r>
            <a:endParaRPr lang="zh-CN" altLang="en-US" sz="2000" dirty="0">
              <a:ea typeface="宋体" panose="02010600030101010101" pitchFamily="2" charset="-122"/>
            </a:endParaRPr>
          </a:p>
          <a:p>
            <a:pPr>
              <a:lnSpc>
                <a:spcPct val="200000"/>
              </a:lnSpc>
              <a:buClr>
                <a:schemeClr val="tx2"/>
              </a:buClr>
              <a:buSzTx/>
              <a:buFont typeface="Wingdings" panose="05000000000000000000" pitchFamily="2" charset="2"/>
              <a:buNone/>
            </a:pPr>
            <a:r>
              <a:rPr lang="zh-CN" altLang="en-US" sz="2000" dirty="0">
                <a:ea typeface="宋体" panose="02010600030101010101" pitchFamily="2" charset="-122"/>
              </a:rPr>
              <a:t>	算术运算符用于整数和浮点数的运算。在</a:t>
            </a:r>
            <a:r>
              <a:rPr lang="en-US" altLang="zh-CN" sz="2000" dirty="0">
                <a:ea typeface="宋体" panose="02010600030101010101" pitchFamily="2" charset="-122"/>
              </a:rPr>
              <a:t>EL</a:t>
            </a:r>
            <a:r>
              <a:rPr lang="zh-CN" altLang="en-US" sz="2000" dirty="0">
                <a:ea typeface="宋体" panose="02010600030101010101" pitchFamily="2" charset="-122"/>
              </a:rPr>
              <a:t>中定义了</a:t>
            </a:r>
            <a:r>
              <a:rPr lang="en-US" altLang="zh-CN" sz="2000" dirty="0">
                <a:ea typeface="宋体" panose="02010600030101010101" pitchFamily="2" charset="-122"/>
              </a:rPr>
              <a:t>5</a:t>
            </a:r>
            <a:r>
              <a:rPr lang="zh-CN" altLang="en-US" sz="2000" dirty="0">
                <a:ea typeface="宋体" panose="02010600030101010101" pitchFamily="2" charset="-122"/>
              </a:rPr>
              <a:t>个算术运算符，如下表所示。</a:t>
            </a:r>
            <a:endParaRPr lang="zh-CN" altLang="en-US" sz="2000" dirty="0">
              <a:ea typeface="宋体" panose="02010600030101010101" pitchFamily="2" charset="-122"/>
            </a:endParaRPr>
          </a:p>
        </p:txBody>
      </p:sp>
      <p:graphicFrame>
        <p:nvGraphicFramePr>
          <p:cNvPr id="9220" name="内容占位符 9219"/>
          <p:cNvGraphicFramePr>
            <a:graphicFrameLocks noGrp="1"/>
          </p:cNvGraphicFramePr>
          <p:nvPr>
            <p:ph sz="half" idx="2"/>
          </p:nvPr>
        </p:nvGraphicFramePr>
        <p:xfrm>
          <a:off x="3923061" y="3691666"/>
          <a:ext cx="4334510" cy="2522855"/>
        </p:xfrm>
        <a:graphic>
          <a:graphicData uri="http://schemas.openxmlformats.org/drawingml/2006/table">
            <a:tbl>
              <a:tblPr/>
              <a:tblGrid>
                <a:gridCol w="2040890"/>
                <a:gridCol w="2293620"/>
              </a:tblGrid>
              <a:tr h="39878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运算符</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含义</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6291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dirty="0">
                          <a:ea typeface="宋体" panose="02010600030101010101" pitchFamily="2" charset="-122"/>
                        </a:rPr>
                        <a:t>+</a:t>
                      </a:r>
                      <a:endParaRPr lang="en-US" altLang="zh-CN" sz="1900"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加法</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6418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dirty="0">
                          <a:ea typeface="宋体" panose="02010600030101010101" pitchFamily="2" charset="-122"/>
                        </a:rPr>
                        <a:t>-</a:t>
                      </a:r>
                      <a:endParaRPr lang="en-US" altLang="zh-CN" sz="1900"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减法</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941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a:ea typeface="宋体" panose="02010600030101010101" pitchFamily="2" charset="-122"/>
                        </a:rPr>
                        <a:t>*</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乘法</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878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dirty="0">
                          <a:ea typeface="宋体" panose="02010600030101010101" pitchFamily="2" charset="-122"/>
                        </a:rPr>
                        <a:t>/ </a:t>
                      </a:r>
                      <a:r>
                        <a:rPr lang="zh-CN" altLang="en-US" sz="1900" dirty="0">
                          <a:latin typeface="宋体" panose="02010600030101010101" pitchFamily="2" charset="-122"/>
                          <a:ea typeface="宋体" panose="02010600030101010101" pitchFamily="2" charset="-122"/>
                        </a:rPr>
                        <a:t>或</a:t>
                      </a:r>
                      <a:r>
                        <a:rPr lang="zh-CN" altLang="en-US" sz="1900" dirty="0">
                          <a:ea typeface="宋体" panose="02010600030101010101" pitchFamily="2" charset="-122"/>
                        </a:rPr>
                        <a:t> </a:t>
                      </a:r>
                      <a:r>
                        <a:rPr lang="en-US" altLang="zh-CN" sz="1900" dirty="0">
                          <a:ea typeface="宋体" panose="02010600030101010101" pitchFamily="2" charset="-122"/>
                        </a:rPr>
                        <a:t>div</a:t>
                      </a:r>
                      <a:endParaRPr lang="en-US" altLang="zh-CN" sz="1900"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除法</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878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dirty="0">
                          <a:ea typeface="宋体" panose="02010600030101010101" pitchFamily="2" charset="-122"/>
                        </a:rPr>
                        <a:t>% </a:t>
                      </a:r>
                      <a:r>
                        <a:rPr lang="zh-CN" altLang="en-US" sz="1900" dirty="0">
                          <a:latin typeface="宋体" panose="02010600030101010101" pitchFamily="2" charset="-122"/>
                          <a:ea typeface="宋体" panose="02010600030101010101" pitchFamily="2" charset="-122"/>
                        </a:rPr>
                        <a:t>或</a:t>
                      </a:r>
                      <a:r>
                        <a:rPr lang="zh-CN" altLang="en-US" sz="1900" dirty="0">
                          <a:ea typeface="宋体" panose="02010600030101010101" pitchFamily="2" charset="-122"/>
                        </a:rPr>
                        <a:t> </a:t>
                      </a:r>
                      <a:r>
                        <a:rPr lang="en-US" altLang="zh-CN" sz="1900" dirty="0">
                          <a:ea typeface="宋体" panose="02010600030101010101" pitchFamily="2" charset="-122"/>
                        </a:rPr>
                        <a:t>mod</a:t>
                      </a:r>
                      <a:endParaRPr lang="en-US" altLang="zh-CN" sz="1900"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模运算</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0241"/>
          <p:cNvSpPr>
            <a:spLocks noGrp="1"/>
          </p:cNvSpPr>
          <p:nvPr>
            <p:ph type="title"/>
          </p:nvPr>
        </p:nvSpPr>
        <p:spPr/>
        <p:txBody>
          <a:bodyPr anchor="ctr"/>
          <a:lstStyle/>
          <a:p>
            <a:r>
              <a:rPr lang="en-US" altLang="zh-CN" dirty="0">
                <a:ea typeface="宋体" panose="02010600030101010101" pitchFamily="2" charset="-122"/>
              </a:rPr>
              <a:t> JSP2.0</a:t>
            </a:r>
            <a:r>
              <a:rPr lang="zh-CN" altLang="en-US" dirty="0">
                <a:ea typeface="宋体" panose="02010600030101010101" pitchFamily="2" charset="-122"/>
              </a:rPr>
              <a:t>表达式语言（</a:t>
            </a:r>
            <a:r>
              <a:rPr lang="en-US" altLang="zh-CN" dirty="0">
                <a:ea typeface="宋体" panose="02010600030101010101" pitchFamily="2" charset="-122"/>
              </a:rPr>
              <a:t>EL</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10243" name="文本占位符 10242"/>
          <p:cNvSpPr>
            <a:spLocks noGrp="1"/>
          </p:cNvSpPr>
          <p:nvPr>
            <p:ph type="body" sz="half" idx="1"/>
          </p:nvPr>
        </p:nvSpPr>
        <p:spPr>
          <a:xfrm>
            <a:off x="699770" y="1441450"/>
            <a:ext cx="10786110" cy="2402205"/>
          </a:xfrm>
        </p:spPr>
        <p:txBody>
          <a:bodyPr/>
          <a:lstStyle/>
          <a:p>
            <a:pPr>
              <a:buClr>
                <a:schemeClr val="tx2"/>
              </a:buClr>
              <a:buSzTx/>
              <a:buFont typeface="Wingdings" panose="05000000000000000000" pitchFamily="2" charset="2"/>
            </a:pPr>
            <a:r>
              <a:rPr lang="zh-CN" altLang="en-US" dirty="0">
                <a:ea typeface="宋体" panose="02010600030101010101" pitchFamily="2" charset="-122"/>
              </a:rPr>
              <a:t>表达式语言的使用</a:t>
            </a:r>
            <a:endParaRPr lang="zh-CN" altLang="en-US" dirty="0">
              <a:ea typeface="宋体" panose="02010600030101010101" pitchFamily="2" charset="-122"/>
            </a:endParaRPr>
          </a:p>
          <a:p>
            <a:pPr>
              <a:lnSpc>
                <a:spcPct val="150000"/>
              </a:lnSpc>
              <a:buClr>
                <a:schemeClr val="tx2"/>
              </a:buClr>
              <a:buSzTx/>
              <a:buFont typeface="Wingdings" panose="05000000000000000000" pitchFamily="2" charset="2"/>
              <a:buNone/>
            </a:pPr>
            <a:r>
              <a:rPr lang="en-US" altLang="zh-CN" sz="1900" dirty="0">
                <a:ea typeface="宋体" panose="02010600030101010101" pitchFamily="2" charset="-122"/>
              </a:rPr>
              <a:t>	</a:t>
            </a:r>
            <a:r>
              <a:rPr lang="en-US" altLang="zh-CN" sz="2000" dirty="0">
                <a:ea typeface="宋体" panose="02010600030101010101" pitchFamily="2" charset="-122"/>
              </a:rPr>
              <a:t>2. </a:t>
            </a:r>
            <a:r>
              <a:rPr lang="zh-CN" altLang="en-US" sz="2000" dirty="0">
                <a:ea typeface="宋体" panose="02010600030101010101" pitchFamily="2" charset="-122"/>
              </a:rPr>
              <a:t>关系运算符</a:t>
            </a:r>
            <a:endParaRPr lang="zh-CN" altLang="en-US" sz="2000" dirty="0">
              <a:ea typeface="宋体" panose="02010600030101010101" pitchFamily="2" charset="-122"/>
            </a:endParaRPr>
          </a:p>
          <a:p>
            <a:pPr>
              <a:lnSpc>
                <a:spcPct val="150000"/>
              </a:lnSpc>
              <a:buClr>
                <a:schemeClr val="tx2"/>
              </a:buClr>
              <a:buSzTx/>
              <a:buFont typeface="Wingdings" panose="05000000000000000000" pitchFamily="2" charset="2"/>
              <a:buNone/>
            </a:pPr>
            <a:r>
              <a:rPr lang="zh-CN" altLang="en-US" sz="2000" dirty="0">
                <a:ea typeface="宋体" panose="02010600030101010101" pitchFamily="2" charset="-122"/>
              </a:rPr>
              <a:t>	关系运算符用于比较两个值之间的关系。在</a:t>
            </a:r>
            <a:r>
              <a:rPr lang="en-US" altLang="zh-CN" sz="2000" dirty="0">
                <a:ea typeface="宋体" panose="02010600030101010101" pitchFamily="2" charset="-122"/>
              </a:rPr>
              <a:t>EL</a:t>
            </a:r>
            <a:r>
              <a:rPr lang="zh-CN" altLang="en-US" sz="2000" dirty="0">
                <a:ea typeface="宋体" panose="02010600030101010101" pitchFamily="2" charset="-122"/>
              </a:rPr>
              <a:t>中共定义了</a:t>
            </a:r>
            <a:r>
              <a:rPr lang="en-US" altLang="zh-CN" sz="2000" dirty="0">
                <a:ea typeface="宋体" panose="02010600030101010101" pitchFamily="2" charset="-122"/>
              </a:rPr>
              <a:t>6</a:t>
            </a:r>
            <a:r>
              <a:rPr lang="zh-CN" altLang="en-US" sz="2000" dirty="0">
                <a:ea typeface="宋体" panose="02010600030101010101" pitchFamily="2" charset="-122"/>
              </a:rPr>
              <a:t>个关系运算符，如下表所示。</a:t>
            </a:r>
            <a:r>
              <a:rPr lang="zh-CN" altLang="en-US" sz="2530" dirty="0">
                <a:ea typeface="宋体" panose="02010600030101010101" pitchFamily="2" charset="-122"/>
              </a:rPr>
              <a:t> </a:t>
            </a:r>
            <a:endParaRPr lang="zh-CN" altLang="en-US" sz="2530" dirty="0">
              <a:ea typeface="宋体" panose="02010600030101010101" pitchFamily="2" charset="-122"/>
            </a:endParaRPr>
          </a:p>
        </p:txBody>
      </p:sp>
      <p:graphicFrame>
        <p:nvGraphicFramePr>
          <p:cNvPr id="10244" name="内容占位符 10243"/>
          <p:cNvGraphicFramePr>
            <a:graphicFrameLocks noGrp="1"/>
          </p:cNvGraphicFramePr>
          <p:nvPr>
            <p:ph sz="half" idx="2"/>
          </p:nvPr>
        </p:nvGraphicFramePr>
        <p:xfrm>
          <a:off x="5138548" y="3388630"/>
          <a:ext cx="4258945" cy="2989580"/>
        </p:xfrm>
        <a:graphic>
          <a:graphicData uri="http://schemas.openxmlformats.org/drawingml/2006/table">
            <a:tbl>
              <a:tblPr/>
              <a:tblGrid>
                <a:gridCol w="2065655"/>
                <a:gridCol w="2193290"/>
              </a:tblGrid>
              <a:tr h="40386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运算符</a:t>
                      </a:r>
                      <a:endParaRPr lang="zh-CN" altLang="en-US" sz="1900">
                        <a:latin typeface="宋体" panose="02010600030101010101" pitchFamily="2" charset="-122"/>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含义</a:t>
                      </a:r>
                      <a:endParaRPr lang="zh-CN" altLang="en-US" sz="1900">
                        <a:latin typeface="宋体" panose="02010600030101010101" pitchFamily="2" charset="-122"/>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3243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dirty="0">
                          <a:latin typeface="宋体" panose="02010600030101010101" pitchFamily="2" charset="-122"/>
                          <a:ea typeface="宋体" panose="02010600030101010101" pitchFamily="2" charset="-122"/>
                        </a:rPr>
                        <a:t>== </a:t>
                      </a:r>
                      <a:r>
                        <a:rPr lang="zh-CN" altLang="en-US" sz="1900" dirty="0">
                          <a:latin typeface="宋体" panose="02010600030101010101" pitchFamily="2" charset="-122"/>
                          <a:ea typeface="宋体" panose="02010600030101010101" pitchFamily="2" charset="-122"/>
                        </a:rPr>
                        <a:t>或</a:t>
                      </a:r>
                      <a:r>
                        <a:rPr lang="en-US" altLang="zh-CN" sz="1900" dirty="0">
                          <a:latin typeface="宋体" panose="02010600030101010101" pitchFamily="2" charset="-122"/>
                          <a:ea typeface="宋体" panose="02010600030101010101" pitchFamily="2" charset="-122"/>
                        </a:rPr>
                        <a:t>eq</a:t>
                      </a:r>
                      <a:endParaRPr lang="en-US" altLang="zh-CN" sz="1900" dirty="0">
                        <a:latin typeface="宋体" panose="02010600030101010101" pitchFamily="2" charset="-122"/>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等于</a:t>
                      </a:r>
                      <a:endParaRPr lang="zh-CN" altLang="en-US" sz="1900">
                        <a:latin typeface="宋体" panose="02010600030101010101" pitchFamily="2" charset="-122"/>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2862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dirty="0">
                          <a:latin typeface="宋体" panose="02010600030101010101" pitchFamily="2" charset="-122"/>
                          <a:ea typeface="宋体" panose="02010600030101010101" pitchFamily="2" charset="-122"/>
                        </a:rPr>
                        <a:t>!= </a:t>
                      </a:r>
                      <a:r>
                        <a:rPr lang="zh-CN" altLang="en-US" sz="1900" dirty="0">
                          <a:latin typeface="宋体" panose="02010600030101010101" pitchFamily="2" charset="-122"/>
                          <a:ea typeface="宋体" panose="02010600030101010101" pitchFamily="2" charset="-122"/>
                        </a:rPr>
                        <a:t>或</a:t>
                      </a:r>
                      <a:r>
                        <a:rPr lang="en-US" altLang="zh-CN" sz="1900" dirty="0">
                          <a:latin typeface="宋体" panose="02010600030101010101" pitchFamily="2" charset="-122"/>
                          <a:ea typeface="宋体" panose="02010600030101010101" pitchFamily="2" charset="-122"/>
                        </a:rPr>
                        <a:t>ne</a:t>
                      </a:r>
                      <a:endParaRPr lang="en-US" altLang="zh-CN" sz="1900" dirty="0">
                        <a:latin typeface="宋体" panose="02010600030101010101" pitchFamily="2" charset="-122"/>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不等于</a:t>
                      </a:r>
                      <a:endParaRPr lang="zh-CN" altLang="en-US" sz="1900">
                        <a:latin typeface="宋体" panose="02010600030101010101" pitchFamily="2" charset="-122"/>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3180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dirty="0">
                          <a:latin typeface="宋体" panose="02010600030101010101" pitchFamily="2" charset="-122"/>
                          <a:ea typeface="宋体" panose="02010600030101010101" pitchFamily="2" charset="-122"/>
                        </a:rPr>
                        <a:t>&lt; </a:t>
                      </a:r>
                      <a:r>
                        <a:rPr lang="zh-CN" altLang="en-US" sz="1900" dirty="0">
                          <a:latin typeface="宋体" panose="02010600030101010101" pitchFamily="2" charset="-122"/>
                          <a:ea typeface="宋体" panose="02010600030101010101" pitchFamily="2" charset="-122"/>
                        </a:rPr>
                        <a:t>或 </a:t>
                      </a:r>
                      <a:r>
                        <a:rPr lang="en-US" altLang="zh-CN" sz="1900" dirty="0">
                          <a:latin typeface="宋体" panose="02010600030101010101" pitchFamily="2" charset="-122"/>
                          <a:ea typeface="宋体" panose="02010600030101010101" pitchFamily="2" charset="-122"/>
                        </a:rPr>
                        <a:t>lt</a:t>
                      </a:r>
                      <a:endParaRPr lang="en-US" altLang="zh-CN" sz="1900" dirty="0">
                        <a:latin typeface="宋体" panose="02010600030101010101" pitchFamily="2" charset="-122"/>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小于</a:t>
                      </a:r>
                      <a:endParaRPr lang="zh-CN" altLang="en-US" sz="1900">
                        <a:latin typeface="宋体" panose="02010600030101010101" pitchFamily="2" charset="-122"/>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3243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dirty="0">
                          <a:latin typeface="宋体" panose="02010600030101010101" pitchFamily="2" charset="-122"/>
                          <a:ea typeface="宋体" panose="02010600030101010101" pitchFamily="2" charset="-122"/>
                        </a:rPr>
                        <a:t>&gt; </a:t>
                      </a:r>
                      <a:r>
                        <a:rPr lang="zh-CN" altLang="en-US" sz="1900" dirty="0">
                          <a:latin typeface="宋体" panose="02010600030101010101" pitchFamily="2" charset="-122"/>
                          <a:ea typeface="宋体" panose="02010600030101010101" pitchFamily="2" charset="-122"/>
                        </a:rPr>
                        <a:t>或 </a:t>
                      </a:r>
                      <a:r>
                        <a:rPr lang="en-US" altLang="zh-CN" sz="1900" dirty="0">
                          <a:latin typeface="宋体" panose="02010600030101010101" pitchFamily="2" charset="-122"/>
                          <a:ea typeface="宋体" panose="02010600030101010101" pitchFamily="2" charset="-122"/>
                        </a:rPr>
                        <a:t>gt</a:t>
                      </a:r>
                      <a:endParaRPr lang="en-US" altLang="zh-CN" sz="1900" dirty="0">
                        <a:latin typeface="宋体" panose="02010600030101010101" pitchFamily="2" charset="-122"/>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大于</a:t>
                      </a:r>
                      <a:endParaRPr lang="zh-CN" altLang="en-US" sz="1900">
                        <a:latin typeface="宋体" panose="02010600030101010101" pitchFamily="2" charset="-122"/>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2862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dirty="0">
                          <a:latin typeface="宋体" panose="02010600030101010101" pitchFamily="2" charset="-122"/>
                          <a:ea typeface="宋体" panose="02010600030101010101" pitchFamily="2" charset="-122"/>
                        </a:rPr>
                        <a:t>&lt;= </a:t>
                      </a:r>
                      <a:r>
                        <a:rPr lang="zh-CN" altLang="en-US" sz="1900" dirty="0">
                          <a:latin typeface="宋体" panose="02010600030101010101" pitchFamily="2" charset="-122"/>
                          <a:ea typeface="宋体" panose="02010600030101010101" pitchFamily="2" charset="-122"/>
                        </a:rPr>
                        <a:t>或 </a:t>
                      </a:r>
                      <a:r>
                        <a:rPr lang="en-US" altLang="zh-CN" sz="1900" dirty="0">
                          <a:latin typeface="宋体" panose="02010600030101010101" pitchFamily="2" charset="-122"/>
                          <a:ea typeface="宋体" panose="02010600030101010101" pitchFamily="2" charset="-122"/>
                        </a:rPr>
                        <a:t>le</a:t>
                      </a:r>
                      <a:endParaRPr lang="en-US" altLang="zh-CN" sz="1900" dirty="0">
                        <a:latin typeface="宋体" panose="02010600030101010101" pitchFamily="2" charset="-122"/>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小于等于</a:t>
                      </a:r>
                      <a:endParaRPr lang="zh-CN" altLang="en-US" sz="1900">
                        <a:latin typeface="宋体" panose="02010600030101010101" pitchFamily="2" charset="-122"/>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3180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dirty="0">
                          <a:latin typeface="宋体" panose="02010600030101010101" pitchFamily="2" charset="-122"/>
                          <a:ea typeface="宋体" panose="02010600030101010101" pitchFamily="2" charset="-122"/>
                        </a:rPr>
                        <a:t>&gt;= </a:t>
                      </a:r>
                      <a:r>
                        <a:rPr lang="zh-CN" altLang="en-US" sz="1900" dirty="0">
                          <a:latin typeface="宋体" panose="02010600030101010101" pitchFamily="2" charset="-122"/>
                          <a:ea typeface="宋体" panose="02010600030101010101" pitchFamily="2" charset="-122"/>
                        </a:rPr>
                        <a:t>或 </a:t>
                      </a:r>
                      <a:r>
                        <a:rPr lang="en-US" altLang="zh-CN" sz="1900" dirty="0">
                          <a:latin typeface="宋体" panose="02010600030101010101" pitchFamily="2" charset="-122"/>
                          <a:ea typeface="宋体" panose="02010600030101010101" pitchFamily="2" charset="-122"/>
                        </a:rPr>
                        <a:t>ge</a:t>
                      </a:r>
                      <a:endParaRPr lang="en-US" altLang="zh-CN" sz="1900" dirty="0">
                        <a:latin typeface="宋体" panose="02010600030101010101" pitchFamily="2" charset="-122"/>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大于等于</a:t>
                      </a:r>
                      <a:endParaRPr lang="zh-CN" altLang="en-US" sz="1900">
                        <a:latin typeface="宋体" panose="02010600030101010101" pitchFamily="2" charset="-122"/>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1265"/>
          <p:cNvSpPr>
            <a:spLocks noGrp="1"/>
          </p:cNvSpPr>
          <p:nvPr>
            <p:ph type="title"/>
          </p:nvPr>
        </p:nvSpPr>
        <p:spPr/>
        <p:txBody>
          <a:bodyPr anchor="ctr"/>
          <a:lstStyle/>
          <a:p>
            <a:r>
              <a:rPr lang="en-US" altLang="zh-CN" dirty="0">
                <a:ea typeface="宋体" panose="02010600030101010101" pitchFamily="2" charset="-122"/>
              </a:rPr>
              <a:t>JSP2.0</a:t>
            </a:r>
            <a:r>
              <a:rPr lang="zh-CN" altLang="en-US" dirty="0">
                <a:ea typeface="宋体" panose="02010600030101010101" pitchFamily="2" charset="-122"/>
              </a:rPr>
              <a:t>表达式语言（</a:t>
            </a:r>
            <a:r>
              <a:rPr lang="en-US" altLang="zh-CN" dirty="0">
                <a:ea typeface="宋体" panose="02010600030101010101" pitchFamily="2" charset="-122"/>
              </a:rPr>
              <a:t>EL</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11267" name="文本占位符 11266"/>
          <p:cNvSpPr>
            <a:spLocks noGrp="1"/>
          </p:cNvSpPr>
          <p:nvPr>
            <p:ph type="body" idx="1"/>
          </p:nvPr>
        </p:nvSpPr>
        <p:spPr/>
        <p:txBody>
          <a:bodyPr/>
          <a:lstStyle/>
          <a:p>
            <a:r>
              <a:rPr lang="zh-CN" altLang="en-US" dirty="0">
                <a:ea typeface="宋体" panose="02010600030101010101" pitchFamily="2" charset="-122"/>
              </a:rPr>
              <a:t>表达式语言的使用</a:t>
            </a:r>
            <a:endParaRPr lang="zh-CN" altLang="en-US" dirty="0">
              <a:ea typeface="宋体" panose="02010600030101010101" pitchFamily="2" charset="-122"/>
            </a:endParaRPr>
          </a:p>
          <a:p>
            <a:pPr marL="0" indent="0">
              <a:buNone/>
            </a:pPr>
            <a:endParaRPr lang="zh-CN" altLang="en-US" dirty="0">
              <a:ea typeface="宋体" panose="02010600030101010101" pitchFamily="2" charset="-122"/>
            </a:endParaRPr>
          </a:p>
        </p:txBody>
      </p:sp>
      <p:graphicFrame>
        <p:nvGraphicFramePr>
          <p:cNvPr id="11269" name="表格 11268"/>
          <p:cNvGraphicFramePr/>
          <p:nvPr>
            <p:custDataLst>
              <p:tags r:id="rId1"/>
            </p:custDataLst>
          </p:nvPr>
        </p:nvGraphicFramePr>
        <p:xfrm>
          <a:off x="3972147" y="3677061"/>
          <a:ext cx="4859655" cy="1747520"/>
        </p:xfrm>
        <a:graphic>
          <a:graphicData uri="http://schemas.openxmlformats.org/drawingml/2006/table">
            <a:tbl>
              <a:tblPr/>
              <a:tblGrid>
                <a:gridCol w="2370455"/>
                <a:gridCol w="2489200"/>
              </a:tblGrid>
              <a:tr h="43497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运算符</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含义</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3751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dirty="0">
                          <a:ea typeface="宋体" panose="02010600030101010101" pitchFamily="2" charset="-122"/>
                        </a:rPr>
                        <a:t>&amp;&amp; </a:t>
                      </a:r>
                      <a:r>
                        <a:rPr lang="zh-CN" altLang="en-US" sz="1900" dirty="0">
                          <a:latin typeface="宋体" panose="02010600030101010101" pitchFamily="2" charset="-122"/>
                          <a:ea typeface="宋体" panose="02010600030101010101" pitchFamily="2" charset="-122"/>
                        </a:rPr>
                        <a:t>或</a:t>
                      </a:r>
                      <a:r>
                        <a:rPr lang="zh-CN" altLang="en-US" sz="1900" dirty="0">
                          <a:ea typeface="宋体" panose="02010600030101010101" pitchFamily="2" charset="-122"/>
                        </a:rPr>
                        <a:t> </a:t>
                      </a:r>
                      <a:r>
                        <a:rPr lang="en-US" altLang="zh-CN" sz="1900" dirty="0">
                          <a:ea typeface="宋体" panose="02010600030101010101" pitchFamily="2" charset="-122"/>
                        </a:rPr>
                        <a:t>and</a:t>
                      </a:r>
                      <a:endParaRPr lang="en-US" altLang="zh-CN" sz="1900"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逻辑与</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3878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dirty="0">
                          <a:ea typeface="宋体" panose="02010600030101010101" pitchFamily="2" charset="-122"/>
                        </a:rPr>
                        <a:t>|| </a:t>
                      </a:r>
                      <a:r>
                        <a:rPr lang="zh-CN" altLang="en-US" sz="1900" dirty="0">
                          <a:latin typeface="宋体" panose="02010600030101010101" pitchFamily="2" charset="-122"/>
                          <a:ea typeface="宋体" panose="02010600030101010101" pitchFamily="2" charset="-122"/>
                        </a:rPr>
                        <a:t>或</a:t>
                      </a:r>
                      <a:r>
                        <a:rPr lang="zh-CN" altLang="en-US" sz="1900" dirty="0">
                          <a:ea typeface="宋体" panose="02010600030101010101" pitchFamily="2" charset="-122"/>
                        </a:rPr>
                        <a:t> </a:t>
                      </a:r>
                      <a:r>
                        <a:rPr lang="en-US" altLang="zh-CN" sz="1900" dirty="0">
                          <a:ea typeface="宋体" panose="02010600030101010101" pitchFamily="2" charset="-122"/>
                        </a:rPr>
                        <a:t>or</a:t>
                      </a:r>
                      <a:endParaRPr lang="en-US" altLang="zh-CN" sz="1900"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逻辑或</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3624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900" dirty="0">
                          <a:ea typeface="宋体" panose="02010600030101010101" pitchFamily="2" charset="-122"/>
                        </a:rPr>
                        <a:t>! </a:t>
                      </a:r>
                      <a:r>
                        <a:rPr lang="zh-CN" altLang="en-US" sz="1900" dirty="0">
                          <a:latin typeface="宋体" panose="02010600030101010101" pitchFamily="2" charset="-122"/>
                          <a:ea typeface="宋体" panose="02010600030101010101" pitchFamily="2" charset="-122"/>
                        </a:rPr>
                        <a:t>或</a:t>
                      </a:r>
                      <a:r>
                        <a:rPr lang="zh-CN" altLang="en-US" sz="1900" dirty="0">
                          <a:ea typeface="宋体" panose="02010600030101010101" pitchFamily="2" charset="-122"/>
                        </a:rPr>
                        <a:t> </a:t>
                      </a:r>
                      <a:r>
                        <a:rPr lang="en-US" altLang="zh-CN" sz="1900" dirty="0">
                          <a:ea typeface="宋体" panose="02010600030101010101" pitchFamily="2" charset="-122"/>
                        </a:rPr>
                        <a:t>not</a:t>
                      </a:r>
                      <a:endParaRPr lang="en-US" altLang="zh-CN" sz="1900"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900">
                          <a:latin typeface="宋体" panose="02010600030101010101" pitchFamily="2" charset="-122"/>
                          <a:ea typeface="宋体" panose="02010600030101010101" pitchFamily="2" charset="-122"/>
                        </a:rPr>
                        <a:t>逻辑非</a:t>
                      </a:r>
                      <a:endParaRPr lang="zh-CN" altLang="en-US" sz="190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2" name="矩形 1"/>
          <p:cNvSpPr/>
          <p:nvPr/>
        </p:nvSpPr>
        <p:spPr>
          <a:xfrm>
            <a:off x="915035" y="2210118"/>
            <a:ext cx="10683875" cy="1506855"/>
          </a:xfrm>
          <a:prstGeom prst="rect">
            <a:avLst/>
          </a:prstGeom>
          <a:noFill/>
          <a:ln w="9525">
            <a:noFill/>
          </a:ln>
        </p:spPr>
        <p:txBody>
          <a:bodyPr wrap="square" anchor="ctr">
            <a:spAutoFit/>
          </a:bodyPr>
          <a:lstStyle/>
          <a:p>
            <a:pPr>
              <a:lnSpc>
                <a:spcPct val="180000"/>
              </a:lnSpc>
            </a:pPr>
            <a:r>
              <a:rPr lang="en-US" altLang="zh-CN" sz="2000" dirty="0">
                <a:latin typeface="Times New Roman" panose="02020603050405020304" pitchFamily="2" charset="0"/>
                <a:ea typeface="宋体" panose="02010600030101010101" pitchFamily="2" charset="-122"/>
              </a:rPr>
              <a:t>3</a:t>
            </a:r>
            <a:r>
              <a:rPr lang="zh-CN" altLang="en-US" sz="2000" dirty="0">
                <a:latin typeface="Times New Roman" panose="02020603050405020304" pitchFamily="2" charset="0"/>
                <a:ea typeface="宋体" panose="02010600030101010101" pitchFamily="2" charset="-122"/>
              </a:rPr>
              <a:t>．逻辑运算符</a:t>
            </a:r>
            <a:endParaRPr lang="zh-CN" altLang="en-US" sz="2000" dirty="0">
              <a:ea typeface="宋体" panose="02010600030101010101" pitchFamily="2" charset="-122"/>
            </a:endParaRPr>
          </a:p>
          <a:p>
            <a:pPr eaLnBrk="0" hangingPunct="0">
              <a:lnSpc>
                <a:spcPct val="180000"/>
              </a:lnSpc>
            </a:pPr>
            <a:r>
              <a:rPr lang="zh-CN" altLang="en-US" sz="2000" dirty="0">
                <a:latin typeface="Times New Roman" panose="02020603050405020304" pitchFamily="2" charset="0"/>
                <a:ea typeface="宋体" panose="02010600030101010101" pitchFamily="2" charset="-122"/>
              </a:rPr>
              <a:t>逻辑运算符用于布尔型（</a:t>
            </a:r>
            <a:r>
              <a:rPr lang="en-US" altLang="zh-CN" sz="2000" dirty="0">
                <a:latin typeface="Times New Roman" panose="02020603050405020304" pitchFamily="2" charset="0"/>
                <a:ea typeface="宋体" panose="02010600030101010101" pitchFamily="2" charset="-122"/>
              </a:rPr>
              <a:t>Boolean</a:t>
            </a:r>
            <a:r>
              <a:rPr lang="zh-CN" altLang="en-US" sz="2000" dirty="0">
                <a:latin typeface="Times New Roman" panose="02020603050405020304" pitchFamily="2" charset="0"/>
                <a:ea typeface="宋体" panose="02010600030101010101" pitchFamily="2" charset="-122"/>
              </a:rPr>
              <a:t>）的值运算。在</a:t>
            </a:r>
            <a:r>
              <a:rPr lang="en-US" altLang="zh-CN" sz="2000" dirty="0">
                <a:latin typeface="Times New Roman" panose="02020603050405020304" pitchFamily="2" charset="0"/>
                <a:ea typeface="宋体" panose="02010600030101010101" pitchFamily="2" charset="-122"/>
              </a:rPr>
              <a:t>EL</a:t>
            </a:r>
            <a:r>
              <a:rPr lang="zh-CN" altLang="en-US" sz="2000" dirty="0">
                <a:latin typeface="Times New Roman" panose="02020603050405020304" pitchFamily="2" charset="0"/>
                <a:ea typeface="宋体" panose="02010600030101010101" pitchFamily="2" charset="-122"/>
              </a:rPr>
              <a:t>中共定义了</a:t>
            </a:r>
            <a:r>
              <a:rPr lang="en-US" altLang="zh-CN" sz="2000" dirty="0">
                <a:latin typeface="Times New Roman" panose="02020603050405020304" pitchFamily="2" charset="0"/>
                <a:ea typeface="宋体" panose="02010600030101010101" pitchFamily="2" charset="-122"/>
              </a:rPr>
              <a:t>3</a:t>
            </a:r>
            <a:r>
              <a:rPr lang="zh-CN" altLang="en-US" sz="2000" dirty="0">
                <a:latin typeface="Times New Roman" panose="02020603050405020304" pitchFamily="2" charset="0"/>
                <a:ea typeface="宋体" panose="02010600030101010101" pitchFamily="2" charset="-122"/>
              </a:rPr>
              <a:t>个关系运算符，如下表所示。</a:t>
            </a:r>
            <a:endParaRPr lang="zh-CN" altLang="en-US" sz="2000" dirty="0">
              <a:ea typeface="宋体" panose="02010600030101010101" pitchFamily="2" charset="-122"/>
            </a:endParaRPr>
          </a:p>
          <a:p>
            <a:pPr eaLnBrk="0" hangingPunct="0"/>
            <a:endParaRPr lang="zh-CN" altLang="en-US" sz="2000" dirty="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2289"/>
          <p:cNvSpPr>
            <a:spLocks noGrp="1"/>
          </p:cNvSpPr>
          <p:nvPr>
            <p:ph type="title"/>
          </p:nvPr>
        </p:nvSpPr>
        <p:spPr/>
        <p:txBody>
          <a:bodyPr anchor="ctr"/>
          <a:lstStyle/>
          <a:p>
            <a:r>
              <a:rPr lang="en-US" altLang="zh-CN" dirty="0">
                <a:ea typeface="宋体" panose="02010600030101010101" pitchFamily="2" charset="-122"/>
              </a:rPr>
              <a:t>JSP2.0</a:t>
            </a:r>
            <a:r>
              <a:rPr lang="zh-CN" altLang="en-US" dirty="0">
                <a:ea typeface="宋体" panose="02010600030101010101" pitchFamily="2" charset="-122"/>
              </a:rPr>
              <a:t>表达式语言（</a:t>
            </a:r>
            <a:r>
              <a:rPr lang="en-US" altLang="zh-CN" dirty="0">
                <a:ea typeface="宋体" panose="02010600030101010101" pitchFamily="2" charset="-122"/>
              </a:rPr>
              <a:t>EL</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12291" name="文本占位符 12290"/>
          <p:cNvSpPr>
            <a:spLocks noGrp="1"/>
          </p:cNvSpPr>
          <p:nvPr>
            <p:ph type="body" idx="1"/>
          </p:nvPr>
        </p:nvSpPr>
        <p:spPr/>
        <p:txBody>
          <a:bodyPr/>
          <a:lstStyle/>
          <a:p>
            <a:r>
              <a:rPr lang="zh-CN" altLang="en-US" dirty="0">
                <a:ea typeface="宋体" panose="02010600030101010101" pitchFamily="2" charset="-122"/>
              </a:rPr>
              <a:t>表达式语言的使用</a:t>
            </a:r>
            <a:endParaRPr lang="en-US" altLang="zh-CN" dirty="0">
              <a:ea typeface="宋体" panose="02010600030101010101" pitchFamily="2" charset="-122"/>
            </a:endParaRPr>
          </a:p>
          <a:p>
            <a:pPr>
              <a:lnSpc>
                <a:spcPct val="170000"/>
              </a:lnSpc>
              <a:buNone/>
            </a:pPr>
            <a:r>
              <a:rPr lang="en-US" altLang="zh-CN" sz="2000" dirty="0">
                <a:ea typeface="宋体" panose="02010600030101010101" pitchFamily="2" charset="-122"/>
              </a:rPr>
              <a:t>	4</a:t>
            </a:r>
            <a:r>
              <a:rPr lang="zh-CN" altLang="en-US" sz="2000" dirty="0">
                <a:ea typeface="宋体" panose="02010600030101010101" pitchFamily="2" charset="-122"/>
              </a:rPr>
              <a:t>．</a:t>
            </a:r>
            <a:r>
              <a:rPr lang="en-US" altLang="zh-CN" sz="2000" dirty="0">
                <a:ea typeface="宋体" panose="02010600030101010101" pitchFamily="2" charset="-122"/>
              </a:rPr>
              <a:t>Empty</a:t>
            </a:r>
            <a:r>
              <a:rPr lang="zh-CN" altLang="en-US" sz="2000" dirty="0">
                <a:ea typeface="宋体" panose="02010600030101010101" pitchFamily="2" charset="-122"/>
              </a:rPr>
              <a:t>运算符</a:t>
            </a:r>
            <a:endParaRPr lang="zh-CN" altLang="en-US" sz="2000" dirty="0">
              <a:ea typeface="宋体" panose="02010600030101010101" pitchFamily="2" charset="-122"/>
            </a:endParaRPr>
          </a:p>
          <a:p>
            <a:pPr>
              <a:lnSpc>
                <a:spcPct val="170000"/>
              </a:lnSpc>
              <a:buNone/>
            </a:pPr>
            <a:r>
              <a:rPr lang="en-US" altLang="zh-CN" sz="2000" dirty="0">
                <a:ea typeface="宋体" panose="02010600030101010101" pitchFamily="2" charset="-122"/>
              </a:rPr>
              <a:t>	Empty</a:t>
            </a:r>
            <a:r>
              <a:rPr lang="zh-CN" altLang="en-US" sz="2000" dirty="0">
                <a:ea typeface="宋体" panose="02010600030101010101" pitchFamily="2" charset="-122"/>
              </a:rPr>
              <a:t>运算符是一个前缀运算符，用于判定后面的值是否为</a:t>
            </a:r>
            <a:r>
              <a:rPr lang="en-US" altLang="zh-CN" sz="2000" dirty="0">
                <a:ea typeface="宋体" panose="02010600030101010101" pitchFamily="2" charset="-122"/>
              </a:rPr>
              <a:t>null</a:t>
            </a:r>
            <a:r>
              <a:rPr lang="zh-CN" altLang="en-US" sz="2000" dirty="0">
                <a:ea typeface="宋体" panose="02010600030101010101" pitchFamily="2" charset="-122"/>
              </a:rPr>
              <a:t>或空，如果是则返回</a:t>
            </a:r>
            <a:r>
              <a:rPr lang="en-US" altLang="zh-CN" sz="2000" dirty="0">
                <a:ea typeface="宋体" panose="02010600030101010101" pitchFamily="2" charset="-122"/>
              </a:rPr>
              <a:t>true</a:t>
            </a:r>
            <a:r>
              <a:rPr lang="zh-CN" altLang="en-US" sz="2000" dirty="0">
                <a:ea typeface="宋体" panose="02010600030101010101" pitchFamily="2" charset="-122"/>
              </a:rPr>
              <a:t>。变量为</a:t>
            </a:r>
            <a:r>
              <a:rPr lang="en-US" altLang="zh-CN" sz="2000" dirty="0">
                <a:ea typeface="宋体" panose="02010600030101010101" pitchFamily="2" charset="-122"/>
              </a:rPr>
              <a:t>null</a:t>
            </a:r>
            <a:r>
              <a:rPr lang="zh-CN" altLang="en-US" sz="2000" dirty="0">
                <a:ea typeface="宋体" panose="02010600030101010101" pitchFamily="2" charset="-122"/>
              </a:rPr>
              <a:t>或空有不同的含义：</a:t>
            </a:r>
            <a:r>
              <a:rPr lang="en-US" altLang="zh-CN" sz="2000" dirty="0">
                <a:ea typeface="宋体" panose="02010600030101010101" pitchFamily="2" charset="-122"/>
              </a:rPr>
              <a:t>null</a:t>
            </a:r>
            <a:r>
              <a:rPr lang="zh-CN" altLang="en-US" sz="2000" dirty="0">
                <a:ea typeface="宋体" panose="02010600030101010101" pitchFamily="2" charset="-122"/>
              </a:rPr>
              <a:t>表示该变量不引用任何对象，而空表示该变量引用对象的内容为空。</a:t>
            </a:r>
            <a:endParaRPr lang="zh-CN" altLang="en-US" sz="2000" dirty="0">
              <a:ea typeface="宋体" panose="02010600030101010101" pitchFamily="2" charset="-122"/>
            </a:endParaRPr>
          </a:p>
          <a:p>
            <a:pPr>
              <a:lnSpc>
                <a:spcPct val="170000"/>
              </a:lnSpc>
              <a:buNone/>
            </a:pPr>
            <a:r>
              <a:rPr lang="en-US" altLang="zh-CN" sz="2000" dirty="0">
                <a:ea typeface="宋体" panose="02010600030101010101" pitchFamily="2" charset="-122"/>
              </a:rPr>
              <a:t>	5</a:t>
            </a:r>
            <a:r>
              <a:rPr lang="zh-CN" altLang="en-US" sz="2000" dirty="0">
                <a:ea typeface="宋体" panose="02010600030101010101" pitchFamily="2" charset="-122"/>
              </a:rPr>
              <a:t>．条件运算符</a:t>
            </a:r>
            <a:r>
              <a:rPr lang="en-US" altLang="zh-CN" sz="2000" dirty="0">
                <a:ea typeface="宋体" panose="02010600030101010101" pitchFamily="2" charset="-122"/>
              </a:rPr>
              <a:t>—A ? B : C</a:t>
            </a:r>
            <a:endParaRPr lang="en-US" altLang="zh-CN" sz="2000" dirty="0">
              <a:ea typeface="宋体" panose="02010600030101010101" pitchFamily="2" charset="-122"/>
            </a:endParaRPr>
          </a:p>
          <a:p>
            <a:pPr>
              <a:lnSpc>
                <a:spcPct val="170000"/>
              </a:lnSpc>
              <a:buNone/>
            </a:pPr>
            <a:r>
              <a:rPr lang="zh-CN" altLang="en-US" sz="2000" dirty="0">
                <a:ea typeface="宋体" panose="02010600030101010101" pitchFamily="2" charset="-122"/>
              </a:rPr>
              <a:t>	根据表达式</a:t>
            </a:r>
            <a:r>
              <a:rPr lang="en-US" altLang="zh-CN" sz="2000" dirty="0">
                <a:ea typeface="宋体" panose="02010600030101010101" pitchFamily="2" charset="-122"/>
              </a:rPr>
              <a:t>A</a:t>
            </a:r>
            <a:r>
              <a:rPr lang="zh-CN" altLang="en-US" sz="2000" dirty="0">
                <a:ea typeface="宋体" panose="02010600030101010101" pitchFamily="2" charset="-122"/>
              </a:rPr>
              <a:t>的结果，</a:t>
            </a:r>
            <a:r>
              <a:rPr lang="en-US" altLang="zh-CN" sz="2000" dirty="0">
                <a:ea typeface="宋体" panose="02010600030101010101" pitchFamily="2" charset="-122"/>
              </a:rPr>
              <a:t>EL</a:t>
            </a:r>
            <a:r>
              <a:rPr lang="zh-CN" altLang="en-US" sz="2000" dirty="0">
                <a:ea typeface="宋体" panose="02010600030101010101" pitchFamily="2" charset="-122"/>
              </a:rPr>
              <a:t>表达式取值为</a:t>
            </a:r>
            <a:r>
              <a:rPr lang="en-US" altLang="zh-CN" sz="2000" dirty="0">
                <a:ea typeface="宋体" panose="02010600030101010101" pitchFamily="2" charset="-122"/>
              </a:rPr>
              <a:t>B</a:t>
            </a:r>
            <a:r>
              <a:rPr lang="zh-CN" altLang="en-US" sz="2000" dirty="0">
                <a:ea typeface="宋体" panose="02010600030101010101" pitchFamily="2" charset="-122"/>
              </a:rPr>
              <a:t>或</a:t>
            </a:r>
            <a:r>
              <a:rPr lang="en-US" altLang="zh-CN" sz="2000" dirty="0">
                <a:ea typeface="宋体" panose="02010600030101010101" pitchFamily="2" charset="-122"/>
              </a:rPr>
              <a:t>C</a:t>
            </a:r>
            <a:r>
              <a:rPr lang="zh-CN" altLang="en-US" sz="2000" dirty="0">
                <a:ea typeface="宋体" panose="02010600030101010101" pitchFamily="2" charset="-122"/>
              </a:rPr>
              <a:t>。表达式</a:t>
            </a:r>
            <a:r>
              <a:rPr lang="en-US" altLang="zh-CN" sz="2000" dirty="0">
                <a:ea typeface="宋体" panose="02010600030101010101" pitchFamily="2" charset="-122"/>
              </a:rPr>
              <a:t>A</a:t>
            </a:r>
            <a:r>
              <a:rPr lang="zh-CN" altLang="en-US" sz="2000" dirty="0">
                <a:ea typeface="宋体" panose="02010600030101010101" pitchFamily="2" charset="-122"/>
              </a:rPr>
              <a:t>的取值应该为布尔型，如果不是则会进行强制类型转换。当表达式</a:t>
            </a:r>
            <a:r>
              <a:rPr lang="en-US" altLang="zh-CN" sz="2000" dirty="0">
                <a:ea typeface="宋体" panose="02010600030101010101" pitchFamily="2" charset="-122"/>
              </a:rPr>
              <a:t>A</a:t>
            </a:r>
            <a:r>
              <a:rPr lang="zh-CN" altLang="en-US" sz="2000" dirty="0">
                <a:ea typeface="宋体" panose="02010600030101010101" pitchFamily="2" charset="-122"/>
              </a:rPr>
              <a:t>取值为</a:t>
            </a:r>
            <a:r>
              <a:rPr lang="en-US" altLang="zh-CN" sz="2000" dirty="0">
                <a:ea typeface="宋体" panose="02010600030101010101" pitchFamily="2" charset="-122"/>
              </a:rPr>
              <a:t>true</a:t>
            </a:r>
            <a:r>
              <a:rPr lang="zh-CN" altLang="en-US" sz="2000" dirty="0">
                <a:ea typeface="宋体" panose="02010600030101010101" pitchFamily="2" charset="-122"/>
              </a:rPr>
              <a:t>时，则</a:t>
            </a:r>
            <a:r>
              <a:rPr lang="en-US" altLang="zh-CN" sz="2000" dirty="0">
                <a:ea typeface="宋体" panose="02010600030101010101" pitchFamily="2" charset="-122"/>
              </a:rPr>
              <a:t>EL</a:t>
            </a:r>
            <a:r>
              <a:rPr lang="zh-CN" altLang="en-US" sz="2000" dirty="0">
                <a:ea typeface="宋体" panose="02010600030101010101" pitchFamily="2" charset="-122"/>
              </a:rPr>
              <a:t>表达式的值为</a:t>
            </a:r>
            <a:r>
              <a:rPr lang="en-US" altLang="zh-CN" sz="2000" dirty="0">
                <a:ea typeface="宋体" panose="02010600030101010101" pitchFamily="2" charset="-122"/>
              </a:rPr>
              <a:t>B</a:t>
            </a:r>
            <a:r>
              <a:rPr lang="zh-CN" altLang="en-US" sz="2000" dirty="0">
                <a:ea typeface="宋体" panose="02010600030101010101" pitchFamily="2" charset="-122"/>
              </a:rPr>
              <a:t>，否则</a:t>
            </a:r>
            <a:r>
              <a:rPr lang="en-US" altLang="zh-CN" sz="2000" dirty="0">
                <a:ea typeface="宋体" panose="02010600030101010101" pitchFamily="2" charset="-122"/>
              </a:rPr>
              <a:t>EL</a:t>
            </a:r>
            <a:r>
              <a:rPr lang="zh-CN" altLang="en-US" sz="2000" dirty="0">
                <a:ea typeface="宋体" panose="02010600030101010101" pitchFamily="2" charset="-122"/>
              </a:rPr>
              <a:t>表达式的值为</a:t>
            </a:r>
            <a:r>
              <a:rPr lang="en-US" altLang="zh-CN" sz="2000" dirty="0">
                <a:ea typeface="宋体" panose="02010600030101010101" pitchFamily="2" charset="-122"/>
              </a:rPr>
              <a:t>C</a:t>
            </a:r>
            <a:r>
              <a:rPr lang="zh-CN" altLang="en-US" sz="2000" dirty="0">
                <a:ea typeface="宋体" panose="02010600030101010101" pitchFamily="2" charset="-122"/>
              </a:rPr>
              <a:t>。</a:t>
            </a:r>
            <a:endParaRPr lang="zh-CN" altLang="en-US" sz="2000" dirty="0">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3313"/>
          <p:cNvSpPr>
            <a:spLocks noGrp="1"/>
          </p:cNvSpPr>
          <p:nvPr>
            <p:ph type="title"/>
          </p:nvPr>
        </p:nvSpPr>
        <p:spPr/>
        <p:txBody>
          <a:bodyPr anchor="ctr"/>
          <a:lstStyle/>
          <a:p>
            <a:r>
              <a:rPr lang="en-US" altLang="zh-CN" dirty="0">
                <a:ea typeface="宋体" panose="02010600030101010101" pitchFamily="2" charset="-122"/>
              </a:rPr>
              <a:t> JSP2.0</a:t>
            </a:r>
            <a:r>
              <a:rPr lang="zh-CN" altLang="en-US" dirty="0">
                <a:ea typeface="宋体" panose="02010600030101010101" pitchFamily="2" charset="-122"/>
              </a:rPr>
              <a:t>表达式语言（</a:t>
            </a:r>
            <a:r>
              <a:rPr lang="en-US" altLang="zh-CN" dirty="0">
                <a:ea typeface="宋体" panose="02010600030101010101" pitchFamily="2" charset="-122"/>
              </a:rPr>
              <a:t>EL</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13315" name="文本占位符 13314"/>
          <p:cNvSpPr>
            <a:spLocks noGrp="1"/>
          </p:cNvSpPr>
          <p:nvPr>
            <p:ph type="body" idx="1"/>
          </p:nvPr>
        </p:nvSpPr>
        <p:spPr>
          <a:xfrm>
            <a:off x="720090" y="1410335"/>
            <a:ext cx="10964545" cy="5304155"/>
          </a:xfrm>
        </p:spPr>
        <p:txBody>
          <a:bodyPr/>
          <a:lstStyle/>
          <a:p>
            <a:r>
              <a:rPr lang="zh-CN" altLang="en-US" dirty="0">
                <a:ea typeface="宋体" panose="02010600030101010101" pitchFamily="2" charset="-122"/>
              </a:rPr>
              <a:t>访问对象属性和集合</a:t>
            </a:r>
            <a:endParaRPr lang="zh-CN" altLang="en-US" dirty="0">
              <a:ea typeface="宋体" panose="02010600030101010101" pitchFamily="2" charset="-122"/>
            </a:endParaRPr>
          </a:p>
          <a:p>
            <a:pPr>
              <a:lnSpc>
                <a:spcPct val="190000"/>
              </a:lnSpc>
              <a:buNone/>
            </a:pPr>
            <a:r>
              <a:rPr lang="zh-CN" altLang="en-US" dirty="0">
                <a:ea typeface="宋体" panose="02010600030101010101" pitchFamily="2" charset="-122"/>
              </a:rPr>
              <a:t>	</a:t>
            </a:r>
            <a:r>
              <a:rPr lang="zh-CN" altLang="en-US" sz="2000" dirty="0">
                <a:ea typeface="宋体" panose="02010600030101010101" pitchFamily="2" charset="-122"/>
              </a:rPr>
              <a:t>  在</a:t>
            </a:r>
            <a:r>
              <a:rPr lang="en-US" altLang="zh-CN" sz="2000" dirty="0">
                <a:ea typeface="宋体" panose="02010600030101010101" pitchFamily="2" charset="-122"/>
              </a:rPr>
              <a:t>EL</a:t>
            </a:r>
            <a:r>
              <a:rPr lang="zh-CN" altLang="en-US" sz="2000" dirty="0">
                <a:ea typeface="宋体" panose="02010600030101010101" pitchFamily="2" charset="-122"/>
              </a:rPr>
              <a:t>中，使用符号“</a:t>
            </a:r>
            <a:r>
              <a:rPr lang="en-US" altLang="zh-CN" sz="2000" dirty="0">
                <a:ea typeface="宋体" panose="02010600030101010101" pitchFamily="2" charset="-122"/>
              </a:rPr>
              <a:t>.”</a:t>
            </a:r>
            <a:r>
              <a:rPr lang="zh-CN" altLang="en-US" sz="2000" dirty="0">
                <a:ea typeface="宋体" panose="02010600030101010101" pitchFamily="2" charset="-122"/>
              </a:rPr>
              <a:t>或“</a:t>
            </a:r>
            <a:r>
              <a:rPr lang="en-US" altLang="zh-CN" sz="2000" dirty="0">
                <a:ea typeface="宋体" panose="02010600030101010101" pitchFamily="2" charset="-122"/>
              </a:rPr>
              <a:t>[ ]”</a:t>
            </a:r>
            <a:r>
              <a:rPr lang="zh-CN" altLang="en-US" sz="2000" dirty="0">
                <a:ea typeface="宋体" panose="02010600030101010101" pitchFamily="2" charset="-122"/>
              </a:rPr>
              <a:t>来访问对象的属性。例如变量</a:t>
            </a:r>
            <a:r>
              <a:rPr lang="en-US" altLang="zh-CN" sz="2000" dirty="0">
                <a:ea typeface="宋体" panose="02010600030101010101" pitchFamily="2" charset="-122"/>
              </a:rPr>
              <a:t>student</a:t>
            </a:r>
            <a:r>
              <a:rPr lang="zh-CN" altLang="en-US" sz="2000" dirty="0">
                <a:ea typeface="宋体" panose="02010600030101010101" pitchFamily="2" charset="-122"/>
              </a:rPr>
              <a:t>引用类</a:t>
            </a:r>
            <a:r>
              <a:rPr lang="en-US" altLang="zh-CN" sz="2000" dirty="0">
                <a:ea typeface="宋体" panose="02010600030101010101" pitchFamily="2" charset="-122"/>
              </a:rPr>
              <a:t>Student</a:t>
            </a:r>
            <a:r>
              <a:rPr lang="zh-CN" altLang="en-US" sz="2000" dirty="0">
                <a:ea typeface="宋体" panose="02010600030101010101" pitchFamily="2" charset="-122"/>
              </a:rPr>
              <a:t>的一个实例对象，则可以通过表达式</a:t>
            </a:r>
            <a:r>
              <a:rPr lang="en-US" altLang="zh-CN" sz="2000" dirty="0">
                <a:ea typeface="宋体" panose="02010600030101010101" pitchFamily="2" charset="-122"/>
              </a:rPr>
              <a:t>${student.name}</a:t>
            </a:r>
            <a:r>
              <a:rPr lang="zh-CN" altLang="en-US" sz="2000" dirty="0">
                <a:ea typeface="宋体" panose="02010600030101010101" pitchFamily="2" charset="-122"/>
              </a:rPr>
              <a:t>或者</a:t>
            </a:r>
            <a:r>
              <a:rPr lang="en-US" altLang="zh-CN" sz="2000" dirty="0">
                <a:ea typeface="宋体" panose="02010600030101010101" pitchFamily="2" charset="-122"/>
              </a:rPr>
              <a:t>${student[“name”]}</a:t>
            </a:r>
            <a:r>
              <a:rPr lang="zh-CN" altLang="en-US" sz="2000" dirty="0">
                <a:ea typeface="宋体" panose="02010600030101010101" pitchFamily="2" charset="-122"/>
              </a:rPr>
              <a:t>来访问其</a:t>
            </a:r>
            <a:r>
              <a:rPr lang="en-US" altLang="zh-CN" sz="2000" dirty="0">
                <a:ea typeface="宋体" panose="02010600030101010101" pitchFamily="2" charset="-122"/>
              </a:rPr>
              <a:t>name</a:t>
            </a:r>
            <a:r>
              <a:rPr lang="zh-CN" altLang="en-US" sz="2000" dirty="0">
                <a:ea typeface="宋体" panose="02010600030101010101" pitchFamily="2" charset="-122"/>
              </a:rPr>
              <a:t>属性。当然对于</a:t>
            </a:r>
            <a:r>
              <a:rPr lang="en-US" altLang="zh-CN" sz="2000" dirty="0">
                <a:ea typeface="宋体" panose="02010600030101010101" pitchFamily="2" charset="-122"/>
              </a:rPr>
              <a:t>Student</a:t>
            </a:r>
            <a:r>
              <a:rPr lang="zh-CN" altLang="en-US" sz="2000" dirty="0">
                <a:ea typeface="宋体" panose="02010600030101010101" pitchFamily="2" charset="-122"/>
              </a:rPr>
              <a:t>类来说，</a:t>
            </a:r>
            <a:r>
              <a:rPr lang="en-US" altLang="zh-CN" sz="2000" dirty="0">
                <a:ea typeface="宋体" panose="02010600030101010101" pitchFamily="2" charset="-122"/>
              </a:rPr>
              <a:t>name</a:t>
            </a:r>
            <a:r>
              <a:rPr lang="zh-CN" altLang="en-US" sz="2000" dirty="0">
                <a:ea typeface="宋体" panose="02010600030101010101" pitchFamily="2" charset="-122"/>
              </a:rPr>
              <a:t>属性必须存在，而且提供了可访问的</a:t>
            </a:r>
            <a:r>
              <a:rPr lang="en-US" altLang="zh-CN" sz="2000" dirty="0">
                <a:ea typeface="宋体" panose="02010600030101010101" pitchFamily="2" charset="-122"/>
              </a:rPr>
              <a:t>getName()</a:t>
            </a:r>
            <a:r>
              <a:rPr lang="zh-CN" altLang="en-US" sz="2000" dirty="0">
                <a:ea typeface="宋体" panose="02010600030101010101" pitchFamily="2" charset="-122"/>
              </a:rPr>
              <a:t>方法。除此之外，以上语法还可以访问</a:t>
            </a:r>
            <a:r>
              <a:rPr lang="en-US" altLang="zh-CN" sz="2000" dirty="0">
                <a:ea typeface="宋体" panose="02010600030101010101" pitchFamily="2" charset="-122"/>
              </a:rPr>
              <a:t>Map</a:t>
            </a:r>
            <a:r>
              <a:rPr lang="zh-CN" altLang="en-US" sz="2000" dirty="0">
                <a:ea typeface="宋体" panose="02010600030101010101" pitchFamily="2" charset="-122"/>
              </a:rPr>
              <a:t>、</a:t>
            </a:r>
            <a:r>
              <a:rPr lang="en-US" altLang="zh-CN" sz="2000" dirty="0">
                <a:ea typeface="宋体" panose="02010600030101010101" pitchFamily="2" charset="-122"/>
              </a:rPr>
              <a:t>List</a:t>
            </a:r>
            <a:r>
              <a:rPr lang="zh-CN" altLang="en-US" sz="2000" dirty="0">
                <a:ea typeface="宋体" panose="02010600030101010101" pitchFamily="2" charset="-122"/>
              </a:rPr>
              <a:t>、</a:t>
            </a:r>
            <a:r>
              <a:rPr lang="en-US" altLang="zh-CN" sz="2000" dirty="0">
                <a:ea typeface="宋体" panose="02010600030101010101" pitchFamily="2" charset="-122"/>
              </a:rPr>
              <a:t>Array</a:t>
            </a:r>
            <a:r>
              <a:rPr lang="zh-CN" altLang="en-US" sz="2000" dirty="0">
                <a:ea typeface="宋体" panose="02010600030101010101" pitchFamily="2" charset="-122"/>
              </a:rPr>
              <a:t>中所含的对象，例如表达式</a:t>
            </a:r>
            <a:r>
              <a:rPr lang="en-US" altLang="zh-CN" sz="2000" dirty="0">
                <a:ea typeface="宋体" panose="02010600030101010101" pitchFamily="2" charset="-122"/>
              </a:rPr>
              <a:t>${myArray[8]}</a:t>
            </a:r>
            <a:r>
              <a:rPr lang="zh-CN" altLang="en-US" sz="2000" dirty="0">
                <a:ea typeface="宋体" panose="02010600030101010101" pitchFamily="2" charset="-122"/>
              </a:rPr>
              <a:t>用来访问</a:t>
            </a:r>
            <a:r>
              <a:rPr lang="en-US" altLang="zh-CN" sz="2000" dirty="0">
                <a:ea typeface="宋体" panose="02010600030101010101" pitchFamily="2" charset="-122"/>
              </a:rPr>
              <a:t>myArray</a:t>
            </a:r>
            <a:r>
              <a:rPr lang="zh-CN" altLang="en-US" sz="2000" dirty="0">
                <a:ea typeface="宋体" panose="02010600030101010101" pitchFamily="2" charset="-122"/>
              </a:rPr>
              <a:t>数组中的第</a:t>
            </a:r>
            <a:r>
              <a:rPr lang="en-US" altLang="zh-CN" sz="2000" dirty="0">
                <a:ea typeface="宋体" panose="02010600030101010101" pitchFamily="2" charset="-122"/>
              </a:rPr>
              <a:t>9</a:t>
            </a:r>
            <a:r>
              <a:rPr lang="zh-CN" altLang="en-US" sz="2000" dirty="0">
                <a:ea typeface="宋体" panose="02010600030101010101" pitchFamily="2" charset="-122"/>
              </a:rPr>
              <a:t>个元素。 </a:t>
            </a:r>
            <a:endParaRPr lang="zh-CN" altLang="en-US" sz="2000" dirty="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p:txBody>
          <a:bodyPr anchor="ctr"/>
          <a:lstStyle/>
          <a:p>
            <a:r>
              <a:rPr lang="en-US" altLang="zh-CN" dirty="0">
                <a:ea typeface="宋体" panose="02010600030101010101" pitchFamily="2" charset="-122"/>
              </a:rPr>
              <a:t>JSP2.0</a:t>
            </a:r>
            <a:r>
              <a:rPr lang="zh-CN" altLang="en-US" dirty="0">
                <a:ea typeface="宋体" panose="02010600030101010101" pitchFamily="2" charset="-122"/>
              </a:rPr>
              <a:t>表达式语言（</a:t>
            </a:r>
            <a:r>
              <a:rPr lang="en-US" altLang="zh-CN" dirty="0">
                <a:ea typeface="宋体" panose="02010600030101010101" pitchFamily="2" charset="-122"/>
              </a:rPr>
              <a:t>EL</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14339" name="文本占位符 14338"/>
          <p:cNvSpPr>
            <a:spLocks noGrp="1"/>
          </p:cNvSpPr>
          <p:nvPr>
            <p:ph type="body" idx="1"/>
          </p:nvPr>
        </p:nvSpPr>
        <p:spPr/>
        <p:txBody>
          <a:bodyPr/>
          <a:lstStyle/>
          <a:p>
            <a:r>
              <a:rPr lang="zh-CN" altLang="en-US" dirty="0">
                <a:ea typeface="宋体" panose="02010600030101010101" pitchFamily="2" charset="-122"/>
              </a:rPr>
              <a:t>隐含对象</a:t>
            </a:r>
            <a:endParaRPr lang="zh-CN" altLang="en-US" dirty="0">
              <a:ea typeface="宋体" panose="02010600030101010101" pitchFamily="2" charset="-122"/>
            </a:endParaRPr>
          </a:p>
          <a:p>
            <a:pPr>
              <a:buNone/>
            </a:pPr>
            <a:r>
              <a:rPr lang="en-US" altLang="zh-CN" dirty="0">
                <a:ea typeface="宋体" panose="02010600030101010101" pitchFamily="2" charset="-122"/>
              </a:rPr>
              <a:t>	</a:t>
            </a:r>
            <a:endParaRPr lang="en-US" altLang="zh-CN" dirty="0">
              <a:ea typeface="宋体" panose="02010600030101010101" pitchFamily="2" charset="-122"/>
            </a:endParaRPr>
          </a:p>
          <a:p>
            <a:pPr>
              <a:lnSpc>
                <a:spcPct val="150000"/>
              </a:lnSpc>
              <a:buNone/>
            </a:pPr>
            <a:r>
              <a:rPr lang="en-US" altLang="zh-CN" dirty="0">
                <a:ea typeface="宋体" panose="02010600030101010101" pitchFamily="2" charset="-122"/>
              </a:rPr>
              <a:t>    </a:t>
            </a:r>
            <a:r>
              <a:rPr lang="en-US" altLang="zh-CN" sz="2400" dirty="0">
                <a:ea typeface="宋体" panose="02010600030101010101" pitchFamily="2" charset="-122"/>
              </a:rPr>
              <a:t>	EL</a:t>
            </a:r>
            <a:r>
              <a:rPr lang="zh-CN" altLang="en-US" sz="2400" dirty="0">
                <a:ea typeface="宋体" panose="02010600030101010101" pitchFamily="2" charset="-122"/>
              </a:rPr>
              <a:t>中提供了</a:t>
            </a:r>
            <a:r>
              <a:rPr lang="en-US" altLang="zh-CN" sz="2400" dirty="0">
                <a:ea typeface="宋体" panose="02010600030101010101" pitchFamily="2" charset="-122"/>
              </a:rPr>
              <a:t>11</a:t>
            </a:r>
            <a:r>
              <a:rPr lang="zh-CN" altLang="en-US" sz="2400" dirty="0">
                <a:ea typeface="宋体" panose="02010600030101010101" pitchFamily="2" charset="-122"/>
              </a:rPr>
              <a:t>个隐含对象，通过这些隐含对象，</a:t>
            </a:r>
            <a:r>
              <a:rPr lang="en-US" altLang="zh-CN" sz="2400" dirty="0">
                <a:ea typeface="宋体" panose="02010600030101010101" pitchFamily="2" charset="-122"/>
              </a:rPr>
              <a:t>Web</a:t>
            </a:r>
            <a:r>
              <a:rPr lang="zh-CN" altLang="en-US" sz="2400" dirty="0">
                <a:ea typeface="宋体" panose="02010600030101010101" pitchFamily="2" charset="-122"/>
              </a:rPr>
              <a:t>页面设计人员可以采取一种简单的方式获取相关的值和属性。 </a:t>
            </a:r>
            <a:endParaRPr lang="zh-CN" altLang="en-US" sz="2400" dirty="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p:txBody>
          <a:bodyPr anchor="ctr"/>
          <a:lstStyle/>
          <a:p>
            <a:r>
              <a:rPr lang="en-US" altLang="zh-CN" dirty="0">
                <a:ea typeface="宋体" panose="02010600030101010101" pitchFamily="2" charset="-122"/>
              </a:rPr>
              <a:t>JSP2.0</a:t>
            </a:r>
            <a:r>
              <a:rPr lang="zh-CN" altLang="en-US" dirty="0">
                <a:ea typeface="宋体" panose="02010600030101010101" pitchFamily="2" charset="-122"/>
              </a:rPr>
              <a:t>表达式语言（</a:t>
            </a:r>
            <a:r>
              <a:rPr lang="en-US" altLang="zh-CN" dirty="0">
                <a:ea typeface="宋体" panose="02010600030101010101" pitchFamily="2" charset="-122"/>
              </a:rPr>
              <a:t>EL</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15363" name="文本占位符 15362"/>
          <p:cNvSpPr>
            <a:spLocks noGrp="1"/>
          </p:cNvSpPr>
          <p:nvPr>
            <p:ph type="body" idx="1"/>
          </p:nvPr>
        </p:nvSpPr>
        <p:spPr>
          <a:xfrm>
            <a:off x="884555" y="1365885"/>
            <a:ext cx="11088370" cy="5591810"/>
          </a:xfrm>
        </p:spPr>
        <p:txBody>
          <a:bodyPr/>
          <a:lstStyle/>
          <a:p>
            <a:r>
              <a:rPr lang="zh-CN" altLang="en-US" dirty="0">
                <a:ea typeface="宋体" panose="02010600030101010101" pitchFamily="2" charset="-122"/>
              </a:rPr>
              <a:t>隐含对象</a:t>
            </a:r>
            <a:endParaRPr lang="zh-CN" altLang="en-US" dirty="0">
              <a:ea typeface="宋体" panose="02010600030101010101" pitchFamily="2" charset="-122"/>
            </a:endParaRPr>
          </a:p>
          <a:p>
            <a:pPr>
              <a:lnSpc>
                <a:spcPct val="160000"/>
              </a:lnSpc>
              <a:buNone/>
            </a:pPr>
            <a:r>
              <a:rPr lang="en-US" altLang="zh-CN" sz="1900" dirty="0">
                <a:ea typeface="宋体" panose="02010600030101010101" pitchFamily="2" charset="-122"/>
              </a:rPr>
              <a:t>	</a:t>
            </a:r>
            <a:endParaRPr lang="en-US" altLang="zh-CN" sz="1900" dirty="0">
              <a:ea typeface="宋体" panose="02010600030101010101" pitchFamily="2" charset="-122"/>
            </a:endParaRPr>
          </a:p>
          <a:p>
            <a:pPr>
              <a:lnSpc>
                <a:spcPct val="160000"/>
              </a:lnSpc>
              <a:buNone/>
            </a:pPr>
            <a:r>
              <a:rPr lang="en-US" altLang="zh-CN" sz="1900" dirty="0">
                <a:ea typeface="宋体" panose="02010600030101010101" pitchFamily="2" charset="-122"/>
              </a:rPr>
              <a:t>     1</a:t>
            </a:r>
            <a:r>
              <a:rPr lang="zh-CN" altLang="en-US" sz="1900" dirty="0">
                <a:ea typeface="宋体" panose="02010600030101010101" pitchFamily="2" charset="-122"/>
              </a:rPr>
              <a:t>．</a:t>
            </a:r>
            <a:r>
              <a:rPr lang="en-US" altLang="zh-CN" sz="1900" dirty="0">
                <a:ea typeface="宋体" panose="02010600030101010101" pitchFamily="2" charset="-122"/>
              </a:rPr>
              <a:t>JSP</a:t>
            </a:r>
            <a:r>
              <a:rPr lang="zh-CN" altLang="en-US" sz="1900" dirty="0">
                <a:ea typeface="宋体" panose="02010600030101010101" pitchFamily="2" charset="-122"/>
              </a:rPr>
              <a:t>隐含对象</a:t>
            </a:r>
            <a:endParaRPr lang="zh-CN" altLang="en-US" sz="1900" dirty="0">
              <a:ea typeface="宋体" panose="02010600030101010101" pitchFamily="2" charset="-122"/>
            </a:endParaRPr>
          </a:p>
          <a:p>
            <a:pPr>
              <a:lnSpc>
                <a:spcPct val="160000"/>
              </a:lnSpc>
              <a:buNone/>
            </a:pPr>
            <a:r>
              <a:rPr lang="en-US" altLang="zh-CN" sz="1900" dirty="0">
                <a:ea typeface="宋体" panose="02010600030101010101" pitchFamily="2" charset="-122"/>
              </a:rPr>
              <a:t>	EL</a:t>
            </a:r>
            <a:r>
              <a:rPr lang="zh-CN" altLang="en-US" sz="1900" dirty="0">
                <a:ea typeface="宋体" panose="02010600030101010101" pitchFamily="2" charset="-122"/>
              </a:rPr>
              <a:t>中的</a:t>
            </a:r>
            <a:r>
              <a:rPr lang="en-US" altLang="zh-CN" sz="1900" dirty="0">
                <a:ea typeface="宋体" panose="02010600030101010101" pitchFamily="2" charset="-122"/>
              </a:rPr>
              <a:t>JSP</a:t>
            </a:r>
            <a:r>
              <a:rPr lang="zh-CN" altLang="en-US" sz="1900" dirty="0">
                <a:ea typeface="宋体" panose="02010600030101010101" pitchFamily="2" charset="-122"/>
              </a:rPr>
              <a:t>隐含对象是</a:t>
            </a:r>
            <a:r>
              <a:rPr lang="en-US" altLang="zh-CN" sz="1900" dirty="0">
                <a:ea typeface="宋体" panose="02010600030101010101" pitchFamily="2" charset="-122"/>
              </a:rPr>
              <a:t>pageContext</a:t>
            </a:r>
            <a:r>
              <a:rPr lang="zh-CN" altLang="en-US" sz="1900" dirty="0">
                <a:ea typeface="宋体" panose="02010600030101010101" pitchFamily="2" charset="-122"/>
              </a:rPr>
              <a:t>，与同名的</a:t>
            </a:r>
            <a:r>
              <a:rPr lang="en-US" altLang="zh-CN" sz="1900" dirty="0">
                <a:ea typeface="宋体" panose="02010600030101010101" pitchFamily="2" charset="-122"/>
              </a:rPr>
              <a:t>JSP</a:t>
            </a:r>
            <a:r>
              <a:rPr lang="zh-CN" altLang="en-US" sz="1900" dirty="0">
                <a:ea typeface="宋体" panose="02010600030101010101" pitchFamily="2" charset="-122"/>
              </a:rPr>
              <a:t>内置对象是同一个对象。在</a:t>
            </a:r>
            <a:r>
              <a:rPr lang="en-US" altLang="zh-CN" sz="1900" dirty="0">
                <a:ea typeface="宋体" panose="02010600030101010101" pitchFamily="2" charset="-122"/>
              </a:rPr>
              <a:t>EL</a:t>
            </a:r>
            <a:r>
              <a:rPr lang="zh-CN" altLang="en-US" sz="1900" dirty="0">
                <a:ea typeface="宋体" panose="02010600030101010101" pitchFamily="2" charset="-122"/>
              </a:rPr>
              <a:t>中可以通过</a:t>
            </a:r>
            <a:r>
              <a:rPr lang="en-US" altLang="zh-CN" sz="1900" dirty="0">
                <a:ea typeface="宋体" panose="02010600030101010101" pitchFamily="2" charset="-122"/>
              </a:rPr>
              <a:t>pageContext</a:t>
            </a:r>
            <a:r>
              <a:rPr lang="zh-CN" altLang="en-US" sz="1900" dirty="0">
                <a:ea typeface="宋体" panose="02010600030101010101" pitchFamily="2" charset="-122"/>
              </a:rPr>
              <a:t>对象获取</a:t>
            </a:r>
            <a:r>
              <a:rPr lang="en-US" altLang="zh-CN" sz="1900" dirty="0">
                <a:ea typeface="宋体" panose="02010600030101010101" pitchFamily="2" charset="-122"/>
              </a:rPr>
              <a:t>servletContext</a:t>
            </a:r>
            <a:r>
              <a:rPr lang="zh-CN" altLang="en-US" sz="1900" dirty="0">
                <a:ea typeface="宋体" panose="02010600030101010101" pitchFamily="2" charset="-122"/>
              </a:rPr>
              <a:t>、</a:t>
            </a:r>
            <a:r>
              <a:rPr lang="en-US" altLang="zh-CN" sz="1900" dirty="0">
                <a:ea typeface="宋体" panose="02010600030101010101" pitchFamily="2" charset="-122"/>
              </a:rPr>
              <a:t>session</a:t>
            </a:r>
            <a:r>
              <a:rPr lang="zh-CN" altLang="en-US" sz="1900" dirty="0">
                <a:ea typeface="宋体" panose="02010600030101010101" pitchFamily="2" charset="-122"/>
              </a:rPr>
              <a:t>、</a:t>
            </a:r>
            <a:r>
              <a:rPr lang="en-US" altLang="zh-CN" sz="1900" dirty="0">
                <a:ea typeface="宋体" panose="02010600030101010101" pitchFamily="2" charset="-122"/>
              </a:rPr>
              <a:t>request</a:t>
            </a:r>
            <a:r>
              <a:rPr lang="zh-CN" altLang="en-US" sz="1900" dirty="0">
                <a:ea typeface="宋体" panose="02010600030101010101" pitchFamily="2" charset="-122"/>
              </a:rPr>
              <a:t>和</a:t>
            </a:r>
            <a:r>
              <a:rPr lang="en-US" altLang="zh-CN" sz="1900" dirty="0">
                <a:ea typeface="宋体" panose="02010600030101010101" pitchFamily="2" charset="-122"/>
              </a:rPr>
              <a:t>response</a:t>
            </a:r>
            <a:r>
              <a:rPr lang="zh-CN" altLang="en-US" sz="1900" dirty="0">
                <a:ea typeface="宋体" panose="02010600030101010101" pitchFamily="2" charset="-122"/>
              </a:rPr>
              <a:t>等对象，然后通过这些对象得到相关的信息。 </a:t>
            </a:r>
            <a:endParaRPr lang="zh-CN" altLang="en-US" sz="1900" dirty="0">
              <a:ea typeface="宋体" panose="02010600030101010101" pitchFamily="2" charset="-122"/>
            </a:endParaRPr>
          </a:p>
          <a:p>
            <a:pPr>
              <a:lnSpc>
                <a:spcPct val="160000"/>
              </a:lnSpc>
              <a:buNone/>
            </a:pPr>
            <a:r>
              <a:rPr lang="en-US" altLang="zh-CN" sz="1900" dirty="0">
                <a:ea typeface="宋体" panose="02010600030101010101" pitchFamily="2" charset="-122"/>
              </a:rPr>
              <a:t>	2</a:t>
            </a:r>
            <a:r>
              <a:rPr lang="zh-CN" altLang="en-US" sz="1900" dirty="0">
                <a:ea typeface="宋体" panose="02010600030101010101" pitchFamily="2" charset="-122"/>
              </a:rPr>
              <a:t>．作用域访问隐含对象</a:t>
            </a:r>
            <a:endParaRPr lang="zh-CN" altLang="en-US" sz="1900" dirty="0">
              <a:ea typeface="宋体" panose="02010600030101010101" pitchFamily="2" charset="-122"/>
            </a:endParaRPr>
          </a:p>
          <a:p>
            <a:pPr>
              <a:lnSpc>
                <a:spcPct val="160000"/>
              </a:lnSpc>
              <a:buNone/>
            </a:pPr>
            <a:r>
              <a:rPr lang="en-US" altLang="zh-CN" sz="1900" dirty="0">
                <a:ea typeface="宋体" panose="02010600030101010101" pitchFamily="2" charset="-122"/>
              </a:rPr>
              <a:t>	EL</a:t>
            </a:r>
            <a:r>
              <a:rPr lang="zh-CN" altLang="en-US" sz="1900" dirty="0">
                <a:ea typeface="宋体" panose="02010600030101010101" pitchFamily="2" charset="-122"/>
              </a:rPr>
              <a:t>中共有</a:t>
            </a:r>
            <a:r>
              <a:rPr lang="en-US" altLang="zh-CN" sz="1900" dirty="0">
                <a:ea typeface="宋体" panose="02010600030101010101" pitchFamily="2" charset="-122"/>
              </a:rPr>
              <a:t>4</a:t>
            </a:r>
            <a:r>
              <a:rPr lang="zh-CN" altLang="en-US" sz="1900" dirty="0">
                <a:ea typeface="宋体" panose="02010600030101010101" pitchFamily="2" charset="-122"/>
              </a:rPr>
              <a:t>个作用域访问隐含对象，分别是</a:t>
            </a:r>
            <a:r>
              <a:rPr lang="en-US" altLang="zh-CN" sz="1900" dirty="0">
                <a:ea typeface="宋体" panose="02010600030101010101" pitchFamily="2" charset="-122"/>
              </a:rPr>
              <a:t>pageScope</a:t>
            </a:r>
            <a:r>
              <a:rPr lang="zh-CN" altLang="en-US" sz="1900" dirty="0">
                <a:ea typeface="宋体" panose="02010600030101010101" pitchFamily="2" charset="-122"/>
              </a:rPr>
              <a:t>、</a:t>
            </a:r>
            <a:r>
              <a:rPr lang="en-US" altLang="zh-CN" sz="1900" dirty="0">
                <a:ea typeface="宋体" panose="02010600030101010101" pitchFamily="2" charset="-122"/>
              </a:rPr>
              <a:t>requestScope</a:t>
            </a:r>
            <a:r>
              <a:rPr lang="zh-CN" altLang="en-US" sz="1900" dirty="0">
                <a:ea typeface="宋体" panose="02010600030101010101" pitchFamily="2" charset="-122"/>
              </a:rPr>
              <a:t>、</a:t>
            </a:r>
            <a:r>
              <a:rPr lang="en-US" altLang="zh-CN" sz="1900" dirty="0">
                <a:ea typeface="宋体" panose="02010600030101010101" pitchFamily="2" charset="-122"/>
              </a:rPr>
              <a:t>sessionScope</a:t>
            </a:r>
            <a:r>
              <a:rPr lang="zh-CN" altLang="en-US" sz="1900" dirty="0">
                <a:ea typeface="宋体" panose="02010600030101010101" pitchFamily="2" charset="-122"/>
              </a:rPr>
              <a:t>和</a:t>
            </a:r>
            <a:r>
              <a:rPr lang="en-US" altLang="zh-CN" sz="1900" dirty="0">
                <a:ea typeface="宋体" panose="02010600030101010101" pitchFamily="2" charset="-122"/>
              </a:rPr>
              <a:t>applicationScope</a:t>
            </a:r>
            <a:r>
              <a:rPr lang="zh-CN" altLang="en-US" sz="1900" dirty="0">
                <a:ea typeface="宋体" panose="02010600030101010101" pitchFamily="2" charset="-122"/>
              </a:rPr>
              <a:t>。通过这些隐含对象可以很方便的访问对应作用域中的属性。 </a:t>
            </a:r>
            <a:endParaRPr lang="zh-CN" altLang="en-US" sz="1900" dirty="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6385"/>
          <p:cNvSpPr>
            <a:spLocks noGrp="1"/>
          </p:cNvSpPr>
          <p:nvPr>
            <p:ph type="title"/>
          </p:nvPr>
        </p:nvSpPr>
        <p:spPr/>
        <p:txBody>
          <a:bodyPr anchor="ctr"/>
          <a:lstStyle/>
          <a:p>
            <a:r>
              <a:rPr lang="en-US" altLang="zh-CN" dirty="0">
                <a:ea typeface="宋体" panose="02010600030101010101" pitchFamily="2" charset="-122"/>
              </a:rPr>
              <a:t> JSP2.0</a:t>
            </a:r>
            <a:r>
              <a:rPr lang="zh-CN" altLang="en-US" dirty="0">
                <a:ea typeface="宋体" panose="02010600030101010101" pitchFamily="2" charset="-122"/>
              </a:rPr>
              <a:t>表达式语言（</a:t>
            </a:r>
            <a:r>
              <a:rPr lang="en-US" altLang="zh-CN" dirty="0">
                <a:ea typeface="宋体" panose="02010600030101010101" pitchFamily="2" charset="-122"/>
              </a:rPr>
              <a:t>EL</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16387" name="文本占位符 16386"/>
          <p:cNvSpPr>
            <a:spLocks noGrp="1"/>
          </p:cNvSpPr>
          <p:nvPr>
            <p:ph type="body" idx="1"/>
          </p:nvPr>
        </p:nvSpPr>
        <p:spPr/>
        <p:txBody>
          <a:bodyPr/>
          <a:lstStyle/>
          <a:p>
            <a:r>
              <a:rPr lang="zh-CN" altLang="en-US" dirty="0">
                <a:ea typeface="宋体" panose="02010600030101010101" pitchFamily="2" charset="-122"/>
              </a:rPr>
              <a:t>隐含对象</a:t>
            </a:r>
            <a:endParaRPr lang="zh-CN" altLang="en-US" dirty="0">
              <a:ea typeface="宋体" panose="02010600030101010101" pitchFamily="2" charset="-122"/>
            </a:endParaRPr>
          </a:p>
          <a:p>
            <a:pPr>
              <a:buNone/>
            </a:pPr>
            <a:r>
              <a:rPr lang="en-US" altLang="zh-CN" sz="1900" dirty="0">
                <a:ea typeface="宋体" panose="02010600030101010101" pitchFamily="2" charset="-122"/>
              </a:rPr>
              <a:t>	</a:t>
            </a:r>
            <a:endParaRPr lang="en-US" altLang="zh-CN" sz="1900" dirty="0">
              <a:ea typeface="宋体" panose="02010600030101010101" pitchFamily="2" charset="-122"/>
            </a:endParaRPr>
          </a:p>
          <a:p>
            <a:pPr>
              <a:lnSpc>
                <a:spcPct val="160000"/>
              </a:lnSpc>
              <a:buNone/>
            </a:pPr>
            <a:r>
              <a:rPr lang="en-US" altLang="zh-CN" sz="1900" dirty="0">
                <a:ea typeface="宋体" panose="02010600030101010101" pitchFamily="2" charset="-122"/>
              </a:rPr>
              <a:t>	3</a:t>
            </a:r>
            <a:r>
              <a:rPr lang="zh-CN" altLang="en-US" sz="1900" dirty="0">
                <a:ea typeface="宋体" panose="02010600030101010101" pitchFamily="2" charset="-122"/>
              </a:rPr>
              <a:t>．参数访问隐含对象</a:t>
            </a:r>
            <a:endParaRPr lang="zh-CN" altLang="en-US" sz="1900" dirty="0">
              <a:ea typeface="宋体" panose="02010600030101010101" pitchFamily="2" charset="-122"/>
            </a:endParaRPr>
          </a:p>
          <a:p>
            <a:pPr>
              <a:lnSpc>
                <a:spcPct val="160000"/>
              </a:lnSpc>
              <a:buNone/>
            </a:pPr>
            <a:r>
              <a:rPr lang="zh-CN" altLang="en-US" sz="1900" dirty="0">
                <a:ea typeface="宋体" panose="02010600030101010101" pitchFamily="2" charset="-122"/>
              </a:rPr>
              <a:t>	在</a:t>
            </a:r>
            <a:r>
              <a:rPr lang="en-US" altLang="zh-CN" sz="1900" dirty="0">
                <a:ea typeface="宋体" panose="02010600030101010101" pitchFamily="2" charset="-122"/>
              </a:rPr>
              <a:t>EL</a:t>
            </a:r>
            <a:r>
              <a:rPr lang="zh-CN" altLang="en-US" sz="1900" dirty="0">
                <a:ea typeface="宋体" panose="02010600030101010101" pitchFamily="2" charset="-122"/>
              </a:rPr>
              <a:t>中可以通过</a:t>
            </a:r>
            <a:r>
              <a:rPr lang="en-US" altLang="zh-CN" sz="1900" dirty="0">
                <a:ea typeface="宋体" panose="02010600030101010101" pitchFamily="2" charset="-122"/>
              </a:rPr>
              <a:t>param</a:t>
            </a:r>
            <a:r>
              <a:rPr lang="zh-CN" altLang="en-US" sz="1900" dirty="0">
                <a:ea typeface="宋体" panose="02010600030101010101" pitchFamily="2" charset="-122"/>
              </a:rPr>
              <a:t>和</a:t>
            </a:r>
            <a:r>
              <a:rPr lang="en-US" altLang="zh-CN" sz="1900" dirty="0">
                <a:ea typeface="宋体" panose="02010600030101010101" pitchFamily="2" charset="-122"/>
              </a:rPr>
              <a:t>paramValues</a:t>
            </a:r>
            <a:r>
              <a:rPr lang="zh-CN" altLang="en-US" sz="1900" dirty="0">
                <a:ea typeface="宋体" panose="02010600030101010101" pitchFamily="2" charset="-122"/>
              </a:rPr>
              <a:t>两个隐含对象获取</a:t>
            </a:r>
            <a:r>
              <a:rPr lang="en-US" altLang="zh-CN" sz="1900" dirty="0">
                <a:ea typeface="宋体" panose="02010600030101010101" pitchFamily="2" charset="-122"/>
              </a:rPr>
              <a:t>HTTP</a:t>
            </a:r>
            <a:r>
              <a:rPr lang="zh-CN" altLang="en-US" sz="1900" dirty="0">
                <a:ea typeface="宋体" panose="02010600030101010101" pitchFamily="2" charset="-122"/>
              </a:rPr>
              <a:t>请求参数。</a:t>
            </a:r>
            <a:endParaRPr lang="zh-CN" altLang="en-US" sz="1900" dirty="0">
              <a:ea typeface="宋体" panose="02010600030101010101" pitchFamily="2" charset="-122"/>
            </a:endParaRPr>
          </a:p>
          <a:p>
            <a:pPr>
              <a:lnSpc>
                <a:spcPct val="160000"/>
              </a:lnSpc>
              <a:buNone/>
            </a:pPr>
            <a:r>
              <a:rPr lang="en-US" altLang="zh-CN" sz="1900" dirty="0">
                <a:ea typeface="宋体" panose="02010600030101010101" pitchFamily="2" charset="-122"/>
              </a:rPr>
              <a:t>	param</a:t>
            </a:r>
            <a:r>
              <a:rPr lang="zh-CN" altLang="en-US" sz="1900" dirty="0">
                <a:ea typeface="宋体" panose="02010600030101010101" pitchFamily="2" charset="-122"/>
              </a:rPr>
              <a:t>：获取的参数只有一个值，返回值的类型为</a:t>
            </a:r>
            <a:r>
              <a:rPr lang="en-US" altLang="zh-CN" sz="1900" dirty="0">
                <a:ea typeface="宋体" panose="02010600030101010101" pitchFamily="2" charset="-122"/>
              </a:rPr>
              <a:t>String</a:t>
            </a:r>
            <a:r>
              <a:rPr lang="zh-CN" altLang="en-US" sz="1900" dirty="0">
                <a:ea typeface="宋体" panose="02010600030101010101" pitchFamily="2" charset="-122"/>
              </a:rPr>
              <a:t>，其作用相当于</a:t>
            </a:r>
            <a:r>
              <a:rPr lang="en-US" altLang="zh-CN" sz="1900" dirty="0">
                <a:ea typeface="宋体" panose="02010600030101010101" pitchFamily="2" charset="-122"/>
              </a:rPr>
              <a:t>request.getParameter</a:t>
            </a:r>
            <a:r>
              <a:rPr lang="zh-CN" altLang="en-US" sz="1900" dirty="0">
                <a:ea typeface="宋体" panose="02010600030101010101" pitchFamily="2" charset="-122"/>
              </a:rPr>
              <a:t>方法。</a:t>
            </a:r>
            <a:endParaRPr lang="zh-CN" altLang="en-US" sz="1900" dirty="0">
              <a:ea typeface="宋体" panose="02010600030101010101" pitchFamily="2" charset="-122"/>
            </a:endParaRPr>
          </a:p>
          <a:p>
            <a:pPr>
              <a:lnSpc>
                <a:spcPct val="160000"/>
              </a:lnSpc>
              <a:buNone/>
            </a:pPr>
            <a:r>
              <a:rPr lang="en-US" altLang="zh-CN" sz="1900" dirty="0">
                <a:ea typeface="宋体" panose="02010600030101010101" pitchFamily="2" charset="-122"/>
              </a:rPr>
              <a:t>	paramValues</a:t>
            </a:r>
            <a:r>
              <a:rPr lang="zh-CN" altLang="en-US" sz="1900" dirty="0">
                <a:ea typeface="宋体" panose="02010600030101010101" pitchFamily="2" charset="-122"/>
              </a:rPr>
              <a:t>：获取的参数可能有多个值，返回值的类型为</a:t>
            </a:r>
            <a:r>
              <a:rPr lang="en-US" altLang="zh-CN" sz="1900" dirty="0">
                <a:ea typeface="宋体" panose="02010600030101010101" pitchFamily="2" charset="-122"/>
              </a:rPr>
              <a:t>String</a:t>
            </a:r>
            <a:r>
              <a:rPr lang="zh-CN" altLang="en-US" sz="1900" dirty="0">
                <a:ea typeface="宋体" panose="02010600030101010101" pitchFamily="2" charset="-122"/>
              </a:rPr>
              <a:t>数组，其作用相当于</a:t>
            </a:r>
            <a:r>
              <a:rPr lang="en-US" altLang="zh-CN" sz="1900" dirty="0">
                <a:ea typeface="宋体" panose="02010600030101010101" pitchFamily="2" charset="-122"/>
              </a:rPr>
              <a:t>request.getParameterValues</a:t>
            </a:r>
            <a:r>
              <a:rPr lang="zh-CN" altLang="en-US" sz="1900" dirty="0">
                <a:ea typeface="宋体" panose="02010600030101010101" pitchFamily="2" charset="-122"/>
              </a:rPr>
              <a:t>方法。 </a:t>
            </a:r>
            <a:endParaRPr lang="zh-CN" altLang="en-US" sz="1900" dirty="0">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7409"/>
          <p:cNvSpPr>
            <a:spLocks noGrp="1"/>
          </p:cNvSpPr>
          <p:nvPr>
            <p:ph type="title"/>
          </p:nvPr>
        </p:nvSpPr>
        <p:spPr/>
        <p:txBody>
          <a:bodyPr anchor="ctr"/>
          <a:lstStyle/>
          <a:p>
            <a:r>
              <a:rPr lang="en-US" altLang="zh-CN" dirty="0">
                <a:ea typeface="宋体" panose="02010600030101010101" pitchFamily="2" charset="-122"/>
              </a:rPr>
              <a:t>JSP2.0</a:t>
            </a:r>
            <a:r>
              <a:rPr lang="zh-CN" altLang="en-US" dirty="0">
                <a:ea typeface="宋体" panose="02010600030101010101" pitchFamily="2" charset="-122"/>
              </a:rPr>
              <a:t>表达式语言（</a:t>
            </a:r>
            <a:r>
              <a:rPr lang="en-US" altLang="zh-CN" dirty="0">
                <a:ea typeface="宋体" panose="02010600030101010101" pitchFamily="2" charset="-122"/>
              </a:rPr>
              <a:t>EL</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17411" name="文本占位符 17410"/>
          <p:cNvSpPr>
            <a:spLocks noGrp="1"/>
          </p:cNvSpPr>
          <p:nvPr>
            <p:ph type="body" idx="1"/>
          </p:nvPr>
        </p:nvSpPr>
        <p:spPr/>
        <p:txBody>
          <a:bodyPr/>
          <a:lstStyle/>
          <a:p>
            <a:r>
              <a:rPr lang="zh-CN" altLang="en-US" dirty="0">
                <a:ea typeface="宋体" panose="02010600030101010101" pitchFamily="2" charset="-122"/>
              </a:rPr>
              <a:t>隐含对象</a:t>
            </a:r>
            <a:endParaRPr lang="zh-CN" altLang="en-US" dirty="0">
              <a:ea typeface="宋体" panose="02010600030101010101" pitchFamily="2" charset="-122"/>
            </a:endParaRPr>
          </a:p>
          <a:p>
            <a:pPr>
              <a:lnSpc>
                <a:spcPct val="160000"/>
              </a:lnSpc>
              <a:buNone/>
            </a:pPr>
            <a:r>
              <a:rPr lang="en-US" altLang="zh-CN" sz="1900" dirty="0">
                <a:ea typeface="宋体" panose="02010600030101010101" pitchFamily="2" charset="-122"/>
              </a:rPr>
              <a:t>	</a:t>
            </a:r>
            <a:endParaRPr lang="en-US" altLang="zh-CN" sz="1900" dirty="0">
              <a:ea typeface="宋体" panose="02010600030101010101" pitchFamily="2" charset="-122"/>
            </a:endParaRPr>
          </a:p>
          <a:p>
            <a:pPr>
              <a:lnSpc>
                <a:spcPct val="160000"/>
              </a:lnSpc>
              <a:buNone/>
            </a:pPr>
            <a:r>
              <a:rPr lang="en-US" altLang="zh-CN" sz="1900" dirty="0">
                <a:ea typeface="宋体" panose="02010600030101010101" pitchFamily="2" charset="-122"/>
              </a:rPr>
              <a:t>   </a:t>
            </a:r>
            <a:r>
              <a:rPr lang="en-US" altLang="zh-CN" sz="2000" dirty="0">
                <a:ea typeface="宋体" panose="02010600030101010101" pitchFamily="2" charset="-122"/>
              </a:rPr>
              <a:t>  4</a:t>
            </a:r>
            <a:r>
              <a:rPr lang="zh-CN" altLang="en-US" sz="2000" dirty="0">
                <a:ea typeface="宋体" panose="02010600030101010101" pitchFamily="2" charset="-122"/>
              </a:rPr>
              <a:t>．头部访问隐含对象</a:t>
            </a:r>
            <a:endParaRPr lang="zh-CN" altLang="en-US" sz="2000" dirty="0">
              <a:ea typeface="宋体" panose="02010600030101010101" pitchFamily="2" charset="-122"/>
            </a:endParaRPr>
          </a:p>
          <a:p>
            <a:pPr>
              <a:lnSpc>
                <a:spcPct val="160000"/>
              </a:lnSpc>
              <a:buNone/>
            </a:pPr>
            <a:r>
              <a:rPr lang="zh-CN" altLang="en-US" sz="2000" dirty="0">
                <a:ea typeface="宋体" panose="02010600030101010101" pitchFamily="2" charset="-122"/>
              </a:rPr>
              <a:t>	在</a:t>
            </a:r>
            <a:r>
              <a:rPr lang="en-US" altLang="zh-CN" sz="2000" dirty="0">
                <a:ea typeface="宋体" panose="02010600030101010101" pitchFamily="2" charset="-122"/>
              </a:rPr>
              <a:t>EL</a:t>
            </a:r>
            <a:r>
              <a:rPr lang="zh-CN" altLang="en-US" sz="2000" dirty="0">
                <a:ea typeface="宋体" panose="02010600030101010101" pitchFamily="2" charset="-122"/>
              </a:rPr>
              <a:t>中通过</a:t>
            </a:r>
            <a:r>
              <a:rPr lang="en-US" altLang="zh-CN" sz="2000" dirty="0">
                <a:ea typeface="宋体" panose="02010600030101010101" pitchFamily="2" charset="-122"/>
              </a:rPr>
              <a:t>header</a:t>
            </a:r>
            <a:r>
              <a:rPr lang="zh-CN" altLang="en-US" sz="2000" dirty="0">
                <a:ea typeface="宋体" panose="02010600030101010101" pitchFamily="2" charset="-122"/>
              </a:rPr>
              <a:t>、</a:t>
            </a:r>
            <a:r>
              <a:rPr lang="en-US" altLang="zh-CN" sz="2000" dirty="0">
                <a:ea typeface="宋体" panose="02010600030101010101" pitchFamily="2" charset="-122"/>
              </a:rPr>
              <a:t>headerValues</a:t>
            </a:r>
            <a:r>
              <a:rPr lang="zh-CN" altLang="en-US" sz="2000" dirty="0">
                <a:ea typeface="宋体" panose="02010600030101010101" pitchFamily="2" charset="-122"/>
              </a:rPr>
              <a:t>和</a:t>
            </a:r>
            <a:r>
              <a:rPr lang="en-US" altLang="zh-CN" sz="2000" dirty="0">
                <a:ea typeface="宋体" panose="02010600030101010101" pitchFamily="2" charset="-122"/>
              </a:rPr>
              <a:t>cookie</a:t>
            </a:r>
            <a:r>
              <a:rPr lang="zh-CN" altLang="en-US" sz="2000" dirty="0">
                <a:ea typeface="宋体" panose="02010600030101010101" pitchFamily="2" charset="-122"/>
              </a:rPr>
              <a:t>隐含对象访问</a:t>
            </a:r>
            <a:r>
              <a:rPr lang="en-US" altLang="zh-CN" sz="2000" dirty="0">
                <a:ea typeface="宋体" panose="02010600030101010101" pitchFamily="2" charset="-122"/>
              </a:rPr>
              <a:t>HTTP</a:t>
            </a:r>
            <a:r>
              <a:rPr lang="zh-CN" altLang="en-US" sz="2000" dirty="0">
                <a:ea typeface="宋体" panose="02010600030101010101" pitchFamily="2" charset="-122"/>
              </a:rPr>
              <a:t>请求中头部或</a:t>
            </a:r>
            <a:r>
              <a:rPr lang="en-US" altLang="zh-CN" sz="2000" dirty="0">
                <a:ea typeface="宋体" panose="02010600030101010101" pitchFamily="2" charset="-122"/>
              </a:rPr>
              <a:t>cookie</a:t>
            </a:r>
            <a:r>
              <a:rPr lang="zh-CN" altLang="en-US" sz="2000" dirty="0">
                <a:ea typeface="宋体" panose="02010600030101010101" pitchFamily="2" charset="-122"/>
              </a:rPr>
              <a:t>中的信息。</a:t>
            </a:r>
            <a:r>
              <a:rPr lang="en-US" altLang="zh-CN" sz="2000" dirty="0">
                <a:ea typeface="宋体" panose="02010600030101010101" pitchFamily="2" charset="-122"/>
              </a:rPr>
              <a:t>Header</a:t>
            </a:r>
            <a:r>
              <a:rPr lang="zh-CN" altLang="en-US" sz="2000" dirty="0">
                <a:ea typeface="宋体" panose="02010600030101010101" pitchFamily="2" charset="-122"/>
              </a:rPr>
              <a:t>与</a:t>
            </a:r>
            <a:r>
              <a:rPr lang="en-US" altLang="zh-CN" sz="2000" dirty="0">
                <a:ea typeface="宋体" panose="02010600030101010101" pitchFamily="2" charset="-122"/>
              </a:rPr>
              <a:t>headerValues</a:t>
            </a:r>
            <a:r>
              <a:rPr lang="zh-CN" altLang="en-US" sz="2000" dirty="0">
                <a:ea typeface="宋体" panose="02010600030101010101" pitchFamily="2" charset="-122"/>
              </a:rPr>
              <a:t>的不同在于</a:t>
            </a:r>
            <a:r>
              <a:rPr lang="en-US" altLang="zh-CN" sz="2000" dirty="0">
                <a:ea typeface="宋体" panose="02010600030101010101" pitchFamily="2" charset="-122"/>
              </a:rPr>
              <a:t>header</a:t>
            </a:r>
            <a:r>
              <a:rPr lang="zh-CN" altLang="en-US" sz="2000" dirty="0">
                <a:ea typeface="宋体" panose="02010600030101010101" pitchFamily="2" charset="-122"/>
              </a:rPr>
              <a:t>返回值的类型为</a:t>
            </a:r>
            <a:r>
              <a:rPr lang="en-US" altLang="zh-CN" sz="2000" dirty="0">
                <a:ea typeface="宋体" panose="02010600030101010101" pitchFamily="2" charset="-122"/>
              </a:rPr>
              <a:t>String</a:t>
            </a:r>
            <a:r>
              <a:rPr lang="zh-CN" altLang="en-US" sz="2000" dirty="0">
                <a:ea typeface="宋体" panose="02010600030101010101" pitchFamily="2" charset="-122"/>
              </a:rPr>
              <a:t>，</a:t>
            </a:r>
            <a:r>
              <a:rPr lang="en-US" altLang="zh-CN" sz="2000" dirty="0">
                <a:ea typeface="宋体" panose="02010600030101010101" pitchFamily="2" charset="-122"/>
              </a:rPr>
              <a:t>headerValues</a:t>
            </a:r>
            <a:r>
              <a:rPr lang="zh-CN" altLang="en-US" sz="2000" dirty="0">
                <a:ea typeface="宋体" panose="02010600030101010101" pitchFamily="2" charset="-122"/>
              </a:rPr>
              <a:t>返回值的类型为</a:t>
            </a:r>
            <a:r>
              <a:rPr lang="en-US" altLang="zh-CN" sz="2000" dirty="0">
                <a:ea typeface="宋体" panose="02010600030101010101" pitchFamily="2" charset="-122"/>
              </a:rPr>
              <a:t>String</a:t>
            </a:r>
            <a:r>
              <a:rPr lang="zh-CN" altLang="en-US" sz="2000" dirty="0">
                <a:ea typeface="宋体" panose="02010600030101010101" pitchFamily="2" charset="-122"/>
              </a:rPr>
              <a:t>数组。 </a:t>
            </a:r>
            <a:endParaRPr lang="zh-CN" altLang="en-US" sz="2000" dirty="0">
              <a:ea typeface="宋体" panose="02010600030101010101" pitchFamily="2" charset="-122"/>
            </a:endParaRPr>
          </a:p>
          <a:p>
            <a:pPr>
              <a:lnSpc>
                <a:spcPct val="160000"/>
              </a:lnSpc>
              <a:buNone/>
            </a:pPr>
            <a:r>
              <a:rPr lang="en-US" altLang="zh-CN" sz="2000" dirty="0">
                <a:ea typeface="宋体" panose="02010600030101010101" pitchFamily="2" charset="-122"/>
              </a:rPr>
              <a:t>	5</a:t>
            </a:r>
            <a:r>
              <a:rPr lang="zh-CN" altLang="en-US" sz="2000" dirty="0">
                <a:ea typeface="宋体" panose="02010600030101010101" pitchFamily="2" charset="-122"/>
              </a:rPr>
              <a:t>．初始化参数访问隐含对象</a:t>
            </a:r>
            <a:endParaRPr lang="zh-CN" altLang="en-US" sz="2000" dirty="0">
              <a:ea typeface="宋体" panose="02010600030101010101" pitchFamily="2" charset="-122"/>
            </a:endParaRPr>
          </a:p>
          <a:p>
            <a:pPr>
              <a:lnSpc>
                <a:spcPct val="160000"/>
              </a:lnSpc>
              <a:buNone/>
            </a:pPr>
            <a:r>
              <a:rPr lang="en-US" altLang="zh-CN" sz="2000" dirty="0">
                <a:ea typeface="宋体" panose="02010600030101010101" pitchFamily="2" charset="-122"/>
              </a:rPr>
              <a:t>	Web</a:t>
            </a:r>
            <a:r>
              <a:rPr lang="zh-CN" altLang="en-US" sz="2000" dirty="0">
                <a:ea typeface="宋体" panose="02010600030101010101" pitchFamily="2" charset="-122"/>
              </a:rPr>
              <a:t>应用的一些初始化参数通常在</a:t>
            </a:r>
            <a:r>
              <a:rPr lang="en-US" altLang="zh-CN" sz="2000" dirty="0">
                <a:ea typeface="宋体" panose="02010600030101010101" pitchFamily="2" charset="-122"/>
              </a:rPr>
              <a:t>Web</a:t>
            </a:r>
            <a:r>
              <a:rPr lang="zh-CN" altLang="en-US" sz="2000" dirty="0">
                <a:ea typeface="宋体" panose="02010600030101010101" pitchFamily="2" charset="-122"/>
              </a:rPr>
              <a:t>应用的</a:t>
            </a:r>
            <a:r>
              <a:rPr lang="en-US" altLang="zh-CN" sz="2000" dirty="0">
                <a:ea typeface="宋体" panose="02010600030101010101" pitchFamily="2" charset="-122"/>
              </a:rPr>
              <a:t>web.xml</a:t>
            </a:r>
            <a:r>
              <a:rPr lang="zh-CN" altLang="en-US" sz="2000" dirty="0">
                <a:ea typeface="宋体" panose="02010600030101010101" pitchFamily="2" charset="-122"/>
              </a:rPr>
              <a:t>文件中进行设置，</a:t>
            </a:r>
            <a:r>
              <a:rPr lang="en-US" altLang="zh-CN" sz="2000" dirty="0">
                <a:ea typeface="宋体" panose="02010600030101010101" pitchFamily="2" charset="-122"/>
              </a:rPr>
              <a:t>EL</a:t>
            </a:r>
            <a:r>
              <a:rPr lang="zh-CN" altLang="en-US" sz="2000" dirty="0">
                <a:ea typeface="宋体" panose="02010600030101010101" pitchFamily="2" charset="-122"/>
              </a:rPr>
              <a:t>中可以通过初始化参数访问隐含对象</a:t>
            </a:r>
            <a:r>
              <a:rPr lang="en-US" altLang="zh-CN" sz="2000" dirty="0">
                <a:ea typeface="宋体" panose="02010600030101010101" pitchFamily="2" charset="-122"/>
              </a:rPr>
              <a:t>iniParam</a:t>
            </a:r>
            <a:r>
              <a:rPr lang="zh-CN" altLang="en-US" sz="2000" dirty="0">
                <a:ea typeface="宋体" panose="02010600030101010101" pitchFamily="2" charset="-122"/>
              </a:rPr>
              <a:t>来进行访问。 </a:t>
            </a:r>
            <a:endParaRPr lang="zh-CN" altLang="en-US" sz="2000" dirty="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8433"/>
          <p:cNvSpPr>
            <a:spLocks noGrp="1"/>
          </p:cNvSpPr>
          <p:nvPr>
            <p:ph type="title"/>
          </p:nvPr>
        </p:nvSpPr>
        <p:spPr/>
        <p:txBody>
          <a:bodyPr anchor="ctr"/>
          <a:lstStyle/>
          <a:p>
            <a:r>
              <a:rPr lang="en-US" altLang="zh-CN" dirty="0">
                <a:ea typeface="宋体" panose="02010600030101010101" pitchFamily="2" charset="-122"/>
              </a:rPr>
              <a:t>JSP2.0</a:t>
            </a:r>
            <a:r>
              <a:rPr lang="zh-CN" altLang="en-US" dirty="0">
                <a:ea typeface="宋体" panose="02010600030101010101" pitchFamily="2" charset="-122"/>
              </a:rPr>
              <a:t>表达式语言（</a:t>
            </a:r>
            <a:r>
              <a:rPr lang="en-US" altLang="zh-CN" dirty="0">
                <a:ea typeface="宋体" panose="02010600030101010101" pitchFamily="2" charset="-122"/>
              </a:rPr>
              <a:t>EL</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18435" name="文本占位符 18434"/>
          <p:cNvSpPr>
            <a:spLocks noGrp="1"/>
          </p:cNvSpPr>
          <p:nvPr>
            <p:ph type="body" idx="1"/>
          </p:nvPr>
        </p:nvSpPr>
        <p:spPr/>
        <p:txBody>
          <a:bodyPr/>
          <a:lstStyle/>
          <a:p>
            <a:r>
              <a:rPr lang="zh-CN" altLang="en-US" dirty="0">
                <a:ea typeface="宋体" panose="02010600030101010101" pitchFamily="2" charset="-122"/>
              </a:rPr>
              <a:t>定义使用函数</a:t>
            </a:r>
            <a:endParaRPr lang="zh-CN" altLang="en-US" dirty="0">
              <a:ea typeface="宋体" panose="02010600030101010101" pitchFamily="2" charset="-122"/>
            </a:endParaRPr>
          </a:p>
          <a:p>
            <a:pPr>
              <a:lnSpc>
                <a:spcPct val="160000"/>
              </a:lnSpc>
              <a:buNone/>
            </a:pPr>
            <a:r>
              <a:rPr lang="zh-CN" altLang="en-US" sz="1900" dirty="0">
                <a:ea typeface="宋体" panose="02010600030101010101" pitchFamily="2" charset="-122"/>
              </a:rPr>
              <a:t>	</a:t>
            </a:r>
            <a:endParaRPr lang="zh-CN" altLang="en-US" sz="1900" dirty="0">
              <a:ea typeface="宋体" panose="02010600030101010101" pitchFamily="2" charset="-122"/>
            </a:endParaRPr>
          </a:p>
          <a:p>
            <a:pPr>
              <a:lnSpc>
                <a:spcPct val="160000"/>
              </a:lnSpc>
              <a:buNone/>
            </a:pPr>
            <a:r>
              <a:rPr lang="zh-CN" altLang="en-US" sz="1900" dirty="0">
                <a:ea typeface="宋体" panose="02010600030101010101" pitchFamily="2" charset="-122"/>
              </a:rPr>
              <a:t>	在设计</a:t>
            </a:r>
            <a:r>
              <a:rPr lang="en-US" altLang="zh-CN" sz="1900" dirty="0">
                <a:ea typeface="宋体" panose="02010600030101010101" pitchFamily="2" charset="-122"/>
              </a:rPr>
              <a:t>JSP</a:t>
            </a:r>
            <a:r>
              <a:rPr lang="zh-CN" altLang="en-US" sz="1900" dirty="0">
                <a:ea typeface="宋体" panose="02010600030101010101" pitchFamily="2" charset="-122"/>
              </a:rPr>
              <a:t>页面时，可以通过自定义</a:t>
            </a:r>
            <a:r>
              <a:rPr lang="en-US" altLang="zh-CN" sz="1900" dirty="0">
                <a:ea typeface="宋体" panose="02010600030101010101" pitchFamily="2" charset="-122"/>
              </a:rPr>
              <a:t>EL</a:t>
            </a:r>
            <a:r>
              <a:rPr lang="zh-CN" altLang="en-US" sz="1900" dirty="0">
                <a:ea typeface="宋体" panose="02010600030101010101" pitchFamily="2" charset="-122"/>
              </a:rPr>
              <a:t>函数来实现代码重用的功能，从而提高开发效率。自定义的</a:t>
            </a:r>
            <a:r>
              <a:rPr lang="en-US" altLang="zh-CN" sz="1900" dirty="0">
                <a:ea typeface="宋体" panose="02010600030101010101" pitchFamily="2" charset="-122"/>
              </a:rPr>
              <a:t>EL</a:t>
            </a:r>
            <a:r>
              <a:rPr lang="zh-CN" altLang="en-US" sz="1900" dirty="0">
                <a:ea typeface="宋体" panose="02010600030101010101" pitchFamily="2" charset="-122"/>
              </a:rPr>
              <a:t>函数对应</a:t>
            </a:r>
            <a:r>
              <a:rPr lang="en-US" altLang="zh-CN" sz="1900" dirty="0">
                <a:ea typeface="宋体" panose="02010600030101010101" pitchFamily="2" charset="-122"/>
              </a:rPr>
              <a:t>Java</a:t>
            </a:r>
            <a:r>
              <a:rPr lang="zh-CN" altLang="en-US" sz="1900" dirty="0">
                <a:ea typeface="宋体" panose="02010600030101010101" pitchFamily="2" charset="-122"/>
              </a:rPr>
              <a:t>类中定义的静态方法，</a:t>
            </a:r>
            <a:r>
              <a:rPr lang="en-US" altLang="zh-CN" sz="1900" dirty="0">
                <a:ea typeface="宋体" panose="02010600030101010101" pitchFamily="2" charset="-122"/>
              </a:rPr>
              <a:t>Java</a:t>
            </a:r>
            <a:r>
              <a:rPr lang="zh-CN" altLang="en-US" sz="1900" dirty="0">
                <a:ea typeface="宋体" panose="02010600030101010101" pitchFamily="2" charset="-122"/>
              </a:rPr>
              <a:t>类可以自己设计，也可以直接使用</a:t>
            </a:r>
            <a:r>
              <a:rPr lang="en-US" altLang="zh-CN" sz="1900" dirty="0">
                <a:ea typeface="宋体" panose="02010600030101010101" pitchFamily="2" charset="-122"/>
              </a:rPr>
              <a:t>JDK API</a:t>
            </a:r>
            <a:r>
              <a:rPr lang="zh-CN" altLang="en-US" sz="1900" dirty="0">
                <a:ea typeface="宋体" panose="02010600030101010101" pitchFamily="2" charset="-122"/>
              </a:rPr>
              <a:t>中提供的类。在这里关键是如何将</a:t>
            </a:r>
            <a:r>
              <a:rPr lang="en-US" altLang="zh-CN" sz="1900" dirty="0">
                <a:ea typeface="宋体" panose="02010600030101010101" pitchFamily="2" charset="-122"/>
              </a:rPr>
              <a:t>EL</a:t>
            </a:r>
            <a:r>
              <a:rPr lang="zh-CN" altLang="en-US" sz="1900" dirty="0">
                <a:ea typeface="宋体" panose="02010600030101010101" pitchFamily="2" charset="-122"/>
              </a:rPr>
              <a:t>表达式与</a:t>
            </a:r>
            <a:r>
              <a:rPr lang="en-US" altLang="zh-CN" sz="1900" dirty="0">
                <a:ea typeface="宋体" panose="02010600030101010101" pitchFamily="2" charset="-122"/>
              </a:rPr>
              <a:t>Java</a:t>
            </a:r>
            <a:r>
              <a:rPr lang="zh-CN" altLang="en-US" sz="1900" dirty="0">
                <a:ea typeface="宋体" panose="02010600030101010101" pitchFamily="2" charset="-122"/>
              </a:rPr>
              <a:t>类中的静态方法关联起来。</a:t>
            </a:r>
            <a:endParaRPr lang="zh-CN" altLang="en-US" sz="1900" dirty="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直角三角形 10"/>
          <p:cNvSpPr/>
          <p:nvPr/>
        </p:nvSpPr>
        <p:spPr>
          <a:xfrm rot="8100000">
            <a:off x="1283635" y="4133852"/>
            <a:ext cx="6197937" cy="6197597"/>
          </a:xfrm>
          <a:prstGeom prst="rtTriangle">
            <a:avLst/>
          </a:prstGeom>
          <a:blipFill dpi="0" rotWithShape="0">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7" name="直角三角形 6"/>
          <p:cNvSpPr/>
          <p:nvPr/>
        </p:nvSpPr>
        <p:spPr>
          <a:xfrm rot="13500000" flipV="1">
            <a:off x="2701051" y="-3658558"/>
            <a:ext cx="7316717" cy="7317118"/>
          </a:xfrm>
          <a:prstGeom prst="rtTriangle">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3" name="直角三角形 2"/>
          <p:cNvSpPr/>
          <p:nvPr/>
        </p:nvSpPr>
        <p:spPr>
          <a:xfrm rot="8100000">
            <a:off x="6909309" y="4826403"/>
            <a:ext cx="4812758" cy="4812494"/>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9" name="TextBox 76"/>
          <p:cNvSpPr txBox="1"/>
          <p:nvPr/>
        </p:nvSpPr>
        <p:spPr>
          <a:xfrm>
            <a:off x="3162577" y="1672109"/>
            <a:ext cx="6515735" cy="743585"/>
          </a:xfrm>
          <a:prstGeom prst="rect">
            <a:avLst/>
          </a:prstGeom>
          <a:noFill/>
        </p:spPr>
        <p:txBody>
          <a:bodyPr wrap="none" lIns="128583" tIns="64291" rIns="128583" bIns="64291" rtlCol="0">
            <a:spAutoFit/>
          </a:bodyPr>
          <a:lstStyle/>
          <a:p>
            <a:pPr algn="ctr"/>
            <a:r>
              <a:rPr kumimoji="1" altLang="zh-CN" sz="4000" b="1" dirty="0">
                <a:solidFill>
                  <a:srgbClr val="43536A"/>
                </a:solidFill>
                <a:cs typeface="+mn-ea"/>
              </a:rPr>
              <a:t>10.2</a:t>
            </a:r>
            <a:r>
              <a:rPr kumimoji="1" lang="en-US" sz="4000" b="1" dirty="0">
                <a:solidFill>
                  <a:srgbClr val="43536A"/>
                </a:solidFill>
                <a:cs typeface="+mn-ea"/>
              </a:rPr>
              <a:t> </a:t>
            </a:r>
            <a:r>
              <a:rPr kumimoji="1" altLang="zh-CN" sz="4000" b="1" dirty="0">
                <a:solidFill>
                  <a:srgbClr val="43536A"/>
                </a:solidFill>
                <a:cs typeface="+mn-ea"/>
              </a:rPr>
              <a:t> JSP标准标签库（JSTL）</a:t>
            </a:r>
            <a:endParaRPr kumimoji="1" altLang="zh-CN" sz="4000" b="1" dirty="0">
              <a:solidFill>
                <a:srgbClr val="43536A"/>
              </a:solidFill>
              <a:cs typeface="+mn-ea"/>
            </a:endParaRPr>
          </a:p>
        </p:txBody>
      </p:sp>
      <p:sp>
        <p:nvSpPr>
          <p:cNvPr id="10" name="直角三角形 9"/>
          <p:cNvSpPr/>
          <p:nvPr/>
        </p:nvSpPr>
        <p:spPr>
          <a:xfrm rot="13500000" flipV="1">
            <a:off x="1037730" y="-1245854"/>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ppt_x"/>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1000" fill="hold"/>
                                        <p:tgtEl>
                                          <p:spTgt spid="11"/>
                                        </p:tgtEl>
                                        <p:attrNameLst>
                                          <p:attrName>ppt_x</p:attrName>
                                        </p:attrNameLst>
                                      </p:cBhvr>
                                      <p:tavLst>
                                        <p:tav tm="0">
                                          <p:val>
                                            <p:strVal val="#ppt_x"/>
                                          </p:val>
                                        </p:tav>
                                        <p:tav tm="100000">
                                          <p:val>
                                            <p:strVal val="#ppt_x"/>
                                          </p:val>
                                        </p:tav>
                                      </p:tavLst>
                                    </p:anim>
                                    <p:anim calcmode="lin" valueType="num">
                                      <p:cBhvr additive="base">
                                        <p:cTn id="14" dur="10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ppt_x"/>
                                          </p:val>
                                        </p:tav>
                                        <p:tav tm="100000">
                                          <p:val>
                                            <p:strVal val="#ppt_x"/>
                                          </p:val>
                                        </p:tav>
                                      </p:tavLst>
                                    </p:anim>
                                    <p:anim calcmode="lin" valueType="num">
                                      <p:cBhvr additive="base">
                                        <p:cTn id="18" dur="1000" fill="hold"/>
                                        <p:tgtEl>
                                          <p:spTgt spid="7"/>
                                        </p:tgtEl>
                                        <p:attrNameLst>
                                          <p:attrName>ppt_y</p:attrName>
                                        </p:attrNameLst>
                                      </p:cBhvr>
                                      <p:tavLst>
                                        <p:tav tm="0">
                                          <p:val>
                                            <p:strVal val="0-#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1000" fill="hold"/>
                                        <p:tgtEl>
                                          <p:spTgt spid="3"/>
                                        </p:tgtEl>
                                        <p:attrNameLst>
                                          <p:attrName>ppt_x</p:attrName>
                                        </p:attrNameLst>
                                      </p:cBhvr>
                                      <p:tavLst>
                                        <p:tav tm="0">
                                          <p:val>
                                            <p:strVal val="#ppt_x"/>
                                          </p:val>
                                        </p:tav>
                                        <p:tav tm="100000">
                                          <p:val>
                                            <p:strVal val="#ppt_x"/>
                                          </p:val>
                                        </p:tav>
                                      </p:tavLst>
                                    </p:anim>
                                    <p:anim calcmode="lin" valueType="num">
                                      <p:cBhvr additive="base">
                                        <p:cTn id="22" dur="1000" fill="hold"/>
                                        <p:tgtEl>
                                          <p:spTgt spid="3"/>
                                        </p:tgtEl>
                                        <p:attrNameLst>
                                          <p:attrName>ppt_y</p:attrName>
                                        </p:attrNameLst>
                                      </p:cBhvr>
                                      <p:tavLst>
                                        <p:tav tm="0">
                                          <p:val>
                                            <p:strVal val="1+#ppt_h/2"/>
                                          </p:val>
                                        </p:tav>
                                        <p:tav tm="100000">
                                          <p:val>
                                            <p:strVal val="#ppt_y"/>
                                          </p:val>
                                        </p:tav>
                                      </p:tavLst>
                                    </p:anim>
                                  </p:childTnLst>
                                </p:cTn>
                              </p:par>
                              <p:par>
                                <p:cTn id="23" presetID="2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7" grpId="0" bldLvl="0" animBg="1"/>
      <p:bldP spid="3" grpId="0" bldLvl="0" animBg="1"/>
      <p:bldP spid="9" grpId="0"/>
      <p:bldP spid="10"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62184" y="606069"/>
            <a:ext cx="11264801" cy="656296"/>
          </a:xfrm>
        </p:spPr>
        <p:txBody>
          <a:bodyPr/>
          <a:lstStyle/>
          <a:p>
            <a:r>
              <a:rPr lang="en-US" altLang="zh-CN" dirty="0">
                <a:ea typeface="宋体" panose="02010600030101010101" pitchFamily="2" charset="-122"/>
                <a:sym typeface="+mn-ea"/>
              </a:rPr>
              <a:t>JSP</a:t>
            </a:r>
            <a:r>
              <a:rPr lang="zh-CN" altLang="en-US" dirty="0">
                <a:ea typeface="宋体" panose="02010600030101010101" pitchFamily="2" charset="-122"/>
                <a:sym typeface="+mn-ea"/>
              </a:rPr>
              <a:t>标准标签库（</a:t>
            </a:r>
            <a:r>
              <a:rPr lang="en-US" altLang="zh-CN" dirty="0">
                <a:ea typeface="宋体" panose="02010600030101010101" pitchFamily="2" charset="-122"/>
                <a:sym typeface="+mn-ea"/>
              </a:rPr>
              <a:t>JSTL</a:t>
            </a:r>
            <a:r>
              <a:rPr lang="zh-CN" altLang="en-US" dirty="0">
                <a:ea typeface="宋体" panose="02010600030101010101" pitchFamily="2" charset="-122"/>
                <a:sym typeface="+mn-ea"/>
              </a:rPr>
              <a:t>）</a:t>
            </a:r>
            <a:endParaRPr dirty="0">
              <a:ea typeface="宋体" panose="02010600030101010101" pitchFamily="2" charset="-122"/>
            </a:endParaRPr>
          </a:p>
        </p:txBody>
      </p:sp>
      <p:sp>
        <p:nvSpPr>
          <p:cNvPr id="3" name="矩形 2"/>
          <p:cNvSpPr/>
          <p:nvPr/>
        </p:nvSpPr>
        <p:spPr>
          <a:xfrm>
            <a:off x="1100788" y="2104157"/>
            <a:ext cx="2436799" cy="900204"/>
          </a:xfrm>
          <a:prstGeom prst="rect">
            <a:avLst/>
          </a:prstGeom>
        </p:spPr>
        <p:txBody>
          <a:bodyPr wrap="none" lIns="91397" tIns="45699" rIns="91397" bIns="45699">
            <a:spAutoFit/>
          </a:bodyPr>
          <a:lstStyle/>
          <a:p>
            <a:pPr marL="573405" indent="-573405">
              <a:lnSpc>
                <a:spcPct val="150000"/>
              </a:lnSpc>
              <a:spcBef>
                <a:spcPct val="20000"/>
              </a:spcBef>
              <a:buClr>
                <a:srgbClr val="333399"/>
              </a:buClr>
            </a:pPr>
            <a:r>
              <a:rPr lang="zh-CN" altLang="en-US" sz="3500" b="1" kern="0" dirty="0">
                <a:solidFill>
                  <a:srgbClr val="000000"/>
                </a:solidFill>
                <a:latin typeface="Arial" panose="020B0604020202020204"/>
                <a:ea typeface="楷体_GB2312" pitchFamily="1" charset="-122"/>
              </a:rPr>
              <a:t>本课任务：</a:t>
            </a:r>
            <a:endParaRPr lang="zh-CN" altLang="en-US" sz="3500" b="1" kern="0" dirty="0">
              <a:solidFill>
                <a:srgbClr val="000000"/>
              </a:solidFill>
              <a:latin typeface="Arial" panose="020B0604020202020204"/>
              <a:ea typeface="楷体_GB2312" pitchFamily="1" charset="-122"/>
            </a:endParaRPr>
          </a:p>
        </p:txBody>
      </p:sp>
      <p:sp>
        <p:nvSpPr>
          <p:cNvPr id="6" name="Rectangle 3"/>
          <p:cNvSpPr txBox="1">
            <a:spLocks noChangeArrowheads="1"/>
          </p:cNvSpPr>
          <p:nvPr/>
        </p:nvSpPr>
        <p:spPr bwMode="auto">
          <a:xfrm>
            <a:off x="3537674" y="2330723"/>
            <a:ext cx="8353425"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34" tIns="57368" rIns="114734" bIns="57368"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0625"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665"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70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marL="457200" indent="-457200">
              <a:lnSpc>
                <a:spcPct val="90000"/>
              </a:lnSpc>
            </a:pPr>
            <a:r>
              <a:rPr lang="en-US" altLang="zh-CN" sz="2800" dirty="0">
                <a:ea typeface="宋体" panose="02010600030101010101" pitchFamily="2" charset="-122"/>
                <a:sym typeface="+mn-ea"/>
              </a:rPr>
              <a:t> JSP</a:t>
            </a:r>
            <a:r>
              <a:rPr lang="zh-CN" altLang="en-US" sz="2800" dirty="0">
                <a:ea typeface="宋体" panose="02010600030101010101" pitchFamily="2" charset="-122"/>
                <a:sym typeface="+mn-ea"/>
              </a:rPr>
              <a:t>标准标签库（</a:t>
            </a:r>
            <a:r>
              <a:rPr lang="en-US" altLang="zh-CN" sz="2800" dirty="0">
                <a:ea typeface="宋体" panose="02010600030101010101" pitchFamily="2" charset="-122"/>
                <a:sym typeface="+mn-ea"/>
              </a:rPr>
              <a:t>JSTL</a:t>
            </a:r>
            <a:r>
              <a:rPr lang="zh-CN" altLang="en-US" sz="2800" dirty="0">
                <a:ea typeface="宋体" panose="02010600030101010101" pitchFamily="2" charset="-122"/>
                <a:sym typeface="+mn-ea"/>
              </a:rPr>
              <a:t>） </a:t>
            </a:r>
            <a:endParaRPr lang="zh-CN" altLang="en-US" sz="2800" dirty="0">
              <a:ea typeface="宋体" panose="02010600030101010101" pitchFamily="2" charset="-122"/>
            </a:endParaRPr>
          </a:p>
          <a:p>
            <a:pPr marL="1075055" lvl="1" indent="-533400">
              <a:lnSpc>
                <a:spcPct val="150000"/>
              </a:lnSpc>
            </a:pPr>
            <a:r>
              <a:rPr lang="en-US" altLang="zh-CN" sz="2800" dirty="0">
                <a:ea typeface="宋体" panose="02010600030101010101" pitchFamily="2" charset="-122"/>
                <a:sym typeface="+mn-ea"/>
              </a:rPr>
              <a:t>JSTL</a:t>
            </a:r>
            <a:r>
              <a:rPr lang="zh-CN" altLang="en-US" sz="2800" dirty="0">
                <a:ea typeface="宋体" panose="02010600030101010101" pitchFamily="2" charset="-122"/>
                <a:sym typeface="+mn-ea"/>
              </a:rPr>
              <a:t>简介 </a:t>
            </a:r>
            <a:endParaRPr lang="zh-CN" altLang="en-US" sz="2800" dirty="0">
              <a:ea typeface="宋体" panose="02010600030101010101" pitchFamily="2" charset="-122"/>
            </a:endParaRPr>
          </a:p>
          <a:p>
            <a:pPr marL="1075055" lvl="1" indent="-533400">
              <a:lnSpc>
                <a:spcPct val="150000"/>
              </a:lnSpc>
            </a:pPr>
            <a:r>
              <a:rPr lang="en-US" altLang="zh-CN" sz="2800" dirty="0">
                <a:ea typeface="宋体" panose="02010600030101010101" pitchFamily="2" charset="-122"/>
                <a:sym typeface="+mn-ea"/>
              </a:rPr>
              <a:t>JSTL</a:t>
            </a:r>
            <a:r>
              <a:rPr lang="zh-CN" altLang="en-US" sz="2800" dirty="0">
                <a:ea typeface="宋体" panose="02010600030101010101" pitchFamily="2" charset="-122"/>
                <a:sym typeface="+mn-ea"/>
              </a:rPr>
              <a:t>的核心标签 </a:t>
            </a:r>
            <a:endParaRPr lang="zh-CN" altLang="en-US" sz="2800" dirty="0">
              <a:ea typeface="宋体" panose="02010600030101010101" pitchFamily="2" charset="-122"/>
            </a:endParaRPr>
          </a:p>
          <a:p>
            <a:pPr marL="1075055" lvl="1" indent="-533400">
              <a:lnSpc>
                <a:spcPct val="150000"/>
              </a:lnSpc>
            </a:pPr>
            <a:r>
              <a:rPr lang="en-US" altLang="zh-CN" sz="2800" dirty="0">
                <a:ea typeface="宋体" panose="02010600030101010101" pitchFamily="2" charset="-122"/>
                <a:sym typeface="+mn-ea"/>
              </a:rPr>
              <a:t>JSTL</a:t>
            </a:r>
            <a:r>
              <a:rPr lang="zh-CN" altLang="en-US" sz="2800" dirty="0">
                <a:ea typeface="宋体" panose="02010600030101010101" pitchFamily="2" charset="-122"/>
                <a:sym typeface="+mn-ea"/>
              </a:rPr>
              <a:t>的</a:t>
            </a:r>
            <a:r>
              <a:rPr lang="en-US" altLang="zh-CN" sz="2800" dirty="0">
                <a:ea typeface="宋体" panose="02010600030101010101" pitchFamily="2" charset="-122"/>
                <a:sym typeface="+mn-ea"/>
              </a:rPr>
              <a:t>XML</a:t>
            </a:r>
            <a:r>
              <a:rPr lang="zh-CN" altLang="en-US" sz="2800" dirty="0">
                <a:ea typeface="宋体" panose="02010600030101010101" pitchFamily="2" charset="-122"/>
                <a:sym typeface="+mn-ea"/>
              </a:rPr>
              <a:t>标签 </a:t>
            </a:r>
            <a:endParaRPr lang="zh-CN" altLang="en-US" sz="2800" dirty="0">
              <a:ea typeface="宋体" panose="02010600030101010101" pitchFamily="2" charset="-122"/>
            </a:endParaRPr>
          </a:p>
          <a:p>
            <a:pPr marL="1075055" lvl="1" indent="-533400">
              <a:lnSpc>
                <a:spcPct val="150000"/>
              </a:lnSpc>
            </a:pPr>
            <a:r>
              <a:rPr lang="en-US" altLang="zh-CN" sz="2800" dirty="0">
                <a:ea typeface="宋体" panose="02010600030101010101" pitchFamily="2" charset="-122"/>
                <a:sym typeface="+mn-ea"/>
              </a:rPr>
              <a:t>JSTL</a:t>
            </a:r>
            <a:r>
              <a:rPr lang="zh-CN" altLang="en-US" sz="2800" dirty="0">
                <a:ea typeface="宋体" panose="02010600030101010101" pitchFamily="2" charset="-122"/>
                <a:sym typeface="+mn-ea"/>
              </a:rPr>
              <a:t>的格式化</a:t>
            </a:r>
            <a:r>
              <a:rPr lang="en-US" altLang="zh-CN" sz="2800" dirty="0">
                <a:ea typeface="宋体" panose="02010600030101010101" pitchFamily="2" charset="-122"/>
                <a:sym typeface="+mn-ea"/>
              </a:rPr>
              <a:t>/</a:t>
            </a:r>
            <a:r>
              <a:rPr lang="zh-CN" altLang="en-US" sz="2800" dirty="0">
                <a:ea typeface="宋体" panose="02010600030101010101" pitchFamily="2" charset="-122"/>
                <a:sym typeface="+mn-ea"/>
              </a:rPr>
              <a:t>国际化标签 </a:t>
            </a:r>
            <a:endParaRPr lang="zh-CN" altLang="en-US" sz="2800" dirty="0">
              <a:ea typeface="宋体" panose="02010600030101010101" pitchFamily="2" charset="-122"/>
            </a:endParaRPr>
          </a:p>
          <a:p>
            <a:pPr marL="1075055" lvl="1" indent="-533400">
              <a:lnSpc>
                <a:spcPct val="150000"/>
              </a:lnSpc>
            </a:pPr>
            <a:r>
              <a:rPr lang="en-US" altLang="zh-CN" sz="2800" dirty="0">
                <a:ea typeface="宋体" panose="02010600030101010101" pitchFamily="2" charset="-122"/>
                <a:sym typeface="+mn-ea"/>
              </a:rPr>
              <a:t>JSTL</a:t>
            </a:r>
            <a:r>
              <a:rPr lang="zh-CN" altLang="en-US" sz="2800" dirty="0">
                <a:ea typeface="宋体" panose="02010600030101010101" pitchFamily="2" charset="-122"/>
                <a:sym typeface="+mn-ea"/>
              </a:rPr>
              <a:t>的函数标签 </a:t>
            </a:r>
            <a:endParaRPr lang="en-US" sz="28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62184" y="606069"/>
            <a:ext cx="11264801" cy="656296"/>
          </a:xfrm>
        </p:spPr>
        <p:txBody>
          <a:bodyPr/>
          <a:lstStyle/>
          <a:p>
            <a:r>
              <a:rPr lang="en-US" altLang="zh-CN" dirty="0">
                <a:ea typeface="宋体" panose="02010600030101010101" pitchFamily="2" charset="-122"/>
                <a:sym typeface="+mn-ea"/>
              </a:rPr>
              <a:t>JSP</a:t>
            </a:r>
            <a:r>
              <a:rPr lang="zh-CN" altLang="en-US" dirty="0">
                <a:ea typeface="宋体" panose="02010600030101010101" pitchFamily="2" charset="-122"/>
                <a:sym typeface="+mn-ea"/>
              </a:rPr>
              <a:t>标准标签库（</a:t>
            </a:r>
            <a:r>
              <a:rPr lang="en-US" altLang="zh-CN" dirty="0">
                <a:ea typeface="宋体" panose="02010600030101010101" pitchFamily="2" charset="-122"/>
                <a:sym typeface="+mn-ea"/>
              </a:rPr>
              <a:t>JSTL</a:t>
            </a:r>
            <a:r>
              <a:rPr lang="zh-CN" altLang="en-US" dirty="0">
                <a:ea typeface="宋体" panose="02010600030101010101" pitchFamily="2" charset="-122"/>
                <a:sym typeface="+mn-ea"/>
              </a:rPr>
              <a:t>）</a:t>
            </a:r>
            <a:endParaRPr lang="zh-CN" altLang="en-US" dirty="0">
              <a:ea typeface="宋体" panose="02010600030101010101" pitchFamily="2" charset="-122"/>
            </a:endParaRPr>
          </a:p>
        </p:txBody>
      </p:sp>
      <p:sp>
        <p:nvSpPr>
          <p:cNvPr id="6147" name="Rectangle 3"/>
          <p:cNvSpPr>
            <a:spLocks noGrp="1" noChangeArrowheads="1"/>
          </p:cNvSpPr>
          <p:nvPr>
            <p:ph type="body" idx="1"/>
          </p:nvPr>
        </p:nvSpPr>
        <p:spPr>
          <a:xfrm>
            <a:off x="832696" y="1744117"/>
            <a:ext cx="12280552" cy="3026998"/>
          </a:xfrm>
        </p:spPr>
        <p:txBody>
          <a:bodyPr/>
          <a:lstStyle/>
          <a:p>
            <a:pPr marL="573405" indent="-573405">
              <a:lnSpc>
                <a:spcPct val="150000"/>
              </a:lnSpc>
              <a:buNone/>
            </a:pPr>
            <a:r>
              <a:rPr lang="zh-CN" altLang="en-US" b="1" dirty="0">
                <a:ea typeface="楷体_GB2312" pitchFamily="1" charset="-122"/>
              </a:rPr>
              <a:t>教学要求</a:t>
            </a:r>
            <a:endParaRPr lang="zh-CN" altLang="en-US" b="1" dirty="0">
              <a:ea typeface="楷体_GB2312" pitchFamily="1" charset="-122"/>
            </a:endParaRPr>
          </a:p>
          <a:p>
            <a:pPr marL="457200" indent="-457200">
              <a:lnSpc>
                <a:spcPct val="150000"/>
              </a:lnSpc>
              <a:buNone/>
            </a:pPr>
            <a:r>
              <a:rPr lang="en-US" altLang="zh-CN" sz="2400" dirty="0">
                <a:ea typeface="宋体" panose="02010600030101010101" pitchFamily="2" charset="-122"/>
                <a:sym typeface="+mn-ea"/>
              </a:rPr>
              <a:t>1</a:t>
            </a:r>
            <a:r>
              <a:rPr lang="zh-CN" altLang="en-US" sz="2400" dirty="0">
                <a:ea typeface="宋体" panose="02010600030101010101" pitchFamily="2" charset="-122"/>
                <a:sym typeface="+mn-ea"/>
              </a:rPr>
              <a:t>．掌握：</a:t>
            </a:r>
            <a:r>
              <a:rPr lang="en-US" altLang="zh-CN" sz="2400" dirty="0">
                <a:ea typeface="宋体" panose="02010600030101010101" pitchFamily="2" charset="-122"/>
                <a:sym typeface="+mn-ea"/>
              </a:rPr>
              <a:t>JSTL</a:t>
            </a:r>
            <a:r>
              <a:rPr lang="zh-CN" altLang="en-US" sz="2400" dirty="0">
                <a:ea typeface="宋体" panose="02010600030101010101" pitchFamily="2" charset="-122"/>
                <a:sym typeface="+mn-ea"/>
              </a:rPr>
              <a:t>核心标签</a:t>
            </a:r>
            <a:endParaRPr lang="zh-CN" altLang="en-US" sz="2400" dirty="0">
              <a:ea typeface="宋体" panose="02010600030101010101" pitchFamily="2" charset="-122"/>
              <a:sym typeface="+mn-ea"/>
            </a:endParaRPr>
          </a:p>
          <a:p>
            <a:pPr marL="457200" indent="-457200">
              <a:lnSpc>
                <a:spcPct val="150000"/>
              </a:lnSpc>
              <a:buNone/>
            </a:pPr>
            <a:r>
              <a:rPr lang="en-US" altLang="zh-CN" sz="2400" dirty="0">
                <a:ea typeface="宋体" panose="02010600030101010101" pitchFamily="2" charset="-122"/>
                <a:sym typeface="+mn-ea"/>
              </a:rPr>
              <a:t>2</a:t>
            </a:r>
            <a:r>
              <a:rPr lang="zh-CN" altLang="en-US" sz="2400" dirty="0">
                <a:ea typeface="宋体" panose="02010600030101010101" pitchFamily="2" charset="-122"/>
                <a:sym typeface="+mn-ea"/>
              </a:rPr>
              <a:t>．理解：</a:t>
            </a:r>
            <a:r>
              <a:rPr lang="en-US" altLang="zh-CN" sz="2400" dirty="0">
                <a:ea typeface="宋体" panose="02010600030101010101" pitchFamily="2" charset="-122"/>
                <a:sym typeface="+mn-ea"/>
              </a:rPr>
              <a:t>JSTL</a:t>
            </a:r>
            <a:r>
              <a:rPr lang="zh-CN" altLang="en-US" sz="2400" dirty="0">
                <a:ea typeface="宋体" panose="02010600030101010101" pitchFamily="2" charset="-122"/>
                <a:sym typeface="+mn-ea"/>
              </a:rPr>
              <a:t>的</a:t>
            </a:r>
            <a:r>
              <a:rPr lang="en-US" altLang="zh-CN" sz="2400" dirty="0">
                <a:ea typeface="宋体" panose="02010600030101010101" pitchFamily="2" charset="-122"/>
                <a:sym typeface="+mn-ea"/>
              </a:rPr>
              <a:t>XML</a:t>
            </a:r>
            <a:r>
              <a:rPr lang="zh-CN" altLang="en-US" sz="2400" dirty="0">
                <a:ea typeface="宋体" panose="02010600030101010101" pitchFamily="2" charset="-122"/>
                <a:sym typeface="+mn-ea"/>
              </a:rPr>
              <a:t>标签、</a:t>
            </a:r>
            <a:r>
              <a:rPr lang="en-US" altLang="zh-CN" sz="2400" dirty="0">
                <a:ea typeface="宋体" panose="02010600030101010101" pitchFamily="2" charset="-122"/>
                <a:sym typeface="+mn-ea"/>
              </a:rPr>
              <a:t>JSTL</a:t>
            </a:r>
            <a:r>
              <a:rPr lang="zh-CN" altLang="en-US" sz="2400" dirty="0">
                <a:ea typeface="宋体" panose="02010600030101010101" pitchFamily="2" charset="-122"/>
                <a:sym typeface="+mn-ea"/>
              </a:rPr>
              <a:t>的格式化标签、</a:t>
            </a:r>
            <a:r>
              <a:rPr lang="en-US" altLang="zh-CN" sz="2400" dirty="0">
                <a:ea typeface="宋体" panose="02010600030101010101" pitchFamily="2" charset="-122"/>
                <a:sym typeface="+mn-ea"/>
              </a:rPr>
              <a:t>JSTL</a:t>
            </a:r>
            <a:r>
              <a:rPr lang="zh-CN" altLang="en-US" sz="2400" dirty="0">
                <a:ea typeface="宋体" panose="02010600030101010101" pitchFamily="2" charset="-122"/>
                <a:sym typeface="+mn-ea"/>
              </a:rPr>
              <a:t>的函数标签 </a:t>
            </a:r>
            <a:endParaRPr lang="zh-CN" altLang="en-US" sz="2400" dirty="0">
              <a:ea typeface="宋体" panose="02010600030101010101" pitchFamily="2" charset="-122"/>
            </a:endParaRPr>
          </a:p>
          <a:p>
            <a:pPr marL="457200" indent="-457200">
              <a:lnSpc>
                <a:spcPct val="150000"/>
              </a:lnSpc>
              <a:buNone/>
            </a:pPr>
            <a:r>
              <a:rPr lang="en-US" altLang="zh-CN" sz="2400" dirty="0">
                <a:ea typeface="宋体" panose="02010600030101010101" pitchFamily="2" charset="-122"/>
                <a:sym typeface="+mn-ea"/>
              </a:rPr>
              <a:t>3</a:t>
            </a:r>
            <a:r>
              <a:rPr lang="zh-CN" altLang="en-US" sz="2400" dirty="0">
                <a:ea typeface="宋体" panose="02010600030101010101" pitchFamily="2" charset="-122"/>
                <a:sym typeface="+mn-ea"/>
              </a:rPr>
              <a:t>．了解：</a:t>
            </a:r>
            <a:r>
              <a:rPr lang="en-US" altLang="zh-CN" sz="2400" dirty="0">
                <a:ea typeface="宋体" panose="02010600030101010101" pitchFamily="2" charset="-122"/>
                <a:sym typeface="+mn-ea"/>
              </a:rPr>
              <a:t>JSTL</a:t>
            </a:r>
            <a:r>
              <a:rPr lang="zh-CN" altLang="en-US" sz="2400" dirty="0">
                <a:ea typeface="宋体" panose="02010600030101010101" pitchFamily="2" charset="-122"/>
                <a:sym typeface="+mn-ea"/>
              </a:rPr>
              <a:t>国际化标签 </a:t>
            </a:r>
            <a:endParaRPr lang="zh-CN" altLang="en-US" sz="24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9457"/>
          <p:cNvSpPr>
            <a:spLocks noGrp="1"/>
          </p:cNvSpPr>
          <p:nvPr>
            <p:ph type="title"/>
          </p:nvPr>
        </p:nvSpPr>
        <p:spPr/>
        <p:txBody>
          <a:bodyPr anchor="ctr"/>
          <a:lstStyle/>
          <a:p>
            <a:r>
              <a:rPr lang="zh-CN" altLang="en-US" dirty="0" smtClean="0">
                <a:ea typeface="宋体" panose="02010600030101010101" pitchFamily="2" charset="-122"/>
                <a:sym typeface="+mn-ea"/>
              </a:rPr>
              <a:t>授课任务</a:t>
            </a:r>
            <a:endParaRPr lang="zh-CN" altLang="en-US" sz="2955" dirty="0">
              <a:ea typeface="宋体" panose="02010600030101010101" pitchFamily="2" charset="-122"/>
            </a:endParaRPr>
          </a:p>
        </p:txBody>
      </p:sp>
      <p:sp>
        <p:nvSpPr>
          <p:cNvPr id="19459" name="文本占位符 19458"/>
          <p:cNvSpPr>
            <a:spLocks noGrp="1"/>
          </p:cNvSpPr>
          <p:nvPr>
            <p:ph type="body" idx="1"/>
          </p:nvPr>
        </p:nvSpPr>
        <p:spPr>
          <a:xfrm>
            <a:off x="735965" y="1365885"/>
            <a:ext cx="10995025" cy="5304155"/>
          </a:xfrm>
        </p:spPr>
        <p:txBody>
          <a:bodyPr/>
          <a:lstStyle/>
          <a:p>
            <a:r>
              <a:rPr lang="en-US" altLang="zh-CN" dirty="0">
                <a:ea typeface="宋体" panose="02010600030101010101" pitchFamily="2" charset="-122"/>
              </a:rPr>
              <a:t>JSTL</a:t>
            </a:r>
            <a:r>
              <a:rPr lang="zh-CN" altLang="en-US" dirty="0">
                <a:ea typeface="宋体" panose="02010600030101010101" pitchFamily="2" charset="-122"/>
              </a:rPr>
              <a:t>简介</a:t>
            </a:r>
            <a:endParaRPr lang="zh-CN" altLang="en-US" dirty="0">
              <a:ea typeface="宋体" panose="02010600030101010101" pitchFamily="2" charset="-122"/>
            </a:endParaRPr>
          </a:p>
          <a:p>
            <a:pPr>
              <a:buNone/>
            </a:pPr>
            <a:r>
              <a:rPr lang="en-US" altLang="zh-CN" sz="1900" dirty="0">
                <a:ea typeface="宋体" panose="02010600030101010101" pitchFamily="2" charset="-122"/>
              </a:rPr>
              <a:t>	</a:t>
            </a:r>
            <a:endParaRPr lang="en-US" altLang="zh-CN" sz="1900" dirty="0">
              <a:ea typeface="宋体" panose="02010600030101010101" pitchFamily="2" charset="-122"/>
            </a:endParaRPr>
          </a:p>
          <a:p>
            <a:pPr>
              <a:lnSpc>
                <a:spcPct val="180000"/>
              </a:lnSpc>
              <a:buNone/>
            </a:pPr>
            <a:r>
              <a:rPr lang="en-US" altLang="zh-CN" sz="1900" dirty="0">
                <a:ea typeface="宋体" panose="02010600030101010101" pitchFamily="2" charset="-122"/>
              </a:rPr>
              <a:t>	</a:t>
            </a:r>
            <a:r>
              <a:rPr lang="en-US" altLang="zh-CN" sz="2400" dirty="0">
                <a:ea typeface="宋体" panose="02010600030101010101" pitchFamily="2" charset="-122"/>
              </a:rPr>
              <a:t>   JSTL</a:t>
            </a:r>
            <a:r>
              <a:rPr lang="zh-CN" altLang="en-US" sz="2400" dirty="0">
                <a:ea typeface="宋体" panose="02010600030101010101" pitchFamily="2" charset="-122"/>
              </a:rPr>
              <a:t>的全称是</a:t>
            </a:r>
            <a:r>
              <a:rPr lang="en-US" altLang="zh-CN" sz="2400" dirty="0">
                <a:ea typeface="宋体" panose="02010600030101010101" pitchFamily="2" charset="-122"/>
              </a:rPr>
              <a:t>JavaServer Pages Standard Tag Library</a:t>
            </a:r>
            <a:r>
              <a:rPr lang="zh-CN" altLang="en-US" sz="2400" dirty="0">
                <a:ea typeface="宋体" panose="02010600030101010101" pitchFamily="2" charset="-122"/>
              </a:rPr>
              <a:t>，即</a:t>
            </a:r>
            <a:r>
              <a:rPr lang="en-US" altLang="zh-CN" sz="2400" dirty="0">
                <a:ea typeface="宋体" panose="02010600030101010101" pitchFamily="2" charset="-122"/>
              </a:rPr>
              <a:t>JSP</a:t>
            </a:r>
            <a:r>
              <a:rPr lang="zh-CN" altLang="en-US" sz="2400" dirty="0">
                <a:ea typeface="宋体" panose="02010600030101010101" pitchFamily="2" charset="-122"/>
              </a:rPr>
              <a:t>标准标签库。它的出现是为了使那些不熟悉</a:t>
            </a:r>
            <a:r>
              <a:rPr lang="en-US" altLang="zh-CN" sz="2400" dirty="0">
                <a:ea typeface="宋体" panose="02010600030101010101" pitchFamily="2" charset="-122"/>
              </a:rPr>
              <a:t>Java</a:t>
            </a:r>
            <a:r>
              <a:rPr lang="zh-CN" altLang="en-US" sz="2400" dirty="0">
                <a:ea typeface="宋体" panose="02010600030101010101" pitchFamily="2" charset="-122"/>
              </a:rPr>
              <a:t>语法的页面设计者更高效的开发出</a:t>
            </a:r>
            <a:r>
              <a:rPr lang="en-US" altLang="zh-CN" sz="2400" dirty="0">
                <a:ea typeface="宋体" panose="02010600030101010101" pitchFamily="2" charset="-122"/>
              </a:rPr>
              <a:t>JSP</a:t>
            </a:r>
            <a:r>
              <a:rPr lang="zh-CN" altLang="en-US" sz="2400" dirty="0">
                <a:ea typeface="宋体" panose="02010600030101010101" pitchFamily="2" charset="-122"/>
              </a:rPr>
              <a:t>页面。通过</a:t>
            </a:r>
            <a:r>
              <a:rPr lang="en-US" altLang="zh-CN" sz="2400" dirty="0">
                <a:ea typeface="宋体" panose="02010600030101010101" pitchFamily="2" charset="-122"/>
              </a:rPr>
              <a:t>JSTL</a:t>
            </a:r>
            <a:r>
              <a:rPr lang="zh-CN" altLang="en-US" sz="2400" dirty="0">
                <a:ea typeface="宋体" panose="02010600030101010101" pitchFamily="2" charset="-122"/>
              </a:rPr>
              <a:t>，页面设计者可以用他们熟悉的标签方式来操纵动态数据。 </a:t>
            </a:r>
            <a:endParaRPr lang="zh-CN" altLang="en-US" sz="2400" dirty="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0481"/>
          <p:cNvSpPr>
            <a:spLocks noGrp="1"/>
          </p:cNvSpPr>
          <p:nvPr>
            <p:ph type="title"/>
          </p:nvPr>
        </p:nvSpPr>
        <p:spPr/>
        <p:txBody>
          <a:bodyPr anchor="ctr"/>
          <a:lstStyle/>
          <a:p>
            <a:r>
              <a:rPr lang="en-US" altLang="zh-CN" dirty="0">
                <a:ea typeface="宋体" panose="02010600030101010101" pitchFamily="2" charset="-122"/>
              </a:rPr>
              <a:t> JSP</a:t>
            </a:r>
            <a:r>
              <a:rPr lang="zh-CN" altLang="en-US" dirty="0">
                <a:ea typeface="宋体" panose="02010600030101010101" pitchFamily="2" charset="-122"/>
              </a:rPr>
              <a:t>标准标签库（</a:t>
            </a:r>
            <a:r>
              <a:rPr lang="en-US" altLang="zh-CN" dirty="0">
                <a:ea typeface="宋体" panose="02010600030101010101" pitchFamily="2" charset="-122"/>
              </a:rPr>
              <a:t>JSTL</a:t>
            </a:r>
            <a:r>
              <a:rPr lang="zh-CN" altLang="en-US" dirty="0">
                <a:ea typeface="宋体" panose="02010600030101010101" pitchFamily="2" charset="-122"/>
              </a:rPr>
              <a:t>）</a:t>
            </a:r>
            <a:r>
              <a:rPr lang="zh-CN" altLang="en-US" sz="2955" dirty="0">
                <a:ea typeface="宋体" panose="02010600030101010101" pitchFamily="2" charset="-122"/>
              </a:rPr>
              <a:t> </a:t>
            </a:r>
            <a:endParaRPr lang="zh-CN" altLang="en-US" sz="2955" dirty="0">
              <a:ea typeface="宋体" panose="02010600030101010101" pitchFamily="2" charset="-122"/>
            </a:endParaRPr>
          </a:p>
        </p:txBody>
      </p:sp>
      <p:sp>
        <p:nvSpPr>
          <p:cNvPr id="20483" name="文本占位符 20482"/>
          <p:cNvSpPr>
            <a:spLocks noGrp="1"/>
          </p:cNvSpPr>
          <p:nvPr>
            <p:ph type="body" idx="1"/>
          </p:nvPr>
        </p:nvSpPr>
        <p:spPr/>
        <p:txBody>
          <a:bodyPr/>
          <a:lstStyle/>
          <a:p>
            <a:r>
              <a:rPr lang="en-US" altLang="zh-CN" dirty="0">
                <a:ea typeface="宋体" panose="02010600030101010101" pitchFamily="2" charset="-122"/>
              </a:rPr>
              <a:t>JSTL</a:t>
            </a:r>
            <a:r>
              <a:rPr lang="zh-CN" altLang="en-US" dirty="0">
                <a:ea typeface="宋体" panose="02010600030101010101" pitchFamily="2" charset="-122"/>
              </a:rPr>
              <a:t>简介</a:t>
            </a:r>
            <a:endParaRPr lang="zh-CN" altLang="en-US" dirty="0">
              <a:ea typeface="宋体" panose="02010600030101010101" pitchFamily="2" charset="-122"/>
            </a:endParaRPr>
          </a:p>
        </p:txBody>
      </p:sp>
      <p:sp>
        <p:nvSpPr>
          <p:cNvPr id="20484" name="矩形 20483"/>
          <p:cNvSpPr/>
          <p:nvPr/>
        </p:nvSpPr>
        <p:spPr>
          <a:xfrm>
            <a:off x="1031875" y="1969770"/>
            <a:ext cx="10402570" cy="1506855"/>
          </a:xfrm>
          <a:prstGeom prst="rect">
            <a:avLst/>
          </a:prstGeom>
          <a:noFill/>
          <a:ln w="9525">
            <a:noFill/>
          </a:ln>
        </p:spPr>
        <p:txBody>
          <a:bodyPr wrap="square" anchor="ctr">
            <a:spAutoFit/>
          </a:bodyPr>
          <a:lstStyle/>
          <a:p>
            <a:pPr>
              <a:lnSpc>
                <a:spcPct val="180000"/>
              </a:lnSpc>
            </a:pPr>
            <a:r>
              <a:rPr lang="en-US" altLang="zh-CN" sz="2000" dirty="0">
                <a:latin typeface="Times New Roman" panose="02020603050405020304" pitchFamily="2" charset="0"/>
                <a:ea typeface="宋体" panose="02010600030101010101" pitchFamily="2" charset="-122"/>
              </a:rPr>
              <a:t>JSTL</a:t>
            </a:r>
            <a:r>
              <a:rPr lang="zh-CN" altLang="en-US" sz="2000" dirty="0">
                <a:latin typeface="Times New Roman" panose="02020603050405020304" pitchFamily="2" charset="0"/>
                <a:ea typeface="宋体" panose="02010600030101010101" pitchFamily="2" charset="-122"/>
              </a:rPr>
              <a:t>中的标记对应实现不同的功能，在</a:t>
            </a:r>
            <a:r>
              <a:rPr lang="en-US" altLang="zh-CN" sz="2000" dirty="0">
                <a:latin typeface="Times New Roman" panose="02020603050405020304" pitchFamily="2" charset="0"/>
                <a:ea typeface="宋体" panose="02010600030101010101" pitchFamily="2" charset="-122"/>
              </a:rPr>
              <a:t>JSTL 1.1</a:t>
            </a:r>
            <a:r>
              <a:rPr lang="zh-CN" altLang="en-US" sz="2000" dirty="0">
                <a:latin typeface="Times New Roman" panose="02020603050405020304" pitchFamily="2" charset="0"/>
                <a:ea typeface="宋体" panose="02010600030101010101" pitchFamily="2" charset="-122"/>
              </a:rPr>
              <a:t>规范中将其分为五类，构成五个子标记库，如下表所示。</a:t>
            </a:r>
            <a:endParaRPr lang="zh-CN" altLang="en-US" sz="2000" dirty="0">
              <a:ea typeface="宋体" panose="02010600030101010101" pitchFamily="2" charset="-122"/>
            </a:endParaRPr>
          </a:p>
          <a:p>
            <a:pPr eaLnBrk="0" hangingPunct="0"/>
            <a:endParaRPr lang="zh-CN" altLang="en-US" sz="2000" dirty="0">
              <a:ea typeface="宋体" panose="02010600030101010101" pitchFamily="2" charset="-122"/>
            </a:endParaRPr>
          </a:p>
        </p:txBody>
      </p:sp>
      <p:graphicFrame>
        <p:nvGraphicFramePr>
          <p:cNvPr id="20485" name="表格 20484"/>
          <p:cNvGraphicFramePr/>
          <p:nvPr/>
        </p:nvGraphicFramePr>
        <p:xfrm>
          <a:off x="2252185" y="3616325"/>
          <a:ext cx="8352155" cy="2877185"/>
        </p:xfrm>
        <a:graphic>
          <a:graphicData uri="http://schemas.openxmlformats.org/drawingml/2006/table">
            <a:tbl>
              <a:tblPr/>
              <a:tblGrid>
                <a:gridCol w="1751330"/>
                <a:gridCol w="3615690"/>
                <a:gridCol w="756920"/>
                <a:gridCol w="2228215"/>
              </a:tblGrid>
              <a:tr h="353695">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685">
                          <a:latin typeface="宋体" panose="02010600030101010101" pitchFamily="2" charset="-122"/>
                          <a:ea typeface="宋体" panose="02010600030101010101" pitchFamily="2" charset="-122"/>
                        </a:rPr>
                        <a:t>功能类型</a:t>
                      </a:r>
                      <a:endParaRPr lang="zh-CN" altLang="en-US" sz="1685">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URI</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685">
                          <a:latin typeface="宋体" panose="02010600030101010101" pitchFamily="2" charset="-122"/>
                          <a:ea typeface="宋体" panose="02010600030101010101" pitchFamily="2" charset="-122"/>
                        </a:rPr>
                        <a:t>前缀</a:t>
                      </a:r>
                      <a:endParaRPr lang="zh-CN" altLang="en-US" sz="1685">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685">
                          <a:latin typeface="宋体" panose="02010600030101010101" pitchFamily="2" charset="-122"/>
                          <a:ea typeface="宋体" panose="02010600030101010101" pitchFamily="2" charset="-122"/>
                        </a:rPr>
                        <a:t>例子</a:t>
                      </a:r>
                      <a:endParaRPr lang="zh-CN" altLang="en-US" sz="1685">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3561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685">
                          <a:latin typeface="宋体" panose="02010600030101010101" pitchFamily="2" charset="-122"/>
                          <a:ea typeface="宋体" panose="02010600030101010101" pitchFamily="2" charset="-122"/>
                        </a:rPr>
                        <a:t>核心功能</a:t>
                      </a:r>
                      <a:endParaRPr lang="zh-CN" altLang="en-US" sz="1685">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http://java.sun.com/jsp/jstl/core</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c</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&lt;c:tagname ...&gt;</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9657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XML</a:t>
                      </a:r>
                      <a:r>
                        <a:rPr lang="zh-CN" altLang="en-US" sz="1685" dirty="0">
                          <a:latin typeface="宋体" panose="02010600030101010101" pitchFamily="2" charset="-122"/>
                          <a:ea typeface="宋体" panose="02010600030101010101" pitchFamily="2" charset="-122"/>
                        </a:rPr>
                        <a:t>文件处理</a:t>
                      </a:r>
                      <a:endParaRPr lang="zh-CN" altLang="en-US"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http://java.sun.com/jsp/jstl/xml</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x</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&lt;x:tagname ...&gt;</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7658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Web</a:t>
                      </a:r>
                      <a:r>
                        <a:rPr lang="zh-CN" altLang="en-US" sz="1685" dirty="0">
                          <a:latin typeface="宋体" panose="02010600030101010101" pitchFamily="2" charset="-122"/>
                          <a:ea typeface="宋体" panose="02010600030101010101" pitchFamily="2" charset="-122"/>
                        </a:rPr>
                        <a:t>应用国际化</a:t>
                      </a:r>
                      <a:endParaRPr lang="zh-CN" altLang="en-US"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http://java.sun.com/jsp/jstl/fmt</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fmt</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&lt;fmt:tagname...&gt;</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3815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685">
                          <a:latin typeface="宋体" panose="02010600030101010101" pitchFamily="2" charset="-122"/>
                          <a:ea typeface="宋体" panose="02010600030101010101" pitchFamily="2" charset="-122"/>
                        </a:rPr>
                        <a:t>数据库存取</a:t>
                      </a:r>
                      <a:endParaRPr lang="zh-CN" altLang="en-US" sz="1685">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http://java.sun.com/jsp/jstl/sql</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sql</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&lt;sql:tagname ...&gt;</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76580">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zh-CN" altLang="en-US" sz="1685">
                          <a:latin typeface="宋体" panose="02010600030101010101" pitchFamily="2" charset="-122"/>
                          <a:ea typeface="宋体" panose="02010600030101010101" pitchFamily="2" charset="-122"/>
                        </a:rPr>
                        <a:t>函数</a:t>
                      </a:r>
                      <a:endParaRPr lang="zh-CN" altLang="en-US" sz="1685">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http://java.sun.com/jsp/jstl/functions</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fn</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v"/>
                        <a:defRPr sz="2400" u="none" kern="1200" baseline="0">
                          <a:solidFill>
                            <a:schemeClr val="tx1"/>
                          </a:solidFill>
                          <a:latin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200" u="none" kern="1200" baseline="0">
                          <a:solidFill>
                            <a:schemeClr val="tx1"/>
                          </a:solidFill>
                          <a:latin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lr>
                          <a:schemeClr val="tx2"/>
                        </a:buClr>
                        <a:buSzTx/>
                        <a:buFont typeface="Wingdings" panose="05000000000000000000" pitchFamily="2" charset="2"/>
                        <a:buChar char="•"/>
                        <a:defRPr sz="2000" u="none" kern="1200" baseline="0">
                          <a:solidFill>
                            <a:schemeClr val="tx1"/>
                          </a:solidFill>
                          <a:latin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lrTx/>
                        <a:buSzTx/>
                        <a:buFont typeface="Wingdings" panose="05000000000000000000" pitchFamily="2" charset="2"/>
                        <a:buChar char="»"/>
                        <a:defRPr sz="1800" u="none" kern="1200" baseline="0">
                          <a:solidFill>
                            <a:schemeClr val="tx1"/>
                          </a:solidFill>
                          <a:latin typeface="Arial" panose="020B0604020202020204" pitchFamily="34" charset="0"/>
                        </a:defRPr>
                      </a:lvl5pPr>
                    </a:lstStyle>
                    <a:p>
                      <a:pPr marL="0" lvl="0" indent="0" eaLnBrk="0" hangingPunct="0">
                        <a:buNone/>
                      </a:pPr>
                      <a:r>
                        <a:rPr lang="en-US" altLang="zh-CN" sz="1685" dirty="0">
                          <a:ea typeface="宋体" panose="02010600030101010101" pitchFamily="2" charset="-122"/>
                        </a:rPr>
                        <a:t>fn:functionName(</a:t>
                      </a:r>
                      <a:r>
                        <a:rPr lang="en-US" altLang="zh-CN" sz="1685" dirty="0">
                          <a:latin typeface="Arial" panose="020B0604020202020204" pitchFamily="34" charset="0"/>
                          <a:ea typeface="宋体" panose="02010600030101010101" pitchFamily="2" charset="-122"/>
                        </a:rPr>
                        <a:t>…</a:t>
                      </a:r>
                      <a:r>
                        <a:rPr lang="en-US" altLang="zh-CN" sz="1685" dirty="0">
                          <a:ea typeface="宋体" panose="02010600030101010101" pitchFamily="2" charset="-122"/>
                        </a:rPr>
                        <a:t>)</a:t>
                      </a:r>
                      <a:endParaRPr lang="en-US" altLang="zh-CN" sz="1685" dirty="0">
                        <a:ea typeface="宋体" panose="02010600030101010101" pitchFamily="2" charset="-122"/>
                      </a:endParaRPr>
                    </a:p>
                  </a:txBody>
                  <a:tcPr marL="96435" marR="96435" marT="48217" marB="48217">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21505"/>
          <p:cNvSpPr>
            <a:spLocks noGrp="1"/>
          </p:cNvSpPr>
          <p:nvPr>
            <p:ph type="title"/>
          </p:nvPr>
        </p:nvSpPr>
        <p:spPr/>
        <p:txBody>
          <a:bodyPr anchor="ctr"/>
          <a:lstStyle/>
          <a:p>
            <a:r>
              <a:rPr lang="en-US" altLang="zh-CN" dirty="0">
                <a:ea typeface="宋体" panose="02010600030101010101" pitchFamily="2" charset="-122"/>
              </a:rPr>
              <a:t>JSP</a:t>
            </a:r>
            <a:r>
              <a:rPr lang="zh-CN" altLang="en-US" dirty="0">
                <a:ea typeface="宋体" panose="02010600030101010101" pitchFamily="2" charset="-122"/>
              </a:rPr>
              <a:t>标准标签库（</a:t>
            </a:r>
            <a:r>
              <a:rPr lang="en-US" altLang="zh-CN" dirty="0">
                <a:ea typeface="宋体" panose="02010600030101010101" pitchFamily="2" charset="-122"/>
              </a:rPr>
              <a:t>JSTL</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21507" name="文本占位符 21506"/>
          <p:cNvSpPr>
            <a:spLocks noGrp="1"/>
          </p:cNvSpPr>
          <p:nvPr>
            <p:ph type="body" idx="1"/>
          </p:nvPr>
        </p:nvSpPr>
        <p:spPr>
          <a:xfrm>
            <a:off x="645795" y="1336040"/>
            <a:ext cx="11304905" cy="5304155"/>
          </a:xfrm>
        </p:spPr>
        <p:txBody>
          <a:bodyPr/>
          <a:lstStyle/>
          <a:p>
            <a:r>
              <a:rPr lang="en-US" altLang="zh-CN" dirty="0">
                <a:ea typeface="宋体" panose="02010600030101010101" pitchFamily="2" charset="-122"/>
              </a:rPr>
              <a:t>JSTL</a:t>
            </a:r>
            <a:r>
              <a:rPr lang="zh-CN" altLang="en-US" dirty="0">
                <a:ea typeface="宋体" panose="02010600030101010101" pitchFamily="2" charset="-122"/>
              </a:rPr>
              <a:t>的核心标签</a:t>
            </a:r>
            <a:endParaRPr lang="zh-CN" altLang="en-US" dirty="0">
              <a:ea typeface="宋体" panose="02010600030101010101" pitchFamily="2" charset="-122"/>
            </a:endParaRPr>
          </a:p>
          <a:p>
            <a:pPr>
              <a:lnSpc>
                <a:spcPct val="200000"/>
              </a:lnSpc>
              <a:buNone/>
            </a:pPr>
            <a:r>
              <a:rPr lang="zh-CN" altLang="en-US" sz="1900" dirty="0">
                <a:ea typeface="宋体" panose="02010600030101010101" pitchFamily="2" charset="-122"/>
              </a:rPr>
              <a:t>	核心功能标记库中包含一组最常用的</a:t>
            </a:r>
            <a:r>
              <a:rPr lang="en-US" altLang="zh-CN" sz="1900" dirty="0">
                <a:ea typeface="宋体" panose="02010600030101010101" pitchFamily="2" charset="-122"/>
              </a:rPr>
              <a:t>JSTL</a:t>
            </a:r>
            <a:r>
              <a:rPr lang="zh-CN" altLang="en-US" sz="1900" dirty="0">
                <a:ea typeface="宋体" panose="02010600030101010101" pitchFamily="2" charset="-122"/>
              </a:rPr>
              <a:t>标签，这些标签按照功能被分为四类，分别是：</a:t>
            </a:r>
            <a:endParaRPr lang="zh-CN" altLang="en-US" sz="1900" dirty="0">
              <a:ea typeface="宋体" panose="02010600030101010101" pitchFamily="2" charset="-122"/>
            </a:endParaRPr>
          </a:p>
          <a:p>
            <a:pPr lvl="1">
              <a:lnSpc>
                <a:spcPct val="200000"/>
              </a:lnSpc>
            </a:pPr>
            <a:r>
              <a:rPr lang="zh-CN" altLang="en-US" sz="1900" dirty="0">
                <a:ea typeface="宋体" panose="02010600030101010101" pitchFamily="2" charset="-122"/>
              </a:rPr>
              <a:t>普通功能标签：</a:t>
            </a:r>
            <a:r>
              <a:rPr lang="en-US" altLang="zh-CN" sz="1900" dirty="0">
                <a:ea typeface="宋体" panose="02010600030101010101" pitchFamily="2" charset="-122"/>
              </a:rPr>
              <a:t>&lt;c:out&gt;</a:t>
            </a:r>
            <a:r>
              <a:rPr lang="zh-CN" altLang="en-US" sz="1900" dirty="0">
                <a:ea typeface="宋体" panose="02010600030101010101" pitchFamily="2" charset="-122"/>
              </a:rPr>
              <a:t>、</a:t>
            </a:r>
            <a:r>
              <a:rPr lang="en-US" altLang="zh-CN" sz="1900" dirty="0">
                <a:ea typeface="宋体" panose="02010600030101010101" pitchFamily="2" charset="-122"/>
              </a:rPr>
              <a:t>&lt;c:set&gt;</a:t>
            </a:r>
            <a:r>
              <a:rPr lang="zh-CN" altLang="en-US" sz="1900" dirty="0">
                <a:ea typeface="宋体" panose="02010600030101010101" pitchFamily="2" charset="-122"/>
              </a:rPr>
              <a:t>、</a:t>
            </a:r>
            <a:r>
              <a:rPr lang="en-US" altLang="zh-CN" sz="1900" dirty="0">
                <a:ea typeface="宋体" panose="02010600030101010101" pitchFamily="2" charset="-122"/>
              </a:rPr>
              <a:t>&lt;c:remove&gt;</a:t>
            </a:r>
            <a:r>
              <a:rPr lang="zh-CN" altLang="en-US" sz="1900" dirty="0">
                <a:ea typeface="宋体" panose="02010600030101010101" pitchFamily="2" charset="-122"/>
              </a:rPr>
              <a:t>、</a:t>
            </a:r>
            <a:r>
              <a:rPr lang="en-US" altLang="zh-CN" sz="1900" dirty="0">
                <a:ea typeface="宋体" panose="02010600030101010101" pitchFamily="2" charset="-122"/>
              </a:rPr>
              <a:t>&lt;c:catch&gt;</a:t>
            </a:r>
            <a:endParaRPr lang="en-US" altLang="zh-CN" sz="1900" dirty="0">
              <a:ea typeface="宋体" panose="02010600030101010101" pitchFamily="2" charset="-122"/>
            </a:endParaRPr>
          </a:p>
          <a:p>
            <a:pPr lvl="1">
              <a:lnSpc>
                <a:spcPct val="200000"/>
              </a:lnSpc>
            </a:pPr>
            <a:r>
              <a:rPr lang="zh-CN" altLang="en-US" sz="1900" dirty="0">
                <a:ea typeface="宋体" panose="02010600030101010101" pitchFamily="2" charset="-122"/>
              </a:rPr>
              <a:t>流程控制标签：</a:t>
            </a:r>
            <a:r>
              <a:rPr lang="en-US" altLang="zh-CN" sz="1900" dirty="0">
                <a:ea typeface="宋体" panose="02010600030101010101" pitchFamily="2" charset="-122"/>
              </a:rPr>
              <a:t>&lt;c:if&gt;</a:t>
            </a:r>
            <a:r>
              <a:rPr lang="zh-CN" altLang="en-US" sz="1900" dirty="0">
                <a:ea typeface="宋体" panose="02010600030101010101" pitchFamily="2" charset="-122"/>
              </a:rPr>
              <a:t>、</a:t>
            </a:r>
            <a:r>
              <a:rPr lang="en-US" altLang="zh-CN" sz="1900" dirty="0">
                <a:ea typeface="宋体" panose="02010600030101010101" pitchFamily="2" charset="-122"/>
              </a:rPr>
              <a:t>&lt;c:choose&gt;</a:t>
            </a:r>
            <a:r>
              <a:rPr lang="zh-CN" altLang="en-US" sz="1900" dirty="0">
                <a:ea typeface="宋体" panose="02010600030101010101" pitchFamily="2" charset="-122"/>
              </a:rPr>
              <a:t>、</a:t>
            </a:r>
            <a:r>
              <a:rPr lang="en-US" altLang="zh-CN" sz="1900" dirty="0">
                <a:ea typeface="宋体" panose="02010600030101010101" pitchFamily="2" charset="-122"/>
              </a:rPr>
              <a:t>&lt;c:when&gt;</a:t>
            </a:r>
            <a:r>
              <a:rPr lang="zh-CN" altLang="en-US" sz="1900" dirty="0">
                <a:ea typeface="宋体" panose="02010600030101010101" pitchFamily="2" charset="-122"/>
              </a:rPr>
              <a:t>、</a:t>
            </a:r>
            <a:r>
              <a:rPr lang="en-US" altLang="zh-CN" sz="1900" dirty="0">
                <a:ea typeface="宋体" panose="02010600030101010101" pitchFamily="2" charset="-122"/>
              </a:rPr>
              <a:t>&lt;c:otherwise&gt;</a:t>
            </a:r>
            <a:endParaRPr lang="en-US" altLang="zh-CN" sz="1900" dirty="0">
              <a:ea typeface="宋体" panose="02010600030101010101" pitchFamily="2" charset="-122"/>
            </a:endParaRPr>
          </a:p>
          <a:p>
            <a:pPr lvl="1">
              <a:lnSpc>
                <a:spcPct val="200000"/>
              </a:lnSpc>
            </a:pPr>
            <a:r>
              <a:rPr lang="zh-CN" altLang="en-US" sz="1900" dirty="0">
                <a:ea typeface="宋体" panose="02010600030101010101" pitchFamily="2" charset="-122"/>
              </a:rPr>
              <a:t>遍历操作标签：</a:t>
            </a:r>
            <a:r>
              <a:rPr lang="en-US" altLang="zh-CN" sz="1900" dirty="0">
                <a:ea typeface="宋体" panose="02010600030101010101" pitchFamily="2" charset="-122"/>
              </a:rPr>
              <a:t>&lt;c:forEach&gt;</a:t>
            </a:r>
            <a:r>
              <a:rPr lang="zh-CN" altLang="en-US" sz="1900" dirty="0">
                <a:ea typeface="宋体" panose="02010600030101010101" pitchFamily="2" charset="-122"/>
              </a:rPr>
              <a:t>、</a:t>
            </a:r>
            <a:r>
              <a:rPr lang="en-US" altLang="zh-CN" sz="1900" dirty="0">
                <a:ea typeface="宋体" panose="02010600030101010101" pitchFamily="2" charset="-122"/>
              </a:rPr>
              <a:t>&lt;c:forTokens&gt;</a:t>
            </a:r>
            <a:endParaRPr lang="en-US" altLang="zh-CN" sz="1900" dirty="0">
              <a:ea typeface="宋体" panose="02010600030101010101" pitchFamily="2" charset="-122"/>
            </a:endParaRPr>
          </a:p>
          <a:p>
            <a:pPr lvl="1">
              <a:lnSpc>
                <a:spcPct val="200000"/>
              </a:lnSpc>
            </a:pPr>
            <a:r>
              <a:rPr lang="en-US" altLang="zh-CN" sz="1900" dirty="0">
                <a:ea typeface="宋体" panose="02010600030101010101" pitchFamily="2" charset="-122"/>
              </a:rPr>
              <a:t>URL</a:t>
            </a:r>
            <a:r>
              <a:rPr lang="zh-CN" altLang="en-US" sz="1900" dirty="0">
                <a:ea typeface="宋体" panose="02010600030101010101" pitchFamily="2" charset="-122"/>
              </a:rPr>
              <a:t>操作标签：</a:t>
            </a:r>
            <a:r>
              <a:rPr lang="en-US" altLang="zh-CN" sz="1900" dirty="0">
                <a:ea typeface="宋体" panose="02010600030101010101" pitchFamily="2" charset="-122"/>
              </a:rPr>
              <a:t>&lt;c:import&gt;</a:t>
            </a:r>
            <a:r>
              <a:rPr lang="zh-CN" altLang="en-US" sz="1900" dirty="0">
                <a:ea typeface="宋体" panose="02010600030101010101" pitchFamily="2" charset="-122"/>
              </a:rPr>
              <a:t>、</a:t>
            </a:r>
            <a:r>
              <a:rPr lang="en-US" altLang="zh-CN" sz="1900" dirty="0">
                <a:ea typeface="宋体" panose="02010600030101010101" pitchFamily="2" charset="-122"/>
              </a:rPr>
              <a:t>&lt;c:url&gt;</a:t>
            </a:r>
            <a:r>
              <a:rPr lang="zh-CN" altLang="en-US" sz="1900" dirty="0">
                <a:ea typeface="宋体" panose="02010600030101010101" pitchFamily="2" charset="-122"/>
              </a:rPr>
              <a:t>、</a:t>
            </a:r>
            <a:r>
              <a:rPr lang="en-US" altLang="zh-CN" sz="1900" dirty="0">
                <a:ea typeface="宋体" panose="02010600030101010101" pitchFamily="2" charset="-122"/>
              </a:rPr>
              <a:t>&lt;c:redirect&gt;</a:t>
            </a:r>
            <a:r>
              <a:rPr lang="zh-CN" altLang="en-US" sz="1900" dirty="0">
                <a:ea typeface="宋体" panose="02010600030101010101" pitchFamily="2" charset="-122"/>
              </a:rPr>
              <a:t>、</a:t>
            </a:r>
            <a:r>
              <a:rPr lang="en-US" altLang="zh-CN" sz="1900" dirty="0">
                <a:ea typeface="宋体" panose="02010600030101010101" pitchFamily="2" charset="-122"/>
              </a:rPr>
              <a:t>&lt;c:param&gt;</a:t>
            </a:r>
            <a:endParaRPr lang="zh-CN" altLang="en-US" sz="1900" dirty="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22529"/>
          <p:cNvSpPr>
            <a:spLocks noGrp="1"/>
          </p:cNvSpPr>
          <p:nvPr>
            <p:ph type="title"/>
          </p:nvPr>
        </p:nvSpPr>
        <p:spPr/>
        <p:txBody>
          <a:bodyPr anchor="ctr"/>
          <a:lstStyle/>
          <a:p>
            <a:r>
              <a:rPr lang="en-US" altLang="zh-CN" dirty="0">
                <a:ea typeface="宋体" panose="02010600030101010101" pitchFamily="2" charset="-122"/>
              </a:rPr>
              <a:t>JSP</a:t>
            </a:r>
            <a:r>
              <a:rPr lang="zh-CN" altLang="en-US" dirty="0">
                <a:ea typeface="宋体" panose="02010600030101010101" pitchFamily="2" charset="-122"/>
              </a:rPr>
              <a:t>标准标签库（</a:t>
            </a:r>
            <a:r>
              <a:rPr lang="en-US" altLang="zh-CN" dirty="0">
                <a:ea typeface="宋体" panose="02010600030101010101" pitchFamily="2" charset="-122"/>
              </a:rPr>
              <a:t>JSTL</a:t>
            </a:r>
            <a:r>
              <a:rPr lang="zh-CN" altLang="en-US" dirty="0">
                <a:ea typeface="宋体" panose="02010600030101010101" pitchFamily="2" charset="-122"/>
              </a:rPr>
              <a:t>）</a:t>
            </a:r>
            <a:r>
              <a:rPr lang="zh-CN" altLang="en-US" sz="2955" dirty="0">
                <a:ea typeface="宋体" panose="02010600030101010101" pitchFamily="2" charset="-122"/>
              </a:rPr>
              <a:t> </a:t>
            </a:r>
            <a:endParaRPr lang="zh-CN" altLang="en-US" sz="2955" dirty="0">
              <a:ea typeface="宋体" panose="02010600030101010101" pitchFamily="2" charset="-122"/>
            </a:endParaRPr>
          </a:p>
        </p:txBody>
      </p:sp>
      <p:sp>
        <p:nvSpPr>
          <p:cNvPr id="22531" name="文本占位符 22530"/>
          <p:cNvSpPr>
            <a:spLocks noGrp="1"/>
          </p:cNvSpPr>
          <p:nvPr>
            <p:ph type="body" idx="1"/>
          </p:nvPr>
        </p:nvSpPr>
        <p:spPr>
          <a:xfrm>
            <a:off x="765175" y="1365885"/>
            <a:ext cx="10857865" cy="5304155"/>
          </a:xfrm>
        </p:spPr>
        <p:txBody>
          <a:bodyPr/>
          <a:lstStyle/>
          <a:p>
            <a:r>
              <a:rPr lang="en-US" altLang="zh-CN" dirty="0">
                <a:ea typeface="宋体" panose="02010600030101010101" pitchFamily="2" charset="-122"/>
              </a:rPr>
              <a:t>JSTL</a:t>
            </a:r>
            <a:r>
              <a:rPr lang="zh-CN" altLang="en-US" dirty="0">
                <a:ea typeface="宋体" panose="02010600030101010101" pitchFamily="2" charset="-122"/>
              </a:rPr>
              <a:t>的</a:t>
            </a:r>
            <a:r>
              <a:rPr lang="en-US" altLang="zh-CN" dirty="0">
                <a:ea typeface="宋体" panose="02010600030101010101" pitchFamily="2" charset="-122"/>
              </a:rPr>
              <a:t>XML</a:t>
            </a:r>
            <a:r>
              <a:rPr lang="zh-CN" altLang="en-US" dirty="0">
                <a:ea typeface="宋体" panose="02010600030101010101" pitchFamily="2" charset="-122"/>
              </a:rPr>
              <a:t>标签</a:t>
            </a:r>
            <a:endParaRPr lang="zh-CN" altLang="en-US" dirty="0">
              <a:ea typeface="宋体" panose="02010600030101010101" pitchFamily="2" charset="-122"/>
            </a:endParaRPr>
          </a:p>
          <a:p>
            <a:pPr>
              <a:lnSpc>
                <a:spcPct val="200000"/>
              </a:lnSpc>
              <a:buNone/>
            </a:pPr>
            <a:r>
              <a:rPr lang="en-US" altLang="zh-CN" sz="1900" dirty="0">
                <a:ea typeface="宋体" panose="02010600030101010101" pitchFamily="2" charset="-122"/>
              </a:rPr>
              <a:t>	JSTL</a:t>
            </a:r>
            <a:r>
              <a:rPr lang="zh-CN" altLang="en-US" sz="1900" dirty="0">
                <a:ea typeface="宋体" panose="02010600030101010101" pitchFamily="2" charset="-122"/>
              </a:rPr>
              <a:t>为</a:t>
            </a:r>
            <a:r>
              <a:rPr lang="en-US" altLang="zh-CN" sz="1900" dirty="0">
                <a:ea typeface="宋体" panose="02010600030101010101" pitchFamily="2" charset="-122"/>
              </a:rPr>
              <a:t>Web</a:t>
            </a:r>
            <a:r>
              <a:rPr lang="zh-CN" altLang="en-US" sz="1900" dirty="0">
                <a:ea typeface="宋体" panose="02010600030101010101" pitchFamily="2" charset="-122"/>
              </a:rPr>
              <a:t>应用设计者提供了对</a:t>
            </a:r>
            <a:r>
              <a:rPr lang="en-US" altLang="zh-CN" sz="1900" dirty="0">
                <a:ea typeface="宋体" panose="02010600030101010101" pitchFamily="2" charset="-122"/>
              </a:rPr>
              <a:t>XML</a:t>
            </a:r>
            <a:r>
              <a:rPr lang="zh-CN" altLang="en-US" sz="1900" dirty="0">
                <a:ea typeface="宋体" panose="02010600030101010101" pitchFamily="2" charset="-122"/>
              </a:rPr>
              <a:t>格式文件进行基本操作的子标签库。该标签库中的标签按照功能被分为了三类，分别是：</a:t>
            </a:r>
            <a:endParaRPr lang="zh-CN" altLang="en-US" sz="1900" dirty="0">
              <a:ea typeface="宋体" panose="02010600030101010101" pitchFamily="2" charset="-122"/>
            </a:endParaRPr>
          </a:p>
          <a:p>
            <a:pPr lvl="1">
              <a:lnSpc>
                <a:spcPct val="200000"/>
              </a:lnSpc>
            </a:pPr>
            <a:r>
              <a:rPr lang="en-US" altLang="zh-CN" sz="1900" dirty="0">
                <a:ea typeface="宋体" panose="02010600030101010101" pitchFamily="2" charset="-122"/>
              </a:rPr>
              <a:t>XML</a:t>
            </a:r>
            <a:r>
              <a:rPr lang="zh-CN" altLang="en-US" sz="1900" dirty="0">
                <a:ea typeface="宋体" panose="02010600030101010101" pitchFamily="2" charset="-122"/>
              </a:rPr>
              <a:t>核心标签：</a:t>
            </a:r>
            <a:r>
              <a:rPr lang="en-US" altLang="zh-CN" sz="1900" dirty="0">
                <a:ea typeface="宋体" panose="02010600030101010101" pitchFamily="2" charset="-122"/>
              </a:rPr>
              <a:t>&lt;x:parse&gt;</a:t>
            </a:r>
            <a:r>
              <a:rPr lang="zh-CN" altLang="en-US" sz="1900" dirty="0">
                <a:ea typeface="宋体" panose="02010600030101010101" pitchFamily="2" charset="-122"/>
              </a:rPr>
              <a:t>、</a:t>
            </a:r>
            <a:r>
              <a:rPr lang="en-US" altLang="zh-CN" sz="1900" dirty="0">
                <a:ea typeface="宋体" panose="02010600030101010101" pitchFamily="2" charset="-122"/>
              </a:rPr>
              <a:t>&lt;x:out&gt;</a:t>
            </a:r>
            <a:r>
              <a:rPr lang="zh-CN" altLang="en-US" sz="1900" dirty="0">
                <a:ea typeface="宋体" panose="02010600030101010101" pitchFamily="2" charset="-122"/>
              </a:rPr>
              <a:t>、</a:t>
            </a:r>
            <a:r>
              <a:rPr lang="en-US" altLang="zh-CN" sz="1900" dirty="0">
                <a:ea typeface="宋体" panose="02010600030101010101" pitchFamily="2" charset="-122"/>
              </a:rPr>
              <a:t>&lt;x:set&gt;</a:t>
            </a:r>
            <a:endParaRPr lang="en-US" altLang="zh-CN" sz="1900" dirty="0">
              <a:ea typeface="宋体" panose="02010600030101010101" pitchFamily="2" charset="-122"/>
            </a:endParaRPr>
          </a:p>
          <a:p>
            <a:pPr lvl="1">
              <a:lnSpc>
                <a:spcPct val="200000"/>
              </a:lnSpc>
            </a:pPr>
            <a:r>
              <a:rPr lang="en-US" altLang="zh-CN" sz="1900" dirty="0">
                <a:ea typeface="宋体" panose="02010600030101010101" pitchFamily="2" charset="-122"/>
              </a:rPr>
              <a:t>XML</a:t>
            </a:r>
            <a:r>
              <a:rPr lang="zh-CN" altLang="en-US" sz="1900" dirty="0">
                <a:ea typeface="宋体" panose="02010600030101010101" pitchFamily="2" charset="-122"/>
              </a:rPr>
              <a:t>流控制标签：</a:t>
            </a:r>
            <a:r>
              <a:rPr lang="en-US" altLang="zh-CN" sz="1900" dirty="0">
                <a:ea typeface="宋体" panose="02010600030101010101" pitchFamily="2" charset="-122"/>
              </a:rPr>
              <a:t>&lt;x:if&gt;</a:t>
            </a:r>
            <a:r>
              <a:rPr lang="zh-CN" altLang="en-US" sz="1900" dirty="0">
                <a:ea typeface="宋体" panose="02010600030101010101" pitchFamily="2" charset="-122"/>
              </a:rPr>
              <a:t>、</a:t>
            </a:r>
            <a:r>
              <a:rPr lang="en-US" altLang="zh-CN" sz="1900" dirty="0">
                <a:ea typeface="宋体" panose="02010600030101010101" pitchFamily="2" charset="-122"/>
              </a:rPr>
              <a:t>&lt;x:choose&gt;</a:t>
            </a:r>
            <a:r>
              <a:rPr lang="zh-CN" altLang="en-US" sz="1900" dirty="0">
                <a:ea typeface="宋体" panose="02010600030101010101" pitchFamily="2" charset="-122"/>
              </a:rPr>
              <a:t>、</a:t>
            </a:r>
            <a:r>
              <a:rPr lang="en-US" altLang="zh-CN" sz="1900" dirty="0">
                <a:ea typeface="宋体" panose="02010600030101010101" pitchFamily="2" charset="-122"/>
              </a:rPr>
              <a:t>&lt;x:when&gt;</a:t>
            </a:r>
            <a:r>
              <a:rPr lang="zh-CN" altLang="en-US" sz="1900" dirty="0">
                <a:ea typeface="宋体" panose="02010600030101010101" pitchFamily="2" charset="-122"/>
              </a:rPr>
              <a:t>、</a:t>
            </a:r>
            <a:r>
              <a:rPr lang="en-US" altLang="zh-CN" sz="1900" dirty="0">
                <a:ea typeface="宋体" panose="02010600030101010101" pitchFamily="2" charset="-122"/>
              </a:rPr>
              <a:t>&lt;x:otherwise&gt;</a:t>
            </a:r>
            <a:r>
              <a:rPr lang="zh-CN" altLang="en-US" sz="1900" dirty="0">
                <a:ea typeface="宋体" panose="02010600030101010101" pitchFamily="2" charset="-122"/>
              </a:rPr>
              <a:t>、</a:t>
            </a:r>
            <a:r>
              <a:rPr lang="en-US" altLang="zh-CN" sz="1900" dirty="0">
                <a:ea typeface="宋体" panose="02010600030101010101" pitchFamily="2" charset="-122"/>
              </a:rPr>
              <a:t>&lt;x:forEach&gt;</a:t>
            </a:r>
            <a:endParaRPr lang="en-US" altLang="zh-CN" sz="1900" dirty="0">
              <a:ea typeface="宋体" panose="02010600030101010101" pitchFamily="2" charset="-122"/>
            </a:endParaRPr>
          </a:p>
          <a:p>
            <a:pPr lvl="1">
              <a:lnSpc>
                <a:spcPct val="200000"/>
              </a:lnSpc>
            </a:pPr>
            <a:r>
              <a:rPr lang="en-US" altLang="zh-CN" sz="1900" dirty="0">
                <a:ea typeface="宋体" panose="02010600030101010101" pitchFamily="2" charset="-122"/>
              </a:rPr>
              <a:t>XML</a:t>
            </a:r>
            <a:r>
              <a:rPr lang="zh-CN" altLang="en-US" sz="1900" dirty="0">
                <a:ea typeface="宋体" panose="02010600030101010101" pitchFamily="2" charset="-122"/>
              </a:rPr>
              <a:t>转换标签：</a:t>
            </a:r>
            <a:r>
              <a:rPr lang="en-US" altLang="zh-CN" sz="1900" dirty="0">
                <a:ea typeface="宋体" panose="02010600030101010101" pitchFamily="2" charset="-122"/>
              </a:rPr>
              <a:t>&lt;x:transform&gt;</a:t>
            </a:r>
            <a:r>
              <a:rPr lang="zh-CN" altLang="en-US" sz="1900" dirty="0">
                <a:ea typeface="宋体" panose="02010600030101010101" pitchFamily="2" charset="-122"/>
              </a:rPr>
              <a:t>、</a:t>
            </a:r>
            <a:r>
              <a:rPr lang="en-US" altLang="zh-CN" sz="1900" dirty="0">
                <a:ea typeface="宋体" panose="02010600030101010101" pitchFamily="2" charset="-122"/>
              </a:rPr>
              <a:t>&lt;x:param&gt;</a:t>
            </a:r>
            <a:endParaRPr lang="zh-CN" altLang="en-US" sz="1900" dirty="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23553"/>
          <p:cNvSpPr>
            <a:spLocks noGrp="1"/>
          </p:cNvSpPr>
          <p:nvPr>
            <p:ph type="title"/>
          </p:nvPr>
        </p:nvSpPr>
        <p:spPr>
          <a:xfrm>
            <a:off x="3596587" y="622812"/>
            <a:ext cx="6932964" cy="594350"/>
          </a:xfrm>
        </p:spPr>
        <p:txBody>
          <a:bodyPr anchor="ctr"/>
          <a:lstStyle/>
          <a:p>
            <a:r>
              <a:rPr lang="en-US" altLang="zh-CN" dirty="0">
                <a:ea typeface="宋体" panose="02010600030101010101" pitchFamily="2" charset="-122"/>
              </a:rPr>
              <a:t> JSP</a:t>
            </a:r>
            <a:r>
              <a:rPr lang="zh-CN" altLang="en-US" dirty="0">
                <a:ea typeface="宋体" panose="02010600030101010101" pitchFamily="2" charset="-122"/>
              </a:rPr>
              <a:t>标准标签库（</a:t>
            </a:r>
            <a:r>
              <a:rPr lang="en-US" altLang="zh-CN" dirty="0">
                <a:ea typeface="宋体" panose="02010600030101010101" pitchFamily="2" charset="-122"/>
              </a:rPr>
              <a:t>JSTL</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23555" name="文本占位符 23554"/>
          <p:cNvSpPr>
            <a:spLocks noGrp="1"/>
          </p:cNvSpPr>
          <p:nvPr>
            <p:ph type="body" idx="1"/>
          </p:nvPr>
        </p:nvSpPr>
        <p:spPr>
          <a:xfrm>
            <a:off x="795655" y="1365885"/>
            <a:ext cx="11014710" cy="5866765"/>
          </a:xfrm>
        </p:spPr>
        <p:txBody>
          <a:bodyPr/>
          <a:lstStyle/>
          <a:p>
            <a:r>
              <a:rPr lang="en-US" altLang="zh-CN" sz="3795" dirty="0">
                <a:ea typeface="宋体" panose="02010600030101010101" pitchFamily="2" charset="-122"/>
              </a:rPr>
              <a:t>JSTL</a:t>
            </a:r>
            <a:r>
              <a:rPr lang="zh-CN" altLang="en-US" sz="3795" dirty="0">
                <a:ea typeface="宋体" panose="02010600030101010101" pitchFamily="2" charset="-122"/>
              </a:rPr>
              <a:t>的格式化</a:t>
            </a:r>
            <a:r>
              <a:rPr lang="en-US" altLang="zh-CN" sz="3795" dirty="0">
                <a:ea typeface="宋体" panose="02010600030101010101" pitchFamily="2" charset="-122"/>
              </a:rPr>
              <a:t>/</a:t>
            </a:r>
            <a:r>
              <a:rPr lang="zh-CN" altLang="en-US" sz="3795" dirty="0">
                <a:ea typeface="宋体" panose="02010600030101010101" pitchFamily="2" charset="-122"/>
              </a:rPr>
              <a:t>国际化标签</a:t>
            </a:r>
            <a:endParaRPr lang="zh-CN" altLang="en-US" sz="3795" dirty="0">
              <a:ea typeface="宋体" panose="02010600030101010101" pitchFamily="2" charset="-122"/>
            </a:endParaRPr>
          </a:p>
          <a:p>
            <a:pPr>
              <a:buNone/>
            </a:pPr>
            <a:r>
              <a:rPr lang="en-US" altLang="zh-CN" sz="1900" dirty="0">
                <a:ea typeface="宋体" panose="02010600030101010101" pitchFamily="2" charset="-122"/>
              </a:rPr>
              <a:t>	</a:t>
            </a:r>
            <a:endParaRPr lang="en-US" altLang="zh-CN" sz="1900" dirty="0">
              <a:ea typeface="宋体" panose="02010600030101010101" pitchFamily="2" charset="-122"/>
            </a:endParaRPr>
          </a:p>
          <a:p>
            <a:pPr>
              <a:buNone/>
            </a:pPr>
            <a:r>
              <a:rPr lang="en-US" altLang="zh-CN" sz="1900" dirty="0">
                <a:ea typeface="宋体" panose="02010600030101010101" pitchFamily="2" charset="-122"/>
              </a:rPr>
              <a:t>      JSTL</a:t>
            </a:r>
            <a:r>
              <a:rPr lang="zh-CN" altLang="en-US" sz="1900" dirty="0">
                <a:ea typeface="宋体" panose="02010600030101010101" pitchFamily="2" charset="-122"/>
              </a:rPr>
              <a:t>提供了格式化</a:t>
            </a:r>
            <a:r>
              <a:rPr lang="en-US" altLang="zh-CN" sz="1900" dirty="0">
                <a:ea typeface="宋体" panose="02010600030101010101" pitchFamily="2" charset="-122"/>
              </a:rPr>
              <a:t>/</a:t>
            </a:r>
            <a:r>
              <a:rPr lang="zh-CN" altLang="en-US" sz="1900" dirty="0">
                <a:ea typeface="宋体" panose="02010600030101010101" pitchFamily="2" charset="-122"/>
              </a:rPr>
              <a:t>国际化标签库，在该标签库中的标签一共有</a:t>
            </a:r>
            <a:r>
              <a:rPr lang="en-US" altLang="zh-CN" sz="1900" dirty="0">
                <a:ea typeface="宋体" panose="02010600030101010101" pitchFamily="2" charset="-122"/>
              </a:rPr>
              <a:t>12</a:t>
            </a:r>
            <a:r>
              <a:rPr lang="zh-CN" altLang="en-US" sz="1900" dirty="0">
                <a:ea typeface="宋体" panose="02010600030101010101" pitchFamily="2" charset="-122"/>
              </a:rPr>
              <a:t>个，被分为了两类，分别是：</a:t>
            </a:r>
            <a:endParaRPr lang="zh-CN" altLang="en-US" sz="1900" dirty="0">
              <a:ea typeface="宋体" panose="02010600030101010101" pitchFamily="2" charset="-122"/>
            </a:endParaRPr>
          </a:p>
          <a:p>
            <a:pPr lvl="1">
              <a:lnSpc>
                <a:spcPct val="200000"/>
              </a:lnSpc>
            </a:pPr>
            <a:r>
              <a:rPr lang="zh-CN" altLang="en-US" sz="1900" dirty="0">
                <a:ea typeface="宋体" panose="02010600030101010101" pitchFamily="2" charset="-122"/>
              </a:rPr>
              <a:t>格式化标签：</a:t>
            </a:r>
            <a:endParaRPr lang="zh-CN" altLang="en-US" sz="1900" dirty="0">
              <a:ea typeface="宋体" panose="02010600030101010101" pitchFamily="2" charset="-122"/>
            </a:endParaRPr>
          </a:p>
          <a:p>
            <a:pPr lvl="1">
              <a:lnSpc>
                <a:spcPct val="200000"/>
              </a:lnSpc>
              <a:buNone/>
            </a:pPr>
            <a:r>
              <a:rPr lang="en-US" altLang="zh-CN" sz="1900" dirty="0">
                <a:ea typeface="宋体" panose="02010600030101010101" pitchFamily="2" charset="-122"/>
              </a:rPr>
              <a:t>    &lt;fmt:timeZone&gt;</a:t>
            </a:r>
            <a:r>
              <a:rPr lang="zh-CN" altLang="en-US" sz="1900" dirty="0">
                <a:ea typeface="宋体" panose="02010600030101010101" pitchFamily="2" charset="-122"/>
              </a:rPr>
              <a:t>、</a:t>
            </a:r>
            <a:r>
              <a:rPr lang="en-US" altLang="zh-CN" sz="1900" dirty="0">
                <a:ea typeface="宋体" panose="02010600030101010101" pitchFamily="2" charset="-122"/>
              </a:rPr>
              <a:t>&lt;fmt:setTimeZone&gt;</a:t>
            </a:r>
            <a:r>
              <a:rPr lang="zh-CN" altLang="en-US" sz="1900" dirty="0">
                <a:ea typeface="宋体" panose="02010600030101010101" pitchFamily="2" charset="-122"/>
              </a:rPr>
              <a:t>、</a:t>
            </a:r>
            <a:r>
              <a:rPr lang="en-US" altLang="zh-CN" sz="1900" dirty="0">
                <a:ea typeface="宋体" panose="02010600030101010101" pitchFamily="2" charset="-122"/>
              </a:rPr>
              <a:t>&lt;fmt:formatNumber&gt;</a:t>
            </a:r>
            <a:r>
              <a:rPr lang="zh-CN" altLang="en-US" sz="1900" dirty="0">
                <a:ea typeface="宋体" panose="02010600030101010101" pitchFamily="2" charset="-122"/>
              </a:rPr>
              <a:t>、</a:t>
            </a:r>
            <a:r>
              <a:rPr lang="en-US" altLang="zh-CN" sz="1900" dirty="0">
                <a:ea typeface="宋体" panose="02010600030101010101" pitchFamily="2" charset="-122"/>
              </a:rPr>
              <a:t>&lt;fmt:parseNumber&gt;</a:t>
            </a:r>
            <a:r>
              <a:rPr lang="zh-CN" altLang="en-US" sz="1900" dirty="0">
                <a:ea typeface="宋体" panose="02010600030101010101" pitchFamily="2" charset="-122"/>
              </a:rPr>
              <a:t>、</a:t>
            </a:r>
            <a:r>
              <a:rPr lang="en-US" altLang="zh-CN" sz="1900" dirty="0">
                <a:ea typeface="宋体" panose="02010600030101010101" pitchFamily="2" charset="-122"/>
              </a:rPr>
              <a:t>&lt;fmt:formatDate&gt;</a:t>
            </a:r>
            <a:r>
              <a:rPr lang="zh-CN" altLang="en-US" sz="1900" dirty="0">
                <a:ea typeface="宋体" panose="02010600030101010101" pitchFamily="2" charset="-122"/>
              </a:rPr>
              <a:t>、</a:t>
            </a:r>
            <a:r>
              <a:rPr lang="en-US" altLang="zh-CN" sz="1900" dirty="0">
                <a:ea typeface="宋体" panose="02010600030101010101" pitchFamily="2" charset="-122"/>
              </a:rPr>
              <a:t>&lt;fmt:parseDate&gt;</a:t>
            </a:r>
            <a:endParaRPr lang="en-US" altLang="zh-CN" sz="1900" dirty="0">
              <a:ea typeface="宋体" panose="02010600030101010101" pitchFamily="2" charset="-122"/>
            </a:endParaRPr>
          </a:p>
          <a:p>
            <a:pPr lvl="1">
              <a:lnSpc>
                <a:spcPct val="200000"/>
              </a:lnSpc>
            </a:pPr>
            <a:r>
              <a:rPr lang="zh-CN" altLang="en-US" sz="1900" dirty="0">
                <a:ea typeface="宋体" panose="02010600030101010101" pitchFamily="2" charset="-122"/>
              </a:rPr>
              <a:t>国际化标签：</a:t>
            </a:r>
            <a:endParaRPr lang="zh-CN" altLang="en-US" sz="1900" dirty="0">
              <a:ea typeface="宋体" panose="02010600030101010101" pitchFamily="2" charset="-122"/>
            </a:endParaRPr>
          </a:p>
          <a:p>
            <a:pPr lvl="1">
              <a:lnSpc>
                <a:spcPct val="200000"/>
              </a:lnSpc>
              <a:buNone/>
            </a:pPr>
            <a:r>
              <a:rPr lang="en-US" altLang="zh-CN" sz="1900" dirty="0">
                <a:ea typeface="宋体" panose="02010600030101010101" pitchFamily="2" charset="-122"/>
              </a:rPr>
              <a:t>    &lt;fmt:setLocale&gt;</a:t>
            </a:r>
            <a:r>
              <a:rPr lang="zh-CN" altLang="en-US" sz="1900" dirty="0">
                <a:ea typeface="宋体" panose="02010600030101010101" pitchFamily="2" charset="-122"/>
              </a:rPr>
              <a:t>、</a:t>
            </a:r>
            <a:r>
              <a:rPr lang="en-US" altLang="zh-CN" sz="1900" dirty="0">
                <a:ea typeface="宋体" panose="02010600030101010101" pitchFamily="2" charset="-122"/>
              </a:rPr>
              <a:t>&lt;fmt:bundle&gt;</a:t>
            </a:r>
            <a:r>
              <a:rPr lang="zh-CN" altLang="en-US" sz="1900" dirty="0">
                <a:ea typeface="宋体" panose="02010600030101010101" pitchFamily="2" charset="-122"/>
              </a:rPr>
              <a:t>、</a:t>
            </a:r>
            <a:r>
              <a:rPr lang="en-US" altLang="zh-CN" sz="1900" dirty="0">
                <a:ea typeface="宋体" panose="02010600030101010101" pitchFamily="2" charset="-122"/>
              </a:rPr>
              <a:t>&lt;fmt:setBundle&gt;</a:t>
            </a:r>
            <a:r>
              <a:rPr lang="zh-CN" altLang="en-US" sz="1900" dirty="0">
                <a:ea typeface="宋体" panose="02010600030101010101" pitchFamily="2" charset="-122"/>
              </a:rPr>
              <a:t>、</a:t>
            </a:r>
            <a:r>
              <a:rPr lang="en-US" altLang="zh-CN" sz="1900" dirty="0">
                <a:ea typeface="宋体" panose="02010600030101010101" pitchFamily="2" charset="-122"/>
              </a:rPr>
              <a:t>&lt;fmt:message&gt;</a:t>
            </a:r>
            <a:r>
              <a:rPr lang="zh-CN" altLang="en-US" sz="1900" dirty="0">
                <a:ea typeface="宋体" panose="02010600030101010101" pitchFamily="2" charset="-122"/>
              </a:rPr>
              <a:t>、</a:t>
            </a:r>
            <a:r>
              <a:rPr lang="en-US" altLang="zh-CN" sz="1900" dirty="0">
                <a:ea typeface="宋体" panose="02010600030101010101" pitchFamily="2" charset="-122"/>
              </a:rPr>
              <a:t>&lt;fmt:param&gt;</a:t>
            </a:r>
            <a:r>
              <a:rPr lang="zh-CN" altLang="en-US" sz="1900" dirty="0">
                <a:ea typeface="宋体" panose="02010600030101010101" pitchFamily="2" charset="-122"/>
              </a:rPr>
              <a:t>、</a:t>
            </a:r>
            <a:r>
              <a:rPr lang="en-US" altLang="zh-CN" sz="1900" dirty="0">
                <a:ea typeface="宋体" panose="02010600030101010101" pitchFamily="2" charset="-122"/>
              </a:rPr>
              <a:t>&lt;fmt:requestEncoding&gt;</a:t>
            </a:r>
            <a:endParaRPr lang="zh-CN" altLang="en-US" sz="1900" dirty="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24577"/>
          <p:cNvSpPr>
            <a:spLocks noGrp="1"/>
          </p:cNvSpPr>
          <p:nvPr>
            <p:ph type="title"/>
          </p:nvPr>
        </p:nvSpPr>
        <p:spPr/>
        <p:txBody>
          <a:bodyPr anchor="ctr"/>
          <a:lstStyle/>
          <a:p>
            <a:r>
              <a:rPr lang="en-US" altLang="zh-CN" dirty="0">
                <a:ea typeface="宋体" panose="02010600030101010101" pitchFamily="2" charset="-122"/>
              </a:rPr>
              <a:t> JSP</a:t>
            </a:r>
            <a:r>
              <a:rPr lang="zh-CN" altLang="en-US" dirty="0">
                <a:ea typeface="宋体" panose="02010600030101010101" pitchFamily="2" charset="-122"/>
              </a:rPr>
              <a:t>标准标签库（</a:t>
            </a:r>
            <a:r>
              <a:rPr lang="en-US" altLang="zh-CN" dirty="0">
                <a:ea typeface="宋体" panose="02010600030101010101" pitchFamily="2" charset="-122"/>
              </a:rPr>
              <a:t>JSTL</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24579" name="文本占位符 24578"/>
          <p:cNvSpPr>
            <a:spLocks noGrp="1"/>
          </p:cNvSpPr>
          <p:nvPr>
            <p:ph type="body" idx="1"/>
          </p:nvPr>
        </p:nvSpPr>
        <p:spPr/>
        <p:txBody>
          <a:bodyPr/>
          <a:lstStyle/>
          <a:p>
            <a:r>
              <a:rPr lang="en-US" altLang="zh-CN" dirty="0">
                <a:ea typeface="宋体" panose="02010600030101010101" pitchFamily="2" charset="-122"/>
              </a:rPr>
              <a:t>JSTL</a:t>
            </a:r>
            <a:r>
              <a:rPr lang="zh-CN" altLang="en-US" dirty="0">
                <a:ea typeface="宋体" panose="02010600030101010101" pitchFamily="2" charset="-122"/>
              </a:rPr>
              <a:t>的函数标签</a:t>
            </a:r>
            <a:endParaRPr lang="zh-CN" altLang="en-US" dirty="0">
              <a:ea typeface="宋体" panose="02010600030101010101" pitchFamily="2" charset="-122"/>
            </a:endParaRPr>
          </a:p>
          <a:p>
            <a:pPr>
              <a:buNone/>
            </a:pPr>
            <a:r>
              <a:rPr lang="zh-CN" altLang="en-US" sz="2530" dirty="0">
                <a:ea typeface="宋体" panose="02010600030101010101" pitchFamily="2" charset="-122"/>
              </a:rPr>
              <a:t>	</a:t>
            </a:r>
            <a:endParaRPr lang="zh-CN" altLang="en-US" sz="2530" dirty="0">
              <a:ea typeface="宋体" panose="02010600030101010101" pitchFamily="2" charset="-122"/>
            </a:endParaRPr>
          </a:p>
          <a:p>
            <a:pPr>
              <a:lnSpc>
                <a:spcPct val="130000"/>
              </a:lnSpc>
              <a:buNone/>
            </a:pPr>
            <a:r>
              <a:rPr lang="zh-CN" altLang="en-US" sz="1900" dirty="0">
                <a:ea typeface="宋体" panose="02010600030101010101" pitchFamily="2" charset="-122"/>
              </a:rPr>
              <a:t>	在</a:t>
            </a:r>
            <a:r>
              <a:rPr lang="en-US" altLang="zh-CN" sz="1900" dirty="0">
                <a:ea typeface="宋体" panose="02010600030101010101" pitchFamily="2" charset="-122"/>
              </a:rPr>
              <a:t>JSTL</a:t>
            </a:r>
            <a:r>
              <a:rPr lang="zh-CN" altLang="en-US" sz="1900" dirty="0">
                <a:ea typeface="宋体" panose="02010600030101010101" pitchFamily="2" charset="-122"/>
              </a:rPr>
              <a:t>中为</a:t>
            </a:r>
            <a:r>
              <a:rPr lang="en-US" altLang="zh-CN" sz="1900" dirty="0">
                <a:ea typeface="宋体" panose="02010600030101010101" pitchFamily="2" charset="-122"/>
              </a:rPr>
              <a:t>EL</a:t>
            </a:r>
            <a:r>
              <a:rPr lang="zh-CN" altLang="en-US" sz="1900" dirty="0">
                <a:ea typeface="宋体" panose="02010600030101010101" pitchFamily="2" charset="-122"/>
              </a:rPr>
              <a:t>提供了一些实用的函数标签来实现相应的功能。</a:t>
            </a:r>
            <a:endParaRPr lang="zh-CN" altLang="en-US" sz="1900" dirty="0">
              <a:ea typeface="宋体" panose="02010600030101010101" pitchFamily="2" charset="-122"/>
            </a:endParaRPr>
          </a:p>
          <a:p>
            <a:pPr lvl="1">
              <a:lnSpc>
                <a:spcPct val="130000"/>
              </a:lnSpc>
            </a:pPr>
            <a:r>
              <a:rPr lang="zh-CN" altLang="en-US" sz="1900" dirty="0">
                <a:ea typeface="宋体" panose="02010600030101010101" pitchFamily="2" charset="-122"/>
              </a:rPr>
              <a:t>获取</a:t>
            </a:r>
            <a:r>
              <a:rPr lang="en-US" altLang="zh-CN" sz="1900" dirty="0">
                <a:ea typeface="宋体" panose="02010600030101010101" pitchFamily="2" charset="-122"/>
              </a:rPr>
              <a:t>collection</a:t>
            </a:r>
            <a:r>
              <a:rPr lang="zh-CN" altLang="en-US" sz="1900" dirty="0">
                <a:ea typeface="宋体" panose="02010600030101010101" pitchFamily="2" charset="-122"/>
              </a:rPr>
              <a:t>接口实例对象的元素个数或字符串的长度：</a:t>
            </a:r>
            <a:r>
              <a:rPr lang="en-US" altLang="zh-CN" sz="1900" dirty="0">
                <a:ea typeface="宋体" panose="02010600030101010101" pitchFamily="2" charset="-122"/>
              </a:rPr>
              <a:t>length</a:t>
            </a:r>
            <a:endParaRPr lang="en-US" altLang="zh-CN" sz="1900" dirty="0">
              <a:ea typeface="宋体" panose="02010600030101010101" pitchFamily="2" charset="-122"/>
            </a:endParaRPr>
          </a:p>
          <a:p>
            <a:pPr lvl="1">
              <a:lnSpc>
                <a:spcPct val="130000"/>
              </a:lnSpc>
            </a:pPr>
            <a:r>
              <a:rPr lang="zh-CN" altLang="en-US" sz="1900" dirty="0">
                <a:ea typeface="宋体" panose="02010600030101010101" pitchFamily="2" charset="-122"/>
              </a:rPr>
              <a:t>字符串大小写转换：</a:t>
            </a:r>
            <a:r>
              <a:rPr lang="en-US" altLang="zh-CN" sz="1900" dirty="0">
                <a:ea typeface="宋体" panose="02010600030101010101" pitchFamily="2" charset="-122"/>
              </a:rPr>
              <a:t>toLowerCase</a:t>
            </a:r>
            <a:r>
              <a:rPr lang="zh-CN" altLang="en-US" sz="1900" dirty="0">
                <a:ea typeface="宋体" panose="02010600030101010101" pitchFamily="2" charset="-122"/>
              </a:rPr>
              <a:t>、</a:t>
            </a:r>
            <a:r>
              <a:rPr lang="en-US" altLang="zh-CN" sz="1900" dirty="0">
                <a:ea typeface="宋体" panose="02010600030101010101" pitchFamily="2" charset="-122"/>
              </a:rPr>
              <a:t>toUpperCase</a:t>
            </a:r>
            <a:endParaRPr lang="en-US" altLang="zh-CN" sz="1900" dirty="0">
              <a:ea typeface="宋体" panose="02010600030101010101" pitchFamily="2" charset="-122"/>
            </a:endParaRPr>
          </a:p>
          <a:p>
            <a:pPr lvl="1">
              <a:lnSpc>
                <a:spcPct val="130000"/>
              </a:lnSpc>
            </a:pPr>
            <a:r>
              <a:rPr lang="zh-CN" altLang="en-US" sz="1900" dirty="0">
                <a:ea typeface="宋体" panose="02010600030101010101" pitchFamily="2" charset="-122"/>
              </a:rPr>
              <a:t>获取子字符串：</a:t>
            </a:r>
            <a:r>
              <a:rPr lang="en-US" altLang="zh-CN" sz="1900" dirty="0">
                <a:ea typeface="宋体" panose="02010600030101010101" pitchFamily="2" charset="-122"/>
              </a:rPr>
              <a:t>substring</a:t>
            </a:r>
            <a:r>
              <a:rPr lang="zh-CN" altLang="en-US" sz="1900" dirty="0">
                <a:ea typeface="宋体" panose="02010600030101010101" pitchFamily="2" charset="-122"/>
              </a:rPr>
              <a:t>、</a:t>
            </a:r>
            <a:r>
              <a:rPr lang="en-US" altLang="zh-CN" sz="1900" dirty="0">
                <a:ea typeface="宋体" panose="02010600030101010101" pitchFamily="2" charset="-122"/>
              </a:rPr>
              <a:t>substringAfter</a:t>
            </a:r>
            <a:r>
              <a:rPr lang="zh-CN" altLang="en-US" sz="1900" dirty="0">
                <a:ea typeface="宋体" panose="02010600030101010101" pitchFamily="2" charset="-122"/>
              </a:rPr>
              <a:t>、</a:t>
            </a:r>
            <a:r>
              <a:rPr lang="en-US" altLang="zh-CN" sz="1900" dirty="0">
                <a:ea typeface="宋体" panose="02010600030101010101" pitchFamily="2" charset="-122"/>
              </a:rPr>
              <a:t>substringBefore</a:t>
            </a:r>
            <a:endParaRPr lang="en-US" altLang="zh-CN" sz="1900" dirty="0">
              <a:ea typeface="宋体" panose="02010600030101010101" pitchFamily="2" charset="-122"/>
            </a:endParaRPr>
          </a:p>
          <a:p>
            <a:pPr lvl="1">
              <a:lnSpc>
                <a:spcPct val="130000"/>
              </a:lnSpc>
            </a:pPr>
            <a:r>
              <a:rPr lang="zh-CN" altLang="en-US" sz="1900" dirty="0">
                <a:ea typeface="宋体" panose="02010600030101010101" pitchFamily="2" charset="-122"/>
              </a:rPr>
              <a:t>去除字符串两端空格：</a:t>
            </a:r>
            <a:r>
              <a:rPr lang="en-US" altLang="zh-CN" sz="1900" dirty="0">
                <a:ea typeface="宋体" panose="02010600030101010101" pitchFamily="2" charset="-122"/>
              </a:rPr>
              <a:t>trim</a:t>
            </a:r>
            <a:endParaRPr lang="en-US" altLang="zh-CN" sz="1900" dirty="0">
              <a:ea typeface="宋体" panose="02010600030101010101" pitchFamily="2" charset="-122"/>
            </a:endParaRPr>
          </a:p>
          <a:p>
            <a:pPr lvl="1">
              <a:lnSpc>
                <a:spcPct val="130000"/>
              </a:lnSpc>
            </a:pPr>
            <a:r>
              <a:rPr lang="zh-CN" altLang="en-US" sz="1900" dirty="0">
                <a:ea typeface="宋体" panose="02010600030101010101" pitchFamily="2" charset="-122"/>
              </a:rPr>
              <a:t>替换字符串中的字符：</a:t>
            </a:r>
            <a:r>
              <a:rPr lang="en-US" altLang="zh-CN" sz="1900" dirty="0">
                <a:ea typeface="宋体" panose="02010600030101010101" pitchFamily="2" charset="-122"/>
              </a:rPr>
              <a:t>replace</a:t>
            </a:r>
            <a:endParaRPr lang="en-US" altLang="zh-CN" sz="1900" dirty="0">
              <a:ea typeface="宋体" panose="02010600030101010101" pitchFamily="2" charset="-122"/>
            </a:endParaRPr>
          </a:p>
          <a:p>
            <a:pPr lvl="1">
              <a:lnSpc>
                <a:spcPct val="130000"/>
              </a:lnSpc>
            </a:pPr>
            <a:r>
              <a:rPr lang="zh-CN" altLang="en-US" sz="1900" dirty="0">
                <a:ea typeface="宋体" panose="02010600030101010101" pitchFamily="2" charset="-122"/>
              </a:rPr>
              <a:t>检查字符串中是否包含指定的字符串：</a:t>
            </a:r>
            <a:r>
              <a:rPr lang="en-US" altLang="zh-CN" sz="1900" dirty="0">
                <a:ea typeface="宋体" panose="02010600030101010101" pitchFamily="2" charset="-122"/>
              </a:rPr>
              <a:t>indexOf</a:t>
            </a:r>
            <a:r>
              <a:rPr lang="zh-CN" altLang="en-US" sz="1900" dirty="0">
                <a:ea typeface="宋体" panose="02010600030101010101" pitchFamily="2" charset="-122"/>
              </a:rPr>
              <a:t>、</a:t>
            </a:r>
            <a:r>
              <a:rPr lang="en-US" altLang="zh-CN" sz="1900" dirty="0">
                <a:ea typeface="宋体" panose="02010600030101010101" pitchFamily="2" charset="-122"/>
              </a:rPr>
              <a:t>startsWith</a:t>
            </a:r>
            <a:r>
              <a:rPr lang="zh-CN" altLang="en-US" sz="1900" dirty="0">
                <a:ea typeface="宋体" panose="02010600030101010101" pitchFamily="2" charset="-122"/>
              </a:rPr>
              <a:t>、</a:t>
            </a:r>
            <a:r>
              <a:rPr lang="en-US" altLang="zh-CN" sz="1900" dirty="0">
                <a:ea typeface="宋体" panose="02010600030101010101" pitchFamily="2" charset="-122"/>
              </a:rPr>
              <a:t>endsWith</a:t>
            </a:r>
            <a:r>
              <a:rPr lang="zh-CN" altLang="en-US" sz="1900" dirty="0">
                <a:ea typeface="宋体" panose="02010600030101010101" pitchFamily="2" charset="-122"/>
              </a:rPr>
              <a:t>、</a:t>
            </a:r>
            <a:r>
              <a:rPr lang="en-US" altLang="zh-CN" sz="1900" dirty="0">
                <a:ea typeface="宋体" panose="02010600030101010101" pitchFamily="2" charset="-122"/>
              </a:rPr>
              <a:t>contains</a:t>
            </a:r>
            <a:r>
              <a:rPr lang="zh-CN" altLang="en-US" sz="1900" dirty="0">
                <a:ea typeface="宋体" panose="02010600030101010101" pitchFamily="2" charset="-122"/>
              </a:rPr>
              <a:t>、 </a:t>
            </a:r>
            <a:r>
              <a:rPr lang="en-US" altLang="zh-CN" sz="1900" dirty="0">
                <a:ea typeface="宋体" panose="02010600030101010101" pitchFamily="2" charset="-122"/>
              </a:rPr>
              <a:t>containsIgnoreCase</a:t>
            </a:r>
            <a:endParaRPr lang="en-US" altLang="zh-CN" sz="1900" dirty="0">
              <a:ea typeface="宋体" panose="02010600030101010101" pitchFamily="2" charset="-122"/>
            </a:endParaRPr>
          </a:p>
          <a:p>
            <a:pPr lvl="1">
              <a:lnSpc>
                <a:spcPct val="130000"/>
              </a:lnSpc>
            </a:pPr>
            <a:r>
              <a:rPr lang="zh-CN" altLang="en-US" sz="1900" dirty="0">
                <a:ea typeface="宋体" panose="02010600030101010101" pitchFamily="2" charset="-122"/>
              </a:rPr>
              <a:t>分割字符串 </a:t>
            </a:r>
            <a:r>
              <a:rPr lang="en-US" altLang="zh-CN" sz="1900" dirty="0">
                <a:ea typeface="宋体" panose="02010600030101010101" pitchFamily="2" charset="-122"/>
              </a:rPr>
              <a:t>(split)</a:t>
            </a:r>
            <a:r>
              <a:rPr lang="zh-CN" altLang="en-US" sz="1900" dirty="0">
                <a:ea typeface="宋体" panose="02010600030101010101" pitchFamily="2" charset="-122"/>
              </a:rPr>
              <a:t>到数组</a:t>
            </a:r>
            <a:r>
              <a:rPr lang="en-US" altLang="zh-CN" sz="1900" dirty="0">
                <a:ea typeface="宋体" panose="02010600030101010101" pitchFamily="2" charset="-122"/>
              </a:rPr>
              <a:t>, </a:t>
            </a:r>
            <a:r>
              <a:rPr lang="zh-CN" altLang="en-US" sz="1900" dirty="0">
                <a:ea typeface="宋体" panose="02010600030101010101" pitchFamily="2" charset="-122"/>
              </a:rPr>
              <a:t>以及连接数组元素组成数值 </a:t>
            </a:r>
            <a:r>
              <a:rPr lang="en-US" altLang="zh-CN" sz="1900" dirty="0">
                <a:ea typeface="宋体" panose="02010600030101010101" pitchFamily="2" charset="-122"/>
              </a:rPr>
              <a:t>(join)</a:t>
            </a:r>
            <a:endParaRPr lang="en-US" altLang="zh-CN" sz="1900" dirty="0">
              <a:ea typeface="宋体" panose="02010600030101010101" pitchFamily="2" charset="-122"/>
            </a:endParaRPr>
          </a:p>
          <a:p>
            <a:pPr lvl="1">
              <a:lnSpc>
                <a:spcPct val="130000"/>
              </a:lnSpc>
            </a:pPr>
            <a:r>
              <a:rPr lang="zh-CN" altLang="en-US" sz="1900" dirty="0">
                <a:ea typeface="宋体" panose="02010600030101010101" pitchFamily="2" charset="-122"/>
              </a:rPr>
              <a:t>转换字符串中的 </a:t>
            </a:r>
            <a:r>
              <a:rPr lang="en-US" altLang="zh-CN" sz="1900" dirty="0">
                <a:ea typeface="宋体" panose="02010600030101010101" pitchFamily="2" charset="-122"/>
              </a:rPr>
              <a:t>XML</a:t>
            </a:r>
            <a:r>
              <a:rPr lang="zh-CN" altLang="en-US" sz="1900" dirty="0">
                <a:ea typeface="宋体" panose="02010600030101010101" pitchFamily="2" charset="-122"/>
              </a:rPr>
              <a:t>特殊字符：</a:t>
            </a:r>
            <a:r>
              <a:rPr lang="en-US" altLang="zh-CN" sz="1900" dirty="0">
                <a:ea typeface="宋体" panose="02010600030101010101" pitchFamily="2" charset="-122"/>
              </a:rPr>
              <a:t>escapeXml</a:t>
            </a:r>
            <a:endParaRPr lang="zh-CN" altLang="en-US" sz="1900" dirty="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25601"/>
          <p:cNvSpPr>
            <a:spLocks noGrp="1"/>
          </p:cNvSpPr>
          <p:nvPr>
            <p:ph type="title"/>
          </p:nvPr>
        </p:nvSpPr>
        <p:spPr/>
        <p:txBody>
          <a:bodyPr anchor="ctr"/>
          <a:lstStyle/>
          <a:p>
            <a:r>
              <a:rPr lang="zh-CN" altLang="en-US" dirty="0">
                <a:ea typeface="宋体" panose="02010600030101010101" pitchFamily="2" charset="-122"/>
                <a:sym typeface="Arial" panose="020B0604020202020204" pitchFamily="34" charset="0"/>
              </a:rPr>
              <a:t>典型模块应用</a:t>
            </a:r>
            <a:r>
              <a:rPr lang="zh-CN" altLang="en-US" sz="2530" dirty="0">
                <a:ea typeface="宋体" panose="02010600030101010101" pitchFamily="2" charset="-122"/>
              </a:rPr>
              <a:t> </a:t>
            </a:r>
            <a:endParaRPr lang="zh-CN" altLang="en-US" sz="2530" dirty="0">
              <a:ea typeface="宋体" panose="02010600030101010101" pitchFamily="2" charset="-122"/>
            </a:endParaRPr>
          </a:p>
        </p:txBody>
      </p:sp>
      <p:sp>
        <p:nvSpPr>
          <p:cNvPr id="25603" name="文本占位符 25602"/>
          <p:cNvSpPr>
            <a:spLocks noGrp="1"/>
          </p:cNvSpPr>
          <p:nvPr>
            <p:ph type="body" idx="1"/>
          </p:nvPr>
        </p:nvSpPr>
        <p:spPr>
          <a:xfrm>
            <a:off x="647065" y="1365885"/>
            <a:ext cx="10970260" cy="2250440"/>
          </a:xfrm>
        </p:spPr>
        <p:txBody>
          <a:bodyPr/>
          <a:lstStyle/>
          <a:p>
            <a:pPr>
              <a:lnSpc>
                <a:spcPct val="120000"/>
              </a:lnSpc>
            </a:pPr>
            <a:r>
              <a:rPr lang="zh-CN" altLang="en-US" sz="2800" dirty="0">
                <a:ea typeface="宋体" panose="02010600030101010101" pitchFamily="2" charset="-122"/>
              </a:rPr>
              <a:t>案例 </a:t>
            </a:r>
            <a:r>
              <a:rPr lang="en-US" altLang="zh-CN" sz="2800" dirty="0">
                <a:ea typeface="宋体" panose="02010600030101010101" pitchFamily="2" charset="-122"/>
              </a:rPr>
              <a:t>10-1 </a:t>
            </a:r>
            <a:r>
              <a:rPr lang="zh-CN" altLang="en-US" sz="2800" dirty="0">
                <a:ea typeface="宋体" panose="02010600030101010101" pitchFamily="2" charset="-122"/>
              </a:rPr>
              <a:t>用户投票</a:t>
            </a:r>
            <a:endParaRPr lang="zh-CN" altLang="en-US" dirty="0">
              <a:ea typeface="宋体" panose="02010600030101010101" pitchFamily="2" charset="-122"/>
            </a:endParaRPr>
          </a:p>
          <a:p>
            <a:pPr>
              <a:lnSpc>
                <a:spcPct val="120000"/>
              </a:lnSpc>
              <a:buNone/>
            </a:pPr>
            <a:r>
              <a:rPr lang="zh-CN" altLang="en-US" sz="1900" dirty="0">
                <a:ea typeface="宋体" panose="02010600030101010101" pitchFamily="2" charset="-122"/>
              </a:rPr>
              <a:t>	</a:t>
            </a:r>
            <a:r>
              <a:rPr lang="zh-CN" altLang="en-US" sz="2000" dirty="0">
                <a:ea typeface="宋体" panose="02010600030101010101" pitchFamily="2" charset="-122"/>
              </a:rPr>
              <a:t>用户投票是网站中一个常见的功能，本节以一个简单的用户投票功能实现来综合应用本章讲解的知识和技术。在这个用户投票功能中，用户首先在用户投票页面选择最喜欢的休闲方式，提交后会看到投票统计结果。</a:t>
            </a:r>
            <a:endParaRPr lang="zh-CN" altLang="en-US" sz="2000" dirty="0">
              <a:ea typeface="宋体" panose="02010600030101010101" pitchFamily="2" charset="-122"/>
            </a:endParaRPr>
          </a:p>
        </p:txBody>
      </p:sp>
      <p:sp>
        <p:nvSpPr>
          <p:cNvPr id="25606" name="矩形 25605"/>
          <p:cNvSpPr/>
          <p:nvPr/>
        </p:nvSpPr>
        <p:spPr>
          <a:xfrm>
            <a:off x="3467672" y="5743931"/>
            <a:ext cx="1310640" cy="318770"/>
          </a:xfrm>
          <a:prstGeom prst="rect">
            <a:avLst/>
          </a:prstGeom>
          <a:noFill/>
          <a:ln w="9525">
            <a:noFill/>
          </a:ln>
        </p:spPr>
        <p:txBody>
          <a:bodyPr wrap="none" anchor="ctr">
            <a:spAutoFit/>
          </a:bodyPr>
          <a:lstStyle/>
          <a:p>
            <a:r>
              <a:rPr lang="zh-CN" altLang="en-US" sz="1475" dirty="0">
                <a:ea typeface="宋体" panose="02010600030101010101" pitchFamily="2" charset="-122"/>
              </a:rPr>
              <a:t>用户投票页面 </a:t>
            </a:r>
            <a:endParaRPr lang="zh-CN" altLang="en-US" sz="1475" dirty="0">
              <a:ea typeface="宋体" panose="02010600030101010101" pitchFamily="2" charset="-122"/>
            </a:endParaRPr>
          </a:p>
        </p:txBody>
      </p:sp>
      <p:sp>
        <p:nvSpPr>
          <p:cNvPr id="25607" name="矩形 25606"/>
          <p:cNvSpPr/>
          <p:nvPr/>
        </p:nvSpPr>
        <p:spPr>
          <a:xfrm>
            <a:off x="7947897" y="5743931"/>
            <a:ext cx="1686560" cy="318770"/>
          </a:xfrm>
          <a:prstGeom prst="rect">
            <a:avLst/>
          </a:prstGeom>
          <a:noFill/>
          <a:ln w="9525">
            <a:noFill/>
          </a:ln>
        </p:spPr>
        <p:txBody>
          <a:bodyPr wrap="none" anchor="ctr">
            <a:spAutoFit/>
          </a:bodyPr>
          <a:lstStyle/>
          <a:p>
            <a:r>
              <a:rPr lang="zh-CN" altLang="en-US" sz="1475" dirty="0">
                <a:ea typeface="宋体" panose="02010600030101010101" pitchFamily="2" charset="-122"/>
              </a:rPr>
              <a:t>投票统计结果页面 </a:t>
            </a:r>
            <a:endParaRPr lang="zh-CN" altLang="en-US" sz="1475" dirty="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1748790" y="3578225"/>
            <a:ext cx="4440555" cy="2058670"/>
          </a:xfrm>
          <a:prstGeom prst="rect">
            <a:avLst/>
          </a:prstGeom>
          <a:noFill/>
          <a:ln w="9525">
            <a:noFill/>
          </a:ln>
        </p:spPr>
      </p:pic>
      <p:pic>
        <p:nvPicPr>
          <p:cNvPr id="3" name="图片 1"/>
          <p:cNvPicPr>
            <a:picLocks noChangeAspect="1"/>
          </p:cNvPicPr>
          <p:nvPr/>
        </p:nvPicPr>
        <p:blipFill>
          <a:blip r:embed="rId2"/>
          <a:stretch>
            <a:fillRect/>
          </a:stretch>
        </p:blipFill>
        <p:spPr>
          <a:xfrm>
            <a:off x="6717665" y="3612515"/>
            <a:ext cx="4263390" cy="1990090"/>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25601"/>
          <p:cNvSpPr>
            <a:spLocks noGrp="1"/>
          </p:cNvSpPr>
          <p:nvPr>
            <p:ph type="title"/>
          </p:nvPr>
        </p:nvSpPr>
        <p:spPr/>
        <p:txBody>
          <a:bodyPr anchor="ctr"/>
          <a:lstStyle/>
          <a:p>
            <a:r>
              <a:rPr lang="zh-CN" altLang="en-US" dirty="0">
                <a:ea typeface="宋体" panose="02010600030101010101" pitchFamily="2" charset="-122"/>
                <a:sym typeface="Arial" panose="020B0604020202020204" pitchFamily="34" charset="0"/>
              </a:rPr>
              <a:t>典型模块应用</a:t>
            </a:r>
            <a:r>
              <a:rPr lang="zh-CN" altLang="en-US" sz="2530" dirty="0">
                <a:ea typeface="宋体" panose="02010600030101010101" pitchFamily="2" charset="-122"/>
              </a:rPr>
              <a:t> </a:t>
            </a:r>
            <a:endParaRPr lang="zh-CN" altLang="en-US" sz="2530" dirty="0">
              <a:ea typeface="宋体" panose="02010600030101010101" pitchFamily="2" charset="-122"/>
            </a:endParaRPr>
          </a:p>
        </p:txBody>
      </p:sp>
      <p:sp>
        <p:nvSpPr>
          <p:cNvPr id="25603" name="文本占位符 25602"/>
          <p:cNvSpPr>
            <a:spLocks noGrp="1"/>
          </p:cNvSpPr>
          <p:nvPr>
            <p:ph type="body" idx="1"/>
          </p:nvPr>
        </p:nvSpPr>
        <p:spPr>
          <a:xfrm>
            <a:off x="647065" y="1365885"/>
            <a:ext cx="10970260" cy="2250440"/>
          </a:xfrm>
        </p:spPr>
        <p:txBody>
          <a:bodyPr/>
          <a:lstStyle/>
          <a:p>
            <a:pPr>
              <a:lnSpc>
                <a:spcPct val="120000"/>
              </a:lnSpc>
            </a:pPr>
            <a:r>
              <a:rPr lang="zh-CN" altLang="en-US" sz="2800" dirty="0">
                <a:ea typeface="宋体" panose="02010600030101010101" pitchFamily="2" charset="-122"/>
                <a:sym typeface="+mn-ea"/>
              </a:rPr>
              <a:t>案例 10-2 JSTL数据有效性校验</a:t>
            </a:r>
            <a:endParaRPr lang="zh-CN" altLang="en-US" dirty="0">
              <a:ea typeface="宋体" panose="02010600030101010101" pitchFamily="2" charset="-122"/>
            </a:endParaRPr>
          </a:p>
          <a:p>
            <a:pPr>
              <a:lnSpc>
                <a:spcPct val="150000"/>
              </a:lnSpc>
              <a:buNone/>
            </a:pPr>
            <a:r>
              <a:rPr lang="zh-CN" altLang="en-US" sz="1900" dirty="0">
                <a:ea typeface="宋体" panose="02010600030101010101" pitchFamily="2" charset="-122"/>
              </a:rPr>
              <a:t>	</a:t>
            </a:r>
            <a:r>
              <a:rPr lang="zh-CN" altLang="en-US" sz="2000" dirty="0">
                <a:ea typeface="宋体" panose="02010600030101010101" pitchFamily="2" charset="-122"/>
              </a:rPr>
              <a:t>使用JSTL技术可以校验用户输入数据的有效性，本案例演示校验用户输入是否为空，密码和确认密码是否一致以及email地址中是否包含有效字符‘@’。</a:t>
            </a:r>
            <a:endParaRPr lang="zh-CN" altLang="en-US" sz="2000" dirty="0">
              <a:ea typeface="宋体" panose="02010600030101010101" pitchFamily="2" charset="-122"/>
            </a:endParaRPr>
          </a:p>
        </p:txBody>
      </p:sp>
      <p:sp>
        <p:nvSpPr>
          <p:cNvPr id="25607" name="矩形 25606"/>
          <p:cNvSpPr/>
          <p:nvPr/>
        </p:nvSpPr>
        <p:spPr>
          <a:xfrm>
            <a:off x="5349477" y="6352896"/>
            <a:ext cx="1729105" cy="318770"/>
          </a:xfrm>
          <a:prstGeom prst="rect">
            <a:avLst/>
          </a:prstGeom>
          <a:noFill/>
          <a:ln w="9525">
            <a:noFill/>
          </a:ln>
        </p:spPr>
        <p:txBody>
          <a:bodyPr wrap="none" anchor="ctr">
            <a:spAutoFit/>
          </a:bodyPr>
          <a:lstStyle/>
          <a:p>
            <a:pPr algn="l"/>
            <a:r>
              <a:rPr lang="zh-CN" altLang="en-US" sz="1475" dirty="0">
                <a:ea typeface="宋体" panose="02010600030101010101" pitchFamily="2" charset="-122"/>
              </a:rPr>
              <a:t>用户注册校验页面 </a:t>
            </a:r>
            <a:endParaRPr lang="zh-CN" altLang="en-US" sz="1475" dirty="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3909060" y="3112770"/>
            <a:ext cx="4251960" cy="3090545"/>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6625"/>
          <p:cNvSpPr>
            <a:spLocks noGrp="1"/>
          </p:cNvSpPr>
          <p:nvPr>
            <p:ph type="title"/>
          </p:nvPr>
        </p:nvSpPr>
        <p:spPr/>
        <p:txBody>
          <a:bodyPr anchor="ctr"/>
          <a:lstStyle/>
          <a:p>
            <a:r>
              <a:rPr lang="zh-CN" altLang="en-US">
                <a:ea typeface="宋体" panose="02010600030101010101" pitchFamily="2" charset="-122"/>
              </a:rPr>
              <a:t>本章小结</a:t>
            </a:r>
            <a:r>
              <a:rPr lang="zh-CN" altLang="en-US" sz="2955">
                <a:ea typeface="宋体" panose="02010600030101010101" pitchFamily="2" charset="-122"/>
              </a:rPr>
              <a:t> </a:t>
            </a:r>
            <a:endParaRPr lang="zh-CN" altLang="en-US" sz="2955">
              <a:ea typeface="宋体" panose="02010600030101010101" pitchFamily="2" charset="-122"/>
            </a:endParaRPr>
          </a:p>
        </p:txBody>
      </p:sp>
      <p:sp>
        <p:nvSpPr>
          <p:cNvPr id="26627" name="文本占位符 26626"/>
          <p:cNvSpPr>
            <a:spLocks noGrp="1"/>
          </p:cNvSpPr>
          <p:nvPr>
            <p:ph type="body" idx="1"/>
          </p:nvPr>
        </p:nvSpPr>
        <p:spPr>
          <a:xfrm>
            <a:off x="642939" y="1672872"/>
            <a:ext cx="11572875" cy="5303943"/>
          </a:xfrm>
        </p:spPr>
        <p:txBody>
          <a:bodyPr/>
          <a:lstStyle/>
          <a:p>
            <a:pPr>
              <a:lnSpc>
                <a:spcPct val="160000"/>
              </a:lnSpc>
              <a:buNone/>
            </a:pPr>
            <a:r>
              <a:rPr lang="en-US" altLang="zh-CN" sz="2000" dirty="0">
                <a:ea typeface="宋体" panose="02010600030101010101" pitchFamily="2" charset="-122"/>
              </a:rPr>
              <a:t>	      </a:t>
            </a:r>
            <a:r>
              <a:rPr sz="2000" dirty="0">
                <a:ea typeface="宋体" panose="02010600030101010101" pitchFamily="2" charset="-122"/>
              </a:rPr>
              <a:t>EL和JSTL使那些不熟悉Java语法的页面设计者能更高效的开发出JSP页面。EL语法简单，提供了多种运算符进行表达式运算，提供了简单的范围变量获取方式，提供了一系列隐含对象增强其数据处理和显示功能，用户还可以通过自定义函数来扩展EL的功能。JSTL提供了功能强大的标签来处理显示数据，其中包括核心标签、XML标签、格式化/国际化标签、数据库存取标签和函数标签。</a:t>
            </a:r>
            <a:endParaRPr sz="2000" dirty="0">
              <a:ea typeface="宋体" panose="02010600030101010101" pitchFamily="2" charset="-122"/>
            </a:endParaRPr>
          </a:p>
          <a:p>
            <a:pPr>
              <a:lnSpc>
                <a:spcPct val="160000"/>
              </a:lnSpc>
              <a:buNone/>
            </a:pPr>
            <a:r>
              <a:rPr lang="en-US" sz="2000" dirty="0">
                <a:ea typeface="宋体" panose="02010600030101010101" pitchFamily="2" charset="-122"/>
              </a:rPr>
              <a:t>              </a:t>
            </a:r>
            <a:r>
              <a:rPr sz="2000" dirty="0">
                <a:ea typeface="宋体" panose="02010600030101010101" pitchFamily="2" charset="-122"/>
              </a:rPr>
              <a:t>JSP技术解决了Servlet输出Web页面代码繁琐复杂的问题，而EL与JSTL技术的出现，通过EL表达式取值，通过JSTL来处理Web页面展示逻辑，使得Web页面设计更为简洁方便。IT技术是不断发展的，因此我们需要培养用发展的观点来看待新技术出现与应用的能力，不断提升学习新技术的能力。</a:t>
            </a:r>
            <a:r>
              <a:rPr lang="zh-CN" altLang="en-US" sz="2000" dirty="0">
                <a:ea typeface="宋体" panose="02010600030101010101" pitchFamily="2" charset="-122"/>
              </a:rPr>
              <a:t>	</a:t>
            </a:r>
            <a:br>
              <a:rPr lang="zh-CN" altLang="en-US" sz="2000" dirty="0">
                <a:ea typeface="宋体" panose="02010600030101010101" pitchFamily="2" charset="-122"/>
              </a:rPr>
            </a:br>
            <a:endParaRPr lang="zh-CN" altLang="en-US" sz="2000" dirty="0">
              <a:ea typeface="宋体" panose="02010600030101010101" pitchFamily="2" charset="-122"/>
            </a:endParaRPr>
          </a:p>
          <a:p>
            <a:pPr>
              <a:buNone/>
            </a:pPr>
            <a:endParaRPr lang="zh-CN" altLang="en-US" sz="2000" dirty="0">
              <a:ea typeface="宋体" panose="02010600030101010101" pitchFamily="2" charset="-122"/>
            </a:endParaRPr>
          </a:p>
          <a:p>
            <a:pPr>
              <a:buNone/>
            </a:pPr>
            <a:endParaRPr lang="zh-CN" altLang="en-US" sz="2000" dirty="0">
              <a:ea typeface="宋体" panose="02010600030101010101" pitchFamily="2" charset="-122"/>
            </a:endParaRPr>
          </a:p>
          <a:p>
            <a:pPr>
              <a:buNone/>
            </a:pPr>
            <a:endParaRPr lang="zh-CN" altLang="en-US" sz="2000" dirty="0">
              <a:ea typeface="宋体" panose="02010600030101010101" pitchFamily="2" charset="-122"/>
            </a:endParaRPr>
          </a:p>
          <a:p>
            <a:pPr>
              <a:buNone/>
            </a:pPr>
            <a:r>
              <a:rPr lang="zh-CN" altLang="en-US" sz="2000" dirty="0">
                <a:ea typeface="宋体" panose="02010600030101010101" pitchFamily="2" charset="-122"/>
              </a:rPr>
              <a:t>                      </a:t>
            </a:r>
            <a:r>
              <a:rPr lang="en-US" altLang="zh-CN" sz="2000" dirty="0">
                <a:ea typeface="宋体" panose="02010600030101010101" pitchFamily="2" charset="-122"/>
              </a:rPr>
              <a:t>                                                        </a:t>
            </a:r>
            <a:endParaRPr lang="zh-CN" altLang="en-US" sz="2000" dirty="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6625"/>
          <p:cNvSpPr>
            <a:spLocks noGrp="1"/>
          </p:cNvSpPr>
          <p:nvPr>
            <p:ph type="title"/>
          </p:nvPr>
        </p:nvSpPr>
        <p:spPr/>
        <p:txBody>
          <a:bodyPr anchor="ctr"/>
          <a:lstStyle/>
          <a:p>
            <a:r>
              <a:rPr lang="zh-CN" altLang="en-US">
                <a:ea typeface="宋体" panose="02010600030101010101" pitchFamily="2" charset="-122"/>
              </a:rPr>
              <a:t>实战演练</a:t>
            </a:r>
            <a:r>
              <a:rPr lang="zh-CN" altLang="en-US" sz="2955">
                <a:ea typeface="宋体" panose="02010600030101010101" pitchFamily="2" charset="-122"/>
              </a:rPr>
              <a:t> </a:t>
            </a:r>
            <a:endParaRPr lang="zh-CN" altLang="en-US" sz="2955">
              <a:ea typeface="宋体" panose="02010600030101010101" pitchFamily="2" charset="-122"/>
            </a:endParaRPr>
          </a:p>
        </p:txBody>
      </p:sp>
      <p:sp>
        <p:nvSpPr>
          <p:cNvPr id="26627" name="文本占位符 26626"/>
          <p:cNvSpPr>
            <a:spLocks noGrp="1"/>
          </p:cNvSpPr>
          <p:nvPr>
            <p:ph type="body" idx="1"/>
          </p:nvPr>
        </p:nvSpPr>
        <p:spPr/>
        <p:txBody>
          <a:bodyPr/>
          <a:lstStyle/>
          <a:p>
            <a:pPr>
              <a:lnSpc>
                <a:spcPct val="160000"/>
              </a:lnSpc>
              <a:buNone/>
            </a:pPr>
            <a:r>
              <a:rPr lang="en-US" altLang="zh-CN" sz="1900" dirty="0">
                <a:ea typeface="宋体" panose="02010600030101010101" pitchFamily="2" charset="-122"/>
              </a:rPr>
              <a:t>	[</a:t>
            </a:r>
            <a:r>
              <a:rPr lang="zh-CN" altLang="en-US" sz="1900" dirty="0">
                <a:ea typeface="宋体" panose="02010600030101010101" pitchFamily="2" charset="-122"/>
              </a:rPr>
              <a:t>实战 </a:t>
            </a:r>
            <a:r>
              <a:rPr lang="en-US" altLang="zh-CN" sz="1900" dirty="0">
                <a:ea typeface="宋体" panose="02010600030101010101" pitchFamily="2" charset="-122"/>
              </a:rPr>
              <a:t>10-1]</a:t>
            </a:r>
            <a:r>
              <a:rPr lang="zh-CN" altLang="en-US" sz="2000" dirty="0">
                <a:ea typeface="宋体" panose="02010600030101010101" pitchFamily="2" charset="-122"/>
              </a:rPr>
              <a:t>请使用本章学习的</a:t>
            </a:r>
            <a:r>
              <a:rPr lang="en-US" altLang="zh-CN" sz="2000" dirty="0">
                <a:ea typeface="宋体" panose="02010600030101010101" pitchFamily="2" charset="-122"/>
              </a:rPr>
              <a:t>EL</a:t>
            </a:r>
            <a:r>
              <a:rPr lang="zh-CN" altLang="en-US" sz="2000" dirty="0">
                <a:ea typeface="宋体" panose="02010600030101010101" pitchFamily="2" charset="-122"/>
              </a:rPr>
              <a:t>和</a:t>
            </a:r>
            <a:r>
              <a:rPr lang="en-US" altLang="zh-CN" sz="2000" dirty="0">
                <a:ea typeface="宋体" panose="02010600030101010101" pitchFamily="2" charset="-122"/>
              </a:rPr>
              <a:t>JSTL</a:t>
            </a:r>
            <a:r>
              <a:rPr lang="zh-CN" altLang="en-US" sz="2000" dirty="0">
                <a:ea typeface="宋体" panose="02010600030101010101" pitchFamily="2" charset="-122"/>
              </a:rPr>
              <a:t>技术设计一个网页四则运算器，用户可以输入两个数字，并选择运算符号，当用户点击等号按钮时，在本网页下方能出现运算结果。运行效果如下：</a:t>
            </a:r>
            <a:endParaRPr lang="zh-CN" altLang="en-US" sz="1900" dirty="0">
              <a:ea typeface="宋体" panose="02010600030101010101" pitchFamily="2" charset="-122"/>
            </a:endParaRPr>
          </a:p>
          <a:p>
            <a:pPr>
              <a:buNone/>
            </a:pPr>
            <a:r>
              <a:rPr lang="zh-CN" altLang="en-US" dirty="0">
                <a:ea typeface="宋体" panose="02010600030101010101" pitchFamily="2" charset="-122"/>
              </a:rPr>
              <a:t>	</a:t>
            </a:r>
            <a:br>
              <a:rPr lang="zh-CN" altLang="en-US" dirty="0">
                <a:ea typeface="宋体" panose="02010600030101010101" pitchFamily="2" charset="-122"/>
              </a:rPr>
            </a:br>
            <a:endParaRPr lang="zh-CN" altLang="en-US" dirty="0">
              <a:ea typeface="宋体" panose="02010600030101010101" pitchFamily="2" charset="-122"/>
            </a:endParaRPr>
          </a:p>
          <a:p>
            <a:pPr>
              <a:buNone/>
            </a:pPr>
            <a:endParaRPr lang="zh-CN" altLang="en-US" dirty="0">
              <a:ea typeface="宋体" panose="02010600030101010101" pitchFamily="2" charset="-122"/>
            </a:endParaRPr>
          </a:p>
          <a:p>
            <a:pPr>
              <a:buNone/>
            </a:pPr>
            <a:endParaRPr lang="zh-CN" altLang="en-US" dirty="0">
              <a:ea typeface="宋体" panose="02010600030101010101" pitchFamily="2" charset="-122"/>
            </a:endParaRPr>
          </a:p>
          <a:p>
            <a:pPr>
              <a:buNone/>
            </a:pPr>
            <a:endParaRPr lang="zh-CN" altLang="en-US" dirty="0">
              <a:ea typeface="宋体" panose="02010600030101010101" pitchFamily="2" charset="-122"/>
            </a:endParaRPr>
          </a:p>
          <a:p>
            <a:pPr>
              <a:buNone/>
            </a:pPr>
            <a:r>
              <a:rPr lang="zh-CN" altLang="en-US" sz="1685" dirty="0">
                <a:ea typeface="宋体" panose="02010600030101010101" pitchFamily="2" charset="-122"/>
              </a:rPr>
              <a:t>                      </a:t>
            </a:r>
            <a:r>
              <a:rPr lang="en-US" altLang="zh-CN" sz="1685" dirty="0">
                <a:ea typeface="宋体" panose="02010600030101010101" pitchFamily="2" charset="-122"/>
              </a:rPr>
              <a:t>  </a:t>
            </a:r>
            <a:r>
              <a:rPr lang="zh-CN" altLang="en-US" sz="1685" dirty="0">
                <a:ea typeface="宋体" panose="02010600030101010101" pitchFamily="2" charset="-122"/>
              </a:rPr>
              <a:t>四则运算器页面</a:t>
            </a:r>
            <a:r>
              <a:rPr lang="en-US" altLang="zh-CN" sz="1685" dirty="0">
                <a:ea typeface="宋体" panose="02010600030101010101" pitchFamily="2" charset="-122"/>
              </a:rPr>
              <a:t>1                                                                       </a:t>
            </a:r>
            <a:r>
              <a:rPr lang="zh-CN" altLang="en-US" sz="1685" dirty="0">
                <a:ea typeface="宋体" panose="02010600030101010101" pitchFamily="2" charset="-122"/>
              </a:rPr>
              <a:t>四则运算器页面</a:t>
            </a:r>
            <a:r>
              <a:rPr lang="en-US" altLang="zh-CN" sz="1685" dirty="0">
                <a:ea typeface="宋体" panose="02010600030101010101" pitchFamily="2" charset="-122"/>
              </a:rPr>
              <a:t>2</a:t>
            </a:r>
            <a:endParaRPr lang="zh-CN" altLang="en-US" sz="1685" dirty="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1101090" y="3174365"/>
            <a:ext cx="4298950" cy="2256155"/>
          </a:xfrm>
          <a:prstGeom prst="rect">
            <a:avLst/>
          </a:prstGeom>
          <a:noFill/>
          <a:ln w="9525">
            <a:noFill/>
          </a:ln>
        </p:spPr>
      </p:pic>
      <p:pic>
        <p:nvPicPr>
          <p:cNvPr id="3" name="图片 1"/>
          <p:cNvPicPr>
            <a:picLocks noChangeAspect="1"/>
          </p:cNvPicPr>
          <p:nvPr/>
        </p:nvPicPr>
        <p:blipFill>
          <a:blip r:embed="rId2"/>
          <a:stretch>
            <a:fillRect/>
          </a:stretch>
        </p:blipFill>
        <p:spPr>
          <a:xfrm>
            <a:off x="6789420" y="3174365"/>
            <a:ext cx="4275455" cy="2252980"/>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27649"/>
          <p:cNvSpPr>
            <a:spLocks noGrp="1"/>
          </p:cNvSpPr>
          <p:nvPr>
            <p:ph type="title"/>
          </p:nvPr>
        </p:nvSpPr>
        <p:spPr/>
        <p:txBody>
          <a:bodyPr anchor="ctr"/>
          <a:lstStyle/>
          <a:p>
            <a:r>
              <a:rPr lang="zh-CN" altLang="en-US">
                <a:ea typeface="宋体" panose="02010600030101010101" pitchFamily="2" charset="-122"/>
                <a:sym typeface="+mn-ea"/>
              </a:rPr>
              <a:t>实战演练</a:t>
            </a:r>
            <a:r>
              <a:rPr lang="zh-CN" altLang="en-US" sz="3160">
                <a:ea typeface="宋体" panose="02010600030101010101" pitchFamily="2" charset="-122"/>
                <a:sym typeface="+mn-ea"/>
              </a:rPr>
              <a:t> </a:t>
            </a:r>
            <a:endParaRPr lang="zh-CN" altLang="en-US" sz="3165">
              <a:ea typeface="宋体" panose="02010600030101010101" pitchFamily="2" charset="-122"/>
            </a:endParaRPr>
          </a:p>
        </p:txBody>
      </p:sp>
      <p:sp>
        <p:nvSpPr>
          <p:cNvPr id="27651" name="文本占位符 27650"/>
          <p:cNvSpPr>
            <a:spLocks noGrp="1"/>
          </p:cNvSpPr>
          <p:nvPr>
            <p:ph type="body" idx="1"/>
          </p:nvPr>
        </p:nvSpPr>
        <p:spPr/>
        <p:txBody>
          <a:bodyPr/>
          <a:lstStyle/>
          <a:p>
            <a:pPr>
              <a:lnSpc>
                <a:spcPct val="150000"/>
              </a:lnSpc>
              <a:buNone/>
            </a:pPr>
            <a:r>
              <a:rPr lang="en-US" altLang="zh-CN" sz="1900" dirty="0">
                <a:ea typeface="宋体" panose="02010600030101010101" pitchFamily="2" charset="-122"/>
              </a:rPr>
              <a:t>	[</a:t>
            </a:r>
            <a:r>
              <a:rPr lang="zh-CN" altLang="en-US" sz="1900" dirty="0">
                <a:ea typeface="宋体" panose="02010600030101010101" pitchFamily="2" charset="-122"/>
              </a:rPr>
              <a:t>实战 </a:t>
            </a:r>
            <a:r>
              <a:rPr lang="en-US" altLang="zh-CN" sz="1900" dirty="0">
                <a:ea typeface="宋体" panose="02010600030101010101" pitchFamily="2" charset="-122"/>
              </a:rPr>
              <a:t>10-2]</a:t>
            </a:r>
            <a:r>
              <a:rPr lang="zh-CN" altLang="en-US" sz="1900" dirty="0">
                <a:ea typeface="宋体" panose="02010600030101010101" pitchFamily="2" charset="-122"/>
              </a:rPr>
              <a:t>当用户在上面设计的四则运算器页面中输入非数值型字符串进行计算时，页面会显示服务器产生的异常信息，这些信息对普通用户来说是没有意义的，请使用</a:t>
            </a:r>
            <a:r>
              <a:rPr lang="en-US" altLang="zh-CN" sz="1900" dirty="0">
                <a:ea typeface="宋体" panose="02010600030101010101" pitchFamily="2" charset="-122"/>
              </a:rPr>
              <a:t>JSTL</a:t>
            </a:r>
            <a:r>
              <a:rPr lang="zh-CN" altLang="en-US" sz="1900" dirty="0">
                <a:ea typeface="宋体" panose="02010600030101010101" pitchFamily="2" charset="-122"/>
              </a:rPr>
              <a:t>异常处理标记对此异常进行处理，并给出提示</a:t>
            </a:r>
            <a:r>
              <a:rPr lang="en-US" altLang="zh-CN" sz="1900" dirty="0">
                <a:ea typeface="宋体" panose="02010600030101010101" pitchFamily="2" charset="-122"/>
              </a:rPr>
              <a:t>--“</a:t>
            </a:r>
            <a:r>
              <a:rPr lang="zh-CN" altLang="en-US" sz="1900" dirty="0">
                <a:ea typeface="宋体" panose="02010600030101010101" pitchFamily="2" charset="-122"/>
              </a:rPr>
              <a:t>运算结果无效，请输入有效的数字！”</a:t>
            </a:r>
            <a:endParaRPr lang="zh-CN" altLang="en-US" sz="1900" dirty="0">
              <a:ea typeface="宋体" panose="02010600030101010101" pitchFamily="2" charset="-122"/>
            </a:endParaRPr>
          </a:p>
          <a:p>
            <a:pPr>
              <a:lnSpc>
                <a:spcPct val="150000"/>
              </a:lnSpc>
              <a:buNone/>
            </a:pPr>
            <a:r>
              <a:rPr lang="zh-CN" altLang="en-US" sz="1900" dirty="0">
                <a:ea typeface="宋体" panose="02010600030101010101" pitchFamily="2" charset="-122"/>
              </a:rPr>
              <a:t>	运行效果如下： </a:t>
            </a:r>
            <a:endParaRPr lang="zh-CN" altLang="en-US" sz="1900" dirty="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3333115" y="3616325"/>
            <a:ext cx="5699125" cy="2342515"/>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28673"/>
          <p:cNvSpPr>
            <a:spLocks noGrp="1"/>
          </p:cNvSpPr>
          <p:nvPr>
            <p:ph type="title"/>
          </p:nvPr>
        </p:nvSpPr>
        <p:spPr/>
        <p:txBody>
          <a:bodyPr anchor="ctr"/>
          <a:lstStyle/>
          <a:p>
            <a:r>
              <a:rPr lang="zh-CN" altLang="en-US">
                <a:ea typeface="宋体" panose="02010600030101010101" pitchFamily="2" charset="-122"/>
              </a:rPr>
              <a:t>实战演练</a:t>
            </a:r>
            <a:endParaRPr lang="zh-CN" altLang="en-US">
              <a:ea typeface="宋体" panose="02010600030101010101" pitchFamily="2" charset="-122"/>
            </a:endParaRPr>
          </a:p>
        </p:txBody>
      </p:sp>
      <p:sp>
        <p:nvSpPr>
          <p:cNvPr id="28675" name="文本占位符 28674"/>
          <p:cNvSpPr>
            <a:spLocks noGrp="1"/>
          </p:cNvSpPr>
          <p:nvPr>
            <p:ph type="body" idx="1"/>
          </p:nvPr>
        </p:nvSpPr>
        <p:spPr/>
        <p:txBody>
          <a:bodyPr/>
          <a:lstStyle/>
          <a:p>
            <a:pPr>
              <a:lnSpc>
                <a:spcPct val="200000"/>
              </a:lnSpc>
              <a:buNone/>
            </a:pPr>
            <a:r>
              <a:rPr lang="en-US" altLang="zh-CN" sz="1900" dirty="0">
                <a:ea typeface="宋体" panose="02010600030101010101" pitchFamily="2" charset="-122"/>
              </a:rPr>
              <a:t>	[</a:t>
            </a:r>
            <a:r>
              <a:rPr lang="zh-CN" altLang="en-US" sz="1900" dirty="0">
                <a:ea typeface="宋体" panose="02010600030101010101" pitchFamily="2" charset="-122"/>
              </a:rPr>
              <a:t>实战 </a:t>
            </a:r>
            <a:r>
              <a:rPr lang="en-US" altLang="zh-CN" sz="1900" dirty="0">
                <a:ea typeface="宋体" panose="02010600030101010101" pitchFamily="2" charset="-122"/>
              </a:rPr>
              <a:t>10-3]</a:t>
            </a:r>
            <a:r>
              <a:rPr lang="zh-CN" altLang="en-US" sz="1900" dirty="0">
                <a:ea typeface="宋体" panose="02010600030101010101" pitchFamily="2" charset="-122"/>
              </a:rPr>
              <a:t>设计一个网页加法表达式计算器，可对类似“</a:t>
            </a:r>
            <a:r>
              <a:rPr lang="en-US" altLang="zh-CN" sz="1900" dirty="0">
                <a:ea typeface="宋体" panose="02010600030101010101" pitchFamily="2" charset="-122"/>
              </a:rPr>
              <a:t>1+2+3+4”</a:t>
            </a:r>
            <a:r>
              <a:rPr lang="zh-CN" altLang="en-US" sz="1900" dirty="0">
                <a:ea typeface="宋体" panose="02010600030101010101" pitchFamily="2" charset="-122"/>
              </a:rPr>
              <a:t>的加法表达式进行计算。提示：可通过</a:t>
            </a:r>
            <a:r>
              <a:rPr lang="en-US" altLang="zh-CN" sz="1900" dirty="0">
                <a:ea typeface="宋体" panose="02010600030101010101" pitchFamily="2" charset="-122"/>
              </a:rPr>
              <a:t>&lt;c:forTokens&gt;</a:t>
            </a:r>
            <a:r>
              <a:rPr lang="zh-CN" altLang="en-US" sz="1900" dirty="0">
                <a:ea typeface="宋体" panose="02010600030101010101" pitchFamily="2" charset="-122"/>
              </a:rPr>
              <a:t>标签对表达式进行解析。运行效果如下：</a:t>
            </a:r>
            <a:r>
              <a:rPr lang="zh-CN" altLang="en-US" sz="2530" dirty="0">
                <a:ea typeface="宋体" panose="02010600030101010101" pitchFamily="2" charset="-122"/>
              </a:rPr>
              <a:t> </a:t>
            </a:r>
            <a:endParaRPr lang="zh-CN" altLang="en-US" sz="2530" dirty="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3477260" y="3328670"/>
            <a:ext cx="5911850" cy="2357755"/>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标题 29697"/>
          <p:cNvSpPr>
            <a:spLocks noGrp="1"/>
          </p:cNvSpPr>
          <p:nvPr>
            <p:ph type="title"/>
          </p:nvPr>
        </p:nvSpPr>
        <p:spPr/>
        <p:txBody>
          <a:bodyPr anchor="ctr"/>
          <a:lstStyle/>
          <a:p>
            <a:r>
              <a:rPr lang="zh-CN" altLang="en-US">
                <a:ea typeface="宋体" panose="02010600030101010101" pitchFamily="2" charset="-122"/>
              </a:rPr>
              <a:t>实战演练</a:t>
            </a:r>
            <a:endParaRPr lang="zh-CN" altLang="en-US">
              <a:ea typeface="宋体" panose="02010600030101010101" pitchFamily="2" charset="-122"/>
            </a:endParaRPr>
          </a:p>
        </p:txBody>
      </p:sp>
      <p:sp>
        <p:nvSpPr>
          <p:cNvPr id="29699" name="文本占位符 29698"/>
          <p:cNvSpPr>
            <a:spLocks noGrp="1"/>
          </p:cNvSpPr>
          <p:nvPr>
            <p:ph type="body" idx="1"/>
          </p:nvPr>
        </p:nvSpPr>
        <p:spPr/>
        <p:txBody>
          <a:bodyPr/>
          <a:lstStyle/>
          <a:p>
            <a:pPr>
              <a:lnSpc>
                <a:spcPct val="200000"/>
              </a:lnSpc>
              <a:buNone/>
            </a:pPr>
            <a:r>
              <a:rPr lang="en-US" altLang="zh-CN" sz="1685" dirty="0">
                <a:ea typeface="宋体" panose="02010600030101010101" pitchFamily="2" charset="-122"/>
              </a:rPr>
              <a:t>   </a:t>
            </a:r>
            <a:r>
              <a:rPr lang="en-US" altLang="zh-CN" sz="1800" dirty="0">
                <a:ea typeface="宋体" panose="02010600030101010101" pitchFamily="2" charset="-122"/>
              </a:rPr>
              <a:t>  </a:t>
            </a:r>
            <a:r>
              <a:rPr lang="en-US" altLang="zh-CN" sz="2000" dirty="0">
                <a:ea typeface="宋体" panose="02010600030101010101" pitchFamily="2" charset="-122"/>
              </a:rPr>
              <a:t> [</a:t>
            </a:r>
            <a:r>
              <a:rPr lang="zh-CN" altLang="en-US" sz="2000" dirty="0">
                <a:ea typeface="宋体" panose="02010600030101010101" pitchFamily="2" charset="-122"/>
              </a:rPr>
              <a:t>实战 </a:t>
            </a:r>
            <a:r>
              <a:rPr lang="en-US" altLang="zh-CN" sz="2000" dirty="0">
                <a:ea typeface="宋体" panose="02010600030101010101" pitchFamily="2" charset="-122"/>
              </a:rPr>
              <a:t>10-4]</a:t>
            </a:r>
            <a:r>
              <a:rPr lang="zh-CN" altLang="en-US" sz="2000" dirty="0">
                <a:ea typeface="宋体" panose="02010600030101010101" pitchFamily="2" charset="-122"/>
              </a:rPr>
              <a:t>使用</a:t>
            </a:r>
            <a:r>
              <a:rPr lang="en-US" altLang="zh-CN" sz="2000" dirty="0">
                <a:ea typeface="宋体" panose="02010600030101010101" pitchFamily="2" charset="-122"/>
              </a:rPr>
              <a:t>JSTL</a:t>
            </a:r>
            <a:r>
              <a:rPr lang="zh-CN" altLang="en-US" sz="2000" dirty="0">
                <a:ea typeface="宋体" panose="02010600030101010101" pitchFamily="2" charset="-122"/>
              </a:rPr>
              <a:t>中的</a:t>
            </a:r>
            <a:r>
              <a:rPr lang="en-US" altLang="zh-CN" sz="2000" dirty="0">
                <a:ea typeface="宋体" panose="02010600030101010101" pitchFamily="2" charset="-122"/>
              </a:rPr>
              <a:t>XML</a:t>
            </a:r>
            <a:r>
              <a:rPr lang="zh-CN" altLang="en-US" sz="2000" dirty="0">
                <a:ea typeface="宋体" panose="02010600030101010101" pitchFamily="2" charset="-122"/>
              </a:rPr>
              <a:t>标签对下面的</a:t>
            </a:r>
            <a:r>
              <a:rPr lang="en-US" altLang="zh-CN" sz="2000" dirty="0">
                <a:ea typeface="宋体" panose="02010600030101010101" pitchFamily="2" charset="-122"/>
              </a:rPr>
              <a:t>store.xml</a:t>
            </a:r>
            <a:r>
              <a:rPr lang="zh-CN" altLang="en-US" sz="2000" dirty="0">
                <a:ea typeface="宋体" panose="02010600030101010101" pitchFamily="2" charset="-122"/>
              </a:rPr>
              <a:t>文件进行解析，将其中所有的食品类别商品显示出来。</a:t>
            </a:r>
            <a:endParaRPr lang="zh-CN" altLang="en-US" sz="1685" dirty="0">
              <a:ea typeface="宋体" panose="02010600030101010101" pitchFamily="2" charset="-122"/>
            </a:endParaRPr>
          </a:p>
          <a:p>
            <a:pPr>
              <a:lnSpc>
                <a:spcPct val="80000"/>
              </a:lnSpc>
              <a:buNone/>
            </a:pPr>
            <a:r>
              <a:rPr lang="en-US" altLang="zh-CN" sz="1900" dirty="0">
                <a:ea typeface="宋体" panose="02010600030101010101" pitchFamily="2" charset="-122"/>
              </a:rPr>
              <a:t>	</a:t>
            </a:r>
            <a:endParaRPr lang="en-US" altLang="zh-CN" sz="1900" dirty="0">
              <a:ea typeface="宋体" panose="02010600030101010101" pitchFamily="2" charset="-122"/>
            </a:endParaRPr>
          </a:p>
          <a:p>
            <a:pPr>
              <a:lnSpc>
                <a:spcPct val="80000"/>
              </a:lnSpc>
              <a:buNone/>
            </a:pPr>
            <a:r>
              <a:rPr lang="en-US" altLang="zh-CN" sz="1900" dirty="0">
                <a:ea typeface="宋体" panose="02010600030101010101" pitchFamily="2" charset="-122"/>
              </a:rPr>
              <a:t>      store.xml</a:t>
            </a:r>
            <a:endParaRPr lang="en-US" altLang="zh-CN" sz="1900" dirty="0">
              <a:ea typeface="宋体" panose="02010600030101010101" pitchFamily="2" charset="-122"/>
            </a:endParaRPr>
          </a:p>
          <a:p>
            <a:pPr>
              <a:lnSpc>
                <a:spcPct val="80000"/>
              </a:lnSpc>
              <a:buNone/>
            </a:pPr>
            <a:r>
              <a:rPr lang="en-US" altLang="zh-CN" sz="1900" dirty="0">
                <a:ea typeface="宋体" panose="02010600030101010101" pitchFamily="2" charset="-122"/>
              </a:rPr>
              <a:t>	 &lt;?xml version="1.0" encoding="UTF-8"?&gt;</a:t>
            </a:r>
            <a:endParaRPr lang="en-US" altLang="zh-CN" sz="1900" dirty="0">
              <a:ea typeface="宋体" panose="02010600030101010101" pitchFamily="2" charset="-122"/>
            </a:endParaRPr>
          </a:p>
          <a:p>
            <a:pPr>
              <a:lnSpc>
                <a:spcPct val="80000"/>
              </a:lnSpc>
              <a:buNone/>
            </a:pPr>
            <a:r>
              <a:rPr lang="en-US" altLang="zh-CN" sz="1900" dirty="0">
                <a:ea typeface="宋体" panose="02010600030101010101" pitchFamily="2" charset="-122"/>
              </a:rPr>
              <a:t>	 &lt;store&gt;</a:t>
            </a:r>
            <a:endParaRPr lang="en-US" altLang="zh-CN" sz="1900" dirty="0">
              <a:ea typeface="宋体" panose="02010600030101010101" pitchFamily="2" charset="-122"/>
            </a:endParaRPr>
          </a:p>
          <a:p>
            <a:pPr>
              <a:lnSpc>
                <a:spcPct val="80000"/>
              </a:lnSpc>
              <a:buNone/>
            </a:pPr>
            <a:r>
              <a:rPr lang="en-US" altLang="zh-CN" sz="1900" dirty="0">
                <a:ea typeface="宋体" panose="02010600030101010101" pitchFamily="2" charset="-122"/>
              </a:rPr>
              <a:t>		&lt;category name="</a:t>
            </a:r>
            <a:r>
              <a:rPr lang="zh-CN" altLang="en-US" sz="1900" dirty="0">
                <a:ea typeface="宋体" panose="02010600030101010101" pitchFamily="2" charset="-122"/>
              </a:rPr>
              <a:t>食品</a:t>
            </a:r>
            <a:r>
              <a:rPr lang="en-US" altLang="zh-CN" sz="1900" dirty="0">
                <a:ea typeface="宋体" panose="02010600030101010101" pitchFamily="2" charset="-122"/>
              </a:rPr>
              <a:t>"&gt;</a:t>
            </a:r>
            <a:endParaRPr lang="en-US" altLang="zh-CN" sz="1900" dirty="0">
              <a:ea typeface="宋体" panose="02010600030101010101" pitchFamily="2" charset="-122"/>
            </a:endParaRPr>
          </a:p>
          <a:p>
            <a:pPr>
              <a:lnSpc>
                <a:spcPct val="80000"/>
              </a:lnSpc>
              <a:buNone/>
            </a:pPr>
            <a:r>
              <a:rPr lang="en-US" altLang="zh-CN" sz="1900" dirty="0">
                <a:ea typeface="宋体" panose="02010600030101010101" pitchFamily="2" charset="-122"/>
              </a:rPr>
              <a:t>			&lt;item name="</a:t>
            </a:r>
            <a:r>
              <a:rPr lang="zh-CN" altLang="en-US" sz="1900" dirty="0">
                <a:ea typeface="宋体" panose="02010600030101010101" pitchFamily="2" charset="-122"/>
              </a:rPr>
              <a:t>面包</a:t>
            </a:r>
            <a:r>
              <a:rPr lang="en-US" altLang="zh-CN" sz="1900" dirty="0">
                <a:ea typeface="宋体" panose="02010600030101010101" pitchFamily="2" charset="-122"/>
              </a:rPr>
              <a:t>" price="1.00"/&gt;</a:t>
            </a:r>
            <a:endParaRPr lang="en-US" altLang="zh-CN" sz="1900" dirty="0">
              <a:ea typeface="宋体" panose="02010600030101010101" pitchFamily="2" charset="-122"/>
            </a:endParaRPr>
          </a:p>
          <a:p>
            <a:pPr>
              <a:lnSpc>
                <a:spcPct val="80000"/>
              </a:lnSpc>
              <a:buNone/>
            </a:pPr>
            <a:r>
              <a:rPr lang="en-US" altLang="zh-CN" sz="1900" dirty="0">
                <a:ea typeface="宋体" panose="02010600030101010101" pitchFamily="2" charset="-122"/>
              </a:rPr>
              <a:t>			&lt;item name="</a:t>
            </a:r>
            <a:r>
              <a:rPr lang="zh-CN" altLang="en-US" sz="1900" dirty="0">
                <a:ea typeface="宋体" panose="02010600030101010101" pitchFamily="2" charset="-122"/>
              </a:rPr>
              <a:t>蛋糕</a:t>
            </a:r>
            <a:r>
              <a:rPr lang="en-US" altLang="zh-CN" sz="1900" dirty="0">
                <a:ea typeface="宋体" panose="02010600030101010101" pitchFamily="2" charset="-122"/>
              </a:rPr>
              <a:t>" price="1.50"/&gt;</a:t>
            </a:r>
            <a:endParaRPr lang="en-US" altLang="zh-CN" sz="1900" dirty="0">
              <a:ea typeface="宋体" panose="02010600030101010101" pitchFamily="2" charset="-122"/>
            </a:endParaRPr>
          </a:p>
          <a:p>
            <a:pPr>
              <a:lnSpc>
                <a:spcPct val="80000"/>
              </a:lnSpc>
              <a:buNone/>
            </a:pPr>
            <a:r>
              <a:rPr lang="en-US" altLang="zh-CN" sz="1900" dirty="0">
                <a:ea typeface="宋体" panose="02010600030101010101" pitchFamily="2" charset="-122"/>
              </a:rPr>
              <a:t>			&lt;item name="</a:t>
            </a:r>
            <a:r>
              <a:rPr lang="zh-CN" altLang="en-US" sz="1900" dirty="0">
                <a:ea typeface="宋体" panose="02010600030101010101" pitchFamily="2" charset="-122"/>
              </a:rPr>
              <a:t>薯片</a:t>
            </a:r>
            <a:r>
              <a:rPr lang="en-US" altLang="zh-CN" sz="1900" dirty="0">
                <a:ea typeface="宋体" panose="02010600030101010101" pitchFamily="2" charset="-122"/>
              </a:rPr>
              <a:t>" price="5.00"/&gt;</a:t>
            </a:r>
            <a:endParaRPr lang="en-US" altLang="zh-CN" sz="1900" dirty="0">
              <a:ea typeface="宋体" panose="02010600030101010101" pitchFamily="2" charset="-122"/>
            </a:endParaRPr>
          </a:p>
          <a:p>
            <a:pPr>
              <a:lnSpc>
                <a:spcPct val="80000"/>
              </a:lnSpc>
              <a:buNone/>
            </a:pPr>
            <a:r>
              <a:rPr lang="en-US" altLang="zh-CN" sz="1900" dirty="0">
                <a:ea typeface="宋体" panose="02010600030101010101" pitchFamily="2" charset="-122"/>
              </a:rPr>
              <a:t>		&lt;/category&gt;</a:t>
            </a:r>
            <a:endParaRPr lang="en-US" altLang="zh-CN" sz="1900" dirty="0">
              <a:ea typeface="宋体" panose="02010600030101010101" pitchFamily="2" charset="-122"/>
            </a:endParaRPr>
          </a:p>
          <a:p>
            <a:pPr>
              <a:lnSpc>
                <a:spcPct val="80000"/>
              </a:lnSpc>
              <a:buNone/>
            </a:pPr>
            <a:r>
              <a:rPr lang="en-US" altLang="zh-CN" sz="1900" dirty="0">
                <a:ea typeface="宋体" panose="02010600030101010101" pitchFamily="2" charset="-122"/>
              </a:rPr>
              <a:t>		&lt;category name="</a:t>
            </a:r>
            <a:r>
              <a:rPr lang="zh-CN" altLang="en-US" sz="1900" dirty="0">
                <a:ea typeface="宋体" panose="02010600030101010101" pitchFamily="2" charset="-122"/>
              </a:rPr>
              <a:t>日用品</a:t>
            </a:r>
            <a:r>
              <a:rPr lang="en-US" altLang="zh-CN" sz="1900" dirty="0">
                <a:ea typeface="宋体" panose="02010600030101010101" pitchFamily="2" charset="-122"/>
              </a:rPr>
              <a:t>"&gt;</a:t>
            </a:r>
            <a:endParaRPr lang="en-US" altLang="zh-CN" sz="1900" dirty="0">
              <a:ea typeface="宋体" panose="02010600030101010101" pitchFamily="2" charset="-122"/>
            </a:endParaRPr>
          </a:p>
          <a:p>
            <a:pPr>
              <a:lnSpc>
                <a:spcPct val="80000"/>
              </a:lnSpc>
              <a:buNone/>
            </a:pPr>
            <a:r>
              <a:rPr lang="en-US" altLang="zh-CN" sz="1900" dirty="0">
                <a:ea typeface="宋体" panose="02010600030101010101" pitchFamily="2" charset="-122"/>
              </a:rPr>
              <a:t>			&lt;item name="</a:t>
            </a:r>
            <a:r>
              <a:rPr lang="zh-CN" altLang="en-US" sz="1900" dirty="0">
                <a:ea typeface="宋体" panose="02010600030101010101" pitchFamily="2" charset="-122"/>
              </a:rPr>
              <a:t>牙膏</a:t>
            </a:r>
            <a:r>
              <a:rPr lang="en-US" altLang="zh-CN" sz="1900" dirty="0">
                <a:ea typeface="宋体" panose="02010600030101010101" pitchFamily="2" charset="-122"/>
              </a:rPr>
              <a:t>" price="3.00"/&gt;</a:t>
            </a:r>
            <a:endParaRPr lang="en-US" altLang="zh-CN" sz="1900" dirty="0">
              <a:ea typeface="宋体" panose="02010600030101010101" pitchFamily="2" charset="-122"/>
            </a:endParaRPr>
          </a:p>
          <a:p>
            <a:pPr>
              <a:lnSpc>
                <a:spcPct val="80000"/>
              </a:lnSpc>
              <a:buNone/>
            </a:pPr>
            <a:r>
              <a:rPr lang="en-US" altLang="zh-CN" sz="1900" dirty="0">
                <a:ea typeface="宋体" panose="02010600030101010101" pitchFamily="2" charset="-122"/>
              </a:rPr>
              <a:t>			&lt;item name="</a:t>
            </a:r>
            <a:r>
              <a:rPr lang="zh-CN" altLang="en-US" sz="1900" dirty="0">
                <a:ea typeface="宋体" panose="02010600030101010101" pitchFamily="2" charset="-122"/>
              </a:rPr>
              <a:t>毛巾</a:t>
            </a:r>
            <a:r>
              <a:rPr lang="en-US" altLang="zh-CN" sz="1900" dirty="0">
                <a:ea typeface="宋体" panose="02010600030101010101" pitchFamily="2" charset="-122"/>
              </a:rPr>
              <a:t>" price="2.00"/&gt;		</a:t>
            </a:r>
            <a:endParaRPr lang="en-US" altLang="zh-CN" sz="1900" dirty="0">
              <a:ea typeface="宋体" panose="02010600030101010101" pitchFamily="2" charset="-122"/>
            </a:endParaRPr>
          </a:p>
          <a:p>
            <a:pPr>
              <a:lnSpc>
                <a:spcPct val="80000"/>
              </a:lnSpc>
              <a:buNone/>
            </a:pPr>
            <a:r>
              <a:rPr lang="en-US" altLang="zh-CN" sz="1900" dirty="0">
                <a:ea typeface="宋体" panose="02010600030101010101" pitchFamily="2" charset="-122"/>
              </a:rPr>
              <a:t>		&lt;/category&gt;	</a:t>
            </a:r>
            <a:endParaRPr lang="en-US" altLang="zh-CN" sz="1900" dirty="0">
              <a:ea typeface="宋体" panose="02010600030101010101" pitchFamily="2" charset="-122"/>
            </a:endParaRPr>
          </a:p>
          <a:p>
            <a:pPr>
              <a:lnSpc>
                <a:spcPct val="80000"/>
              </a:lnSpc>
              <a:buNone/>
            </a:pPr>
            <a:r>
              <a:rPr lang="en-US" altLang="zh-CN" sz="1900" dirty="0">
                <a:ea typeface="宋体" panose="02010600030101010101" pitchFamily="2" charset="-122"/>
              </a:rPr>
              <a:t>	  &lt;/store&gt;</a:t>
            </a:r>
            <a:endParaRPr lang="zh-CN" altLang="en-US" sz="1900" dirty="0">
              <a:ea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直角三角形 1"/>
          <p:cNvSpPr/>
          <p:nvPr/>
        </p:nvSpPr>
        <p:spPr>
          <a:xfrm>
            <a:off x="0" y="0"/>
            <a:ext cx="7256762" cy="7256364"/>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任意多边形 2"/>
          <p:cNvSpPr/>
          <p:nvPr/>
        </p:nvSpPr>
        <p:spPr>
          <a:xfrm rot="5400000" flipV="1">
            <a:off x="1608166" y="1145782"/>
            <a:ext cx="4826927" cy="4827192"/>
          </a:xfrm>
          <a:custGeom>
            <a:avLst/>
            <a:gdLst>
              <a:gd name="connsiteX0" fmla="*/ 0 w 4343400"/>
              <a:gd name="connsiteY0" fmla="*/ 0 h 4343400"/>
              <a:gd name="connsiteX1" fmla="*/ 4343400 w 4343400"/>
              <a:gd name="connsiteY1" fmla="*/ 4343400 h 4343400"/>
              <a:gd name="connsiteX2" fmla="*/ 3486149 w 4343400"/>
              <a:gd name="connsiteY2" fmla="*/ 4343400 h 4343400"/>
              <a:gd name="connsiteX3" fmla="*/ 0 w 4343400"/>
              <a:gd name="connsiteY3" fmla="*/ 857251 h 4343400"/>
              <a:gd name="connsiteX4" fmla="*/ 0 w 4343400"/>
              <a:gd name="connsiteY4" fmla="*/ 0 h 434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3400" h="4343400">
                <a:moveTo>
                  <a:pt x="0" y="0"/>
                </a:moveTo>
                <a:lnTo>
                  <a:pt x="4343400" y="4343400"/>
                </a:lnTo>
                <a:lnTo>
                  <a:pt x="3486149" y="4343400"/>
                </a:lnTo>
                <a:lnTo>
                  <a:pt x="0" y="857251"/>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6" name="文本框 5"/>
          <p:cNvSpPr txBox="1"/>
          <p:nvPr/>
        </p:nvSpPr>
        <p:spPr>
          <a:xfrm>
            <a:off x="4557167" y="1960141"/>
            <a:ext cx="8595718" cy="622280"/>
          </a:xfrm>
          <a:prstGeom prst="rect">
            <a:avLst/>
          </a:prstGeom>
          <a:noFill/>
        </p:spPr>
        <p:txBody>
          <a:bodyPr wrap="square" lIns="128583" tIns="64291" rIns="128583" bIns="64291" rtlCol="0">
            <a:spAutoFit/>
          </a:bodyPr>
          <a:lstStyle/>
          <a:p>
            <a:r>
              <a:rPr kumimoji="1" lang="en-US" altLang="zh-CN" sz="3200" b="1" dirty="0">
                <a:solidFill>
                  <a:srgbClr val="526580"/>
                </a:solidFill>
                <a:latin typeface="+mn-ea"/>
                <a:ea typeface="+mn-ea"/>
                <a:cs typeface="+mn-ea"/>
              </a:rPr>
              <a:t>&lt;&lt;JSP</a:t>
            </a:r>
            <a:r>
              <a:rPr kumimoji="1" lang="zh-CN" altLang="en-US" sz="3200" b="1" dirty="0">
                <a:solidFill>
                  <a:srgbClr val="526580"/>
                </a:solidFill>
                <a:latin typeface="+mn-ea"/>
                <a:ea typeface="+mn-ea"/>
                <a:cs typeface="+mn-ea"/>
              </a:rPr>
              <a:t>与</a:t>
            </a:r>
            <a:r>
              <a:rPr kumimoji="1" lang="en-US" altLang="zh-CN" sz="3200" b="1" dirty="0">
                <a:solidFill>
                  <a:srgbClr val="526580"/>
                </a:solidFill>
                <a:latin typeface="+mn-ea"/>
                <a:ea typeface="+mn-ea"/>
                <a:cs typeface="+mn-ea"/>
              </a:rPr>
              <a:t>Servlet</a:t>
            </a:r>
            <a:r>
              <a:rPr kumimoji="1" lang="zh-CN" altLang="en-US" sz="3200" b="1" dirty="0">
                <a:solidFill>
                  <a:srgbClr val="526580"/>
                </a:solidFill>
                <a:latin typeface="+mn-ea"/>
                <a:ea typeface="+mn-ea"/>
                <a:cs typeface="+mn-ea"/>
              </a:rPr>
              <a:t>开发技术与典型应用教程</a:t>
            </a:r>
            <a:r>
              <a:rPr kumimoji="1" lang="en-US" altLang="zh-CN" sz="3200" b="1" dirty="0">
                <a:solidFill>
                  <a:srgbClr val="526580"/>
                </a:solidFill>
                <a:latin typeface="+mn-ea"/>
                <a:ea typeface="+mn-ea"/>
                <a:cs typeface="+mn-ea"/>
              </a:rPr>
              <a:t>&gt;&gt;</a:t>
            </a:r>
            <a:endParaRPr kumimoji="1" lang="zh-CN" altLang="en-US" sz="3200" b="1" dirty="0">
              <a:solidFill>
                <a:srgbClr val="526580"/>
              </a:solidFill>
              <a:latin typeface="+mn-ea"/>
              <a:ea typeface="+mn-ea"/>
              <a:cs typeface="+mn-ea"/>
              <a:sym typeface="+mn-lt"/>
            </a:endParaRPr>
          </a:p>
        </p:txBody>
      </p:sp>
      <p:sp>
        <p:nvSpPr>
          <p:cNvPr id="8" name="文本框 7"/>
          <p:cNvSpPr txBox="1"/>
          <p:nvPr/>
        </p:nvSpPr>
        <p:spPr>
          <a:xfrm>
            <a:off x="5709295" y="2896245"/>
            <a:ext cx="6016403" cy="560725"/>
          </a:xfrm>
          <a:prstGeom prst="rect">
            <a:avLst/>
          </a:prstGeom>
          <a:noFill/>
        </p:spPr>
        <p:txBody>
          <a:bodyPr wrap="square" lIns="128583" tIns="64291" rIns="128583" bIns="64291" rtlCol="0">
            <a:spAutoFit/>
          </a:bodyPr>
          <a:lstStyle/>
          <a:p>
            <a:pPr algn="ctr"/>
            <a:r>
              <a:rPr kumimoji="1" lang="zh-CN" altLang="en-US" sz="2800" dirty="0">
                <a:solidFill>
                  <a:prstClr val="white">
                    <a:lumMod val="50000"/>
                  </a:prstClr>
                </a:solidFill>
                <a:cs typeface="+mn-ea"/>
                <a:sym typeface="+mn-lt"/>
              </a:rPr>
              <a:t>感谢观看 </a:t>
            </a:r>
            <a:r>
              <a:rPr kumimoji="1" lang="en-US" altLang="zh-CN" sz="2800" dirty="0">
                <a:solidFill>
                  <a:prstClr val="white">
                    <a:lumMod val="50000"/>
                  </a:prstClr>
                </a:solidFill>
                <a:cs typeface="+mn-ea"/>
                <a:sym typeface="+mn-lt"/>
              </a:rPr>
              <a:t>THANK YOU!</a:t>
            </a:r>
            <a:endParaRPr kumimoji="1" lang="zh-CN" altLang="en-US" sz="2800" dirty="0">
              <a:solidFill>
                <a:prstClr val="white">
                  <a:lumMod val="50000"/>
                </a:prstClr>
              </a:solidFill>
              <a:cs typeface="+mn-ea"/>
              <a:sym typeface="+mn-lt"/>
            </a:endParaRPr>
          </a:p>
        </p:txBody>
      </p:sp>
      <p:sp>
        <p:nvSpPr>
          <p:cNvPr id="12" name="直角三角形 11"/>
          <p:cNvSpPr/>
          <p:nvPr/>
        </p:nvSpPr>
        <p:spPr>
          <a:xfrm flipH="1">
            <a:off x="8229575" y="3976365"/>
            <a:ext cx="4629176" cy="3279999"/>
          </a:xfrm>
          <a:prstGeom prst="rtTriangle">
            <a:avLst/>
          </a:prstGeom>
          <a:solidFill>
            <a:srgbClr val="43536A"/>
          </a:solidFill>
          <a:ln>
            <a:solidFill>
              <a:srgbClr val="43536A"/>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schemeClr val="bg2">
                  <a:lumMod val="25000"/>
                </a:schemeClr>
              </a:solidFill>
              <a:cs typeface="+mn-ea"/>
              <a:sym typeface="+mn-lt"/>
            </a:endParaRPr>
          </a:p>
        </p:txBody>
      </p:sp>
      <p:sp>
        <p:nvSpPr>
          <p:cNvPr id="16" name="直角三角形 15"/>
          <p:cNvSpPr/>
          <p:nvPr/>
        </p:nvSpPr>
        <p:spPr>
          <a:xfrm rot="13500000" flipV="1">
            <a:off x="2775844" y="-1270801"/>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4" name="TextBox 3"/>
          <p:cNvSpPr txBox="1"/>
          <p:nvPr/>
        </p:nvSpPr>
        <p:spPr>
          <a:xfrm>
            <a:off x="8373591" y="3976365"/>
            <a:ext cx="3960440" cy="400110"/>
          </a:xfrm>
          <a:prstGeom prst="rect">
            <a:avLst/>
          </a:prstGeom>
          <a:noFill/>
        </p:spPr>
        <p:txBody>
          <a:bodyPr wrap="square" rtlCol="0">
            <a:spAutoFit/>
          </a:bodyPr>
          <a:lstStyle/>
          <a:p>
            <a:pPr algn="r"/>
            <a:r>
              <a:rPr kumimoji="1" lang="zh-CN" altLang="en-US" sz="2000" b="1" dirty="0">
                <a:solidFill>
                  <a:srgbClr val="526580"/>
                </a:solidFill>
                <a:cs typeface="+mn-ea"/>
              </a:rPr>
              <a:t>大连理工大学出版社</a:t>
            </a:r>
            <a:endParaRPr kumimoji="1" lang="zh-CN" altLang="en-US" sz="2000" b="1" dirty="0">
              <a:solidFill>
                <a:srgbClr val="526580"/>
              </a:solidFill>
              <a:cs typeface="+mn-ea"/>
            </a:endParaRPr>
          </a:p>
        </p:txBody>
      </p:sp>
      <p:sp>
        <p:nvSpPr>
          <p:cNvPr id="10" name="文本框 8"/>
          <p:cNvSpPr txBox="1"/>
          <p:nvPr/>
        </p:nvSpPr>
        <p:spPr>
          <a:xfrm rot="2679144">
            <a:off x="1518042" y="2916005"/>
            <a:ext cx="5266506" cy="558800"/>
          </a:xfrm>
          <a:prstGeom prst="rect">
            <a:avLst/>
          </a:prstGeom>
          <a:noFill/>
        </p:spPr>
        <p:txBody>
          <a:bodyPr wrap="square" lIns="128583" tIns="64291" rIns="128583" bIns="64291" rtlCol="0">
            <a:spAutoFit/>
          </a:bodyPr>
          <a:lstStyle/>
          <a:p>
            <a:pPr algn="ctr">
              <a:buNone/>
            </a:pPr>
            <a:r>
              <a:rPr kumimoji="1" lang="zh-CN" altLang="en-US" sz="2800" b="1" dirty="0">
                <a:solidFill>
                  <a:srgbClr val="526580"/>
                </a:solidFill>
                <a:latin typeface="+mn-ea"/>
                <a:ea typeface="+mn-ea"/>
                <a:cs typeface="+mn-ea"/>
                <a:sym typeface="宋体" panose="02010600030101010101" pitchFamily="2" charset="-122"/>
              </a:rPr>
              <a:t>第十章 </a:t>
            </a:r>
            <a:r>
              <a:rPr kumimoji="1" lang="en-US" altLang="zh-CN" sz="2800" b="1" dirty="0">
                <a:solidFill>
                  <a:srgbClr val="526580"/>
                </a:solidFill>
                <a:latin typeface="+mn-ea"/>
                <a:ea typeface="+mn-ea"/>
                <a:cs typeface="+mn-ea"/>
                <a:sym typeface="宋体" panose="02010600030101010101" pitchFamily="2" charset="-122"/>
              </a:rPr>
              <a:t>   EL</a:t>
            </a:r>
            <a:r>
              <a:rPr kumimoji="1" lang="zh-CN" altLang="en-US" sz="2800" b="1" dirty="0">
                <a:solidFill>
                  <a:srgbClr val="526580"/>
                </a:solidFill>
                <a:latin typeface="+mn-ea"/>
                <a:ea typeface="+mn-ea"/>
                <a:cs typeface="+mn-ea"/>
                <a:sym typeface="宋体" panose="02010600030101010101" pitchFamily="2" charset="-122"/>
              </a:rPr>
              <a:t>与</a:t>
            </a:r>
            <a:r>
              <a:rPr kumimoji="1" lang="en-US" altLang="zh-CN" sz="2800" b="1" dirty="0">
                <a:solidFill>
                  <a:srgbClr val="526580"/>
                </a:solidFill>
                <a:latin typeface="+mn-ea"/>
                <a:ea typeface="+mn-ea"/>
                <a:cs typeface="+mn-ea"/>
                <a:sym typeface="宋体" panose="02010600030101010101" pitchFamily="2" charset="-122"/>
              </a:rPr>
              <a:t>JSTL</a:t>
            </a:r>
            <a:endParaRPr kumimoji="1" lang="en-US" altLang="zh-CN" sz="2800" b="1" dirty="0">
              <a:solidFill>
                <a:srgbClr val="526580"/>
              </a:solidFill>
              <a:latin typeface="+mn-ea"/>
              <a:ea typeface="+mn-ea"/>
              <a:cs typeface="+mn-ea"/>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1+#ppt_w/2"/>
                                          </p:val>
                                        </p:tav>
                                        <p:tav tm="100000">
                                          <p:val>
                                            <p:strVal val="#ppt_x"/>
                                          </p:val>
                                        </p:tav>
                                      </p:tavLst>
                                    </p:anim>
                                    <p:anim calcmode="lin" valueType="num">
                                      <p:cBhvr additive="base">
                                        <p:cTn id="12" dur="1000" fill="hold"/>
                                        <p:tgtEl>
                                          <p:spTgt spid="3"/>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 presetClass="entr" presetSubtype="12"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1000" fill="hold"/>
                                        <p:tgtEl>
                                          <p:spTgt spid="12"/>
                                        </p:tgtEl>
                                        <p:attrNameLst>
                                          <p:attrName>ppt_x</p:attrName>
                                        </p:attrNameLst>
                                      </p:cBhvr>
                                      <p:tavLst>
                                        <p:tav tm="0">
                                          <p:val>
                                            <p:strVal val="0-#ppt_w/2"/>
                                          </p:val>
                                        </p:tav>
                                        <p:tav tm="100000">
                                          <p:val>
                                            <p:strVal val="#ppt_x"/>
                                          </p:val>
                                        </p:tav>
                                      </p:tavLst>
                                    </p:anim>
                                    <p:anim calcmode="lin" valueType="num">
                                      <p:cBhvr additive="base">
                                        <p:cTn id="17" dur="1000" fill="hold"/>
                                        <p:tgtEl>
                                          <p:spTgt spid="12"/>
                                        </p:tgtEl>
                                        <p:attrNameLst>
                                          <p:attrName>ppt_y</p:attrName>
                                        </p:attrNameLst>
                                      </p:cBhvr>
                                      <p:tavLst>
                                        <p:tav tm="0">
                                          <p:val>
                                            <p:strVal val="1+#ppt_h/2"/>
                                          </p:val>
                                        </p:tav>
                                        <p:tav tm="100000">
                                          <p:val>
                                            <p:strVal val="#ppt_y"/>
                                          </p:val>
                                        </p:tav>
                                      </p:tavLst>
                                    </p:anim>
                                  </p:childTnLst>
                                </p:cTn>
                              </p:par>
                              <p:par>
                                <p:cTn id="18" presetID="2" presetClass="entr" presetSubtype="1"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additive="base">
                                        <p:cTn id="20" dur="1000" fill="hold"/>
                                        <p:tgtEl>
                                          <p:spTgt spid="16"/>
                                        </p:tgtEl>
                                        <p:attrNameLst>
                                          <p:attrName>ppt_x</p:attrName>
                                        </p:attrNameLst>
                                      </p:cBhvr>
                                      <p:tavLst>
                                        <p:tav tm="0">
                                          <p:val>
                                            <p:strVal val="#ppt_x"/>
                                          </p:val>
                                        </p:tav>
                                        <p:tav tm="100000">
                                          <p:val>
                                            <p:strVal val="#ppt_x"/>
                                          </p:val>
                                        </p:tav>
                                      </p:tavLst>
                                    </p:anim>
                                    <p:anim calcmode="lin" valueType="num">
                                      <p:cBhvr additive="base">
                                        <p:cTn id="21" dur="1000" fill="hold"/>
                                        <p:tgtEl>
                                          <p:spTgt spid="16"/>
                                        </p:tgtEl>
                                        <p:attrNameLst>
                                          <p:attrName>ppt_y</p:attrName>
                                        </p:attrNameLst>
                                      </p:cBhvr>
                                      <p:tavLst>
                                        <p:tav tm="0">
                                          <p:val>
                                            <p:strVal val="0-#ppt_h/2"/>
                                          </p:val>
                                        </p:tav>
                                        <p:tav tm="100000">
                                          <p:val>
                                            <p:strVal val="#ppt_y"/>
                                          </p:val>
                                        </p:tav>
                                      </p:tavLst>
                                    </p:anim>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par>
                          <p:cTn id="26" fill="hold">
                            <p:stCondLst>
                              <p:cond delay="2500"/>
                            </p:stCondLst>
                            <p:childTnLst>
                              <p:par>
                                <p:cTn id="27" presetID="42"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750"/>
                                        <p:tgtEl>
                                          <p:spTgt spid="8"/>
                                        </p:tgtEl>
                                      </p:cBhvr>
                                    </p:animEffect>
                                    <p:anim calcmode="lin" valueType="num">
                                      <p:cBhvr>
                                        <p:cTn id="30" dur="750" fill="hold"/>
                                        <p:tgtEl>
                                          <p:spTgt spid="8"/>
                                        </p:tgtEl>
                                        <p:attrNameLst>
                                          <p:attrName>ppt_x</p:attrName>
                                        </p:attrNameLst>
                                      </p:cBhvr>
                                      <p:tavLst>
                                        <p:tav tm="0">
                                          <p:val>
                                            <p:strVal val="#ppt_x"/>
                                          </p:val>
                                        </p:tav>
                                        <p:tav tm="100000">
                                          <p:val>
                                            <p:strVal val="#ppt_x"/>
                                          </p:val>
                                        </p:tav>
                                      </p:tavLst>
                                    </p:anim>
                                    <p:anim calcmode="lin" valueType="num">
                                      <p:cBhvr>
                                        <p:cTn id="31" dur="750" fill="hold"/>
                                        <p:tgtEl>
                                          <p:spTgt spid="8"/>
                                        </p:tgtEl>
                                        <p:attrNameLst>
                                          <p:attrName>ppt_y</p:attrName>
                                        </p:attrNameLst>
                                      </p:cBhvr>
                                      <p:tavLst>
                                        <p:tav tm="0">
                                          <p:val>
                                            <p:strVal val="#ppt_y+.1"/>
                                          </p:val>
                                        </p:tav>
                                        <p:tav tm="100000">
                                          <p:val>
                                            <p:strVal val="#ppt_y"/>
                                          </p:val>
                                        </p:tav>
                                      </p:tavLst>
                                    </p:anim>
                                  </p:childTnLst>
                                </p:cTn>
                              </p:par>
                            </p:childTnLst>
                          </p:cTn>
                        </p:par>
                        <p:par>
                          <p:cTn id="32" fill="hold">
                            <p:stCondLst>
                              <p:cond delay="3500"/>
                            </p:stCondLst>
                            <p:childTnLst>
                              <p:par>
                                <p:cTn id="33" presetID="2" presetClass="entr" presetSubtype="4" fill="hold" grpId="0" nodeType="after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childTnLst>
                          </p:cTn>
                        </p:par>
                        <p:par>
                          <p:cTn id="37" fill="hold">
                            <p:stCondLst>
                              <p:cond delay="4000"/>
                            </p:stCondLst>
                            <p:childTnLst>
                              <p:par>
                                <p:cTn id="38" presetID="22" presetClass="entr" presetSubtype="1"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up)">
                                      <p:cBhvr>
                                        <p:cTn id="4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p:bldP spid="8" grpId="0"/>
      <p:bldP spid="12" grpId="0" animBg="1"/>
      <p:bldP spid="16" grpId="0" animBg="1"/>
      <p:bldP spid="4" grpId="0"/>
      <p:bldP spid="10" grpId="0"/>
    </p:bldLst>
  </p:timing>
</p:sld>
</file>

<file path=ppt/tags/tag1.xml><?xml version="1.0" encoding="utf-8"?>
<p:tagLst xmlns:p="http://schemas.openxmlformats.org/presentationml/2006/main">
  <p:tag name="KSO_WM_UNIT_TABLE_BEAUTIFY" val="smartTable{a0387836-ba30-43b0-a25e-e2e5ebb91be5}"/>
</p:tagLst>
</file>

<file path=ppt/tags/tag2.xml><?xml version="1.0" encoding="utf-8"?>
<p:tagLst xmlns:p="http://schemas.openxmlformats.org/presentationml/2006/main">
  <p:tag name="ISPRING_PRESENTATION_TITLE" val="bt026.pptx"/>
</p:tagLst>
</file>

<file path=ppt/theme/theme1.xml><?xml version="1.0" encoding="utf-8"?>
<a:theme xmlns:a="http://schemas.openxmlformats.org/drawingml/2006/main" name="自定义设计方案">
  <a:themeElements>
    <a:clrScheme name="自定义 93">
      <a:dk1>
        <a:srgbClr val="000000"/>
      </a:dk1>
      <a:lt1>
        <a:srgbClr val="FFFFFF"/>
      </a:lt1>
      <a:dk2>
        <a:srgbClr val="44546A"/>
      </a:dk2>
      <a:lt2>
        <a:srgbClr val="E7E6E6"/>
      </a:lt2>
      <a:accent1>
        <a:srgbClr val="003366"/>
      </a:accent1>
      <a:accent2>
        <a:srgbClr val="003366"/>
      </a:accent2>
      <a:accent3>
        <a:srgbClr val="003366"/>
      </a:accent3>
      <a:accent4>
        <a:srgbClr val="003366"/>
      </a:accent4>
      <a:accent5>
        <a:srgbClr val="003366"/>
      </a:accent5>
      <a:accent6>
        <a:srgbClr val="003366"/>
      </a:accent6>
      <a:hlink>
        <a:srgbClr val="003366"/>
      </a:hlink>
      <a:folHlink>
        <a:srgbClr val="003366"/>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9D9D9">
            <a:alpha val="50196"/>
          </a:srgb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灰白简约科技PPT模板">
  <a:themeElements>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fontScheme name="灰白简约科技PPT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灰白简约科技PPT模板 1">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灰白简约科技PPT模板 2">
        <a:dk1>
          <a:srgbClr val="000000"/>
        </a:dk1>
        <a:lt1>
          <a:srgbClr val="FFFFFF"/>
        </a:lt1>
        <a:dk2>
          <a:srgbClr val="26728A"/>
        </a:dk2>
        <a:lt2>
          <a:srgbClr val="DDDDDD"/>
        </a:lt2>
        <a:accent1>
          <a:srgbClr val="9FCAD3"/>
        </a:accent1>
        <a:accent2>
          <a:srgbClr val="9999FF"/>
        </a:accent2>
        <a:accent3>
          <a:srgbClr val="FFFFFF"/>
        </a:accent3>
        <a:accent4>
          <a:srgbClr val="000000"/>
        </a:accent4>
        <a:accent5>
          <a:srgbClr val="CDE1E6"/>
        </a:accent5>
        <a:accent6>
          <a:srgbClr val="8A8AE7"/>
        </a:accent6>
        <a:hlink>
          <a:srgbClr val="71A5DF"/>
        </a:hlink>
        <a:folHlink>
          <a:srgbClr val="F1CA69"/>
        </a:folHlink>
      </a:clrScheme>
      <a:clrMap bg1="lt1" tx1="dk1" bg2="lt2" tx2="dk2" accent1="accent1" accent2="accent2" accent3="accent3" accent4="accent4" accent5="accent5" accent6="accent6" hlink="hlink" folHlink="folHlink"/>
    </a:extraClrScheme>
    <a:extraClrScheme>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灰白简约科技PPT模板">
  <a:themeElements>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fontScheme name="灰白简约科技PPT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灰白简约科技PPT模板 1">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灰白简约科技PPT模板 2">
        <a:dk1>
          <a:srgbClr val="000000"/>
        </a:dk1>
        <a:lt1>
          <a:srgbClr val="FFFFFF"/>
        </a:lt1>
        <a:dk2>
          <a:srgbClr val="26728A"/>
        </a:dk2>
        <a:lt2>
          <a:srgbClr val="DDDDDD"/>
        </a:lt2>
        <a:accent1>
          <a:srgbClr val="9FCAD3"/>
        </a:accent1>
        <a:accent2>
          <a:srgbClr val="9999FF"/>
        </a:accent2>
        <a:accent3>
          <a:srgbClr val="FFFFFF"/>
        </a:accent3>
        <a:accent4>
          <a:srgbClr val="000000"/>
        </a:accent4>
        <a:accent5>
          <a:srgbClr val="CDE1E6"/>
        </a:accent5>
        <a:accent6>
          <a:srgbClr val="8A8AE7"/>
        </a:accent6>
        <a:hlink>
          <a:srgbClr val="71A5DF"/>
        </a:hlink>
        <a:folHlink>
          <a:srgbClr val="F1CA69"/>
        </a:folHlink>
      </a:clrScheme>
      <a:clrMap bg1="lt1" tx1="dk1" bg2="lt2" tx2="dk2" accent1="accent1" accent2="accent2" accent3="accent3" accent4="accent4" accent5="accent5" accent6="accent6" hlink="hlink" folHlink="folHlink"/>
    </a:extraClrScheme>
    <a:extraClrScheme>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灰白简约科技PPT模板">
  <a:themeElements>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fontScheme name="灰白简约科技PPT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灰白简约科技PPT模板 1">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灰白简约科技PPT模板 2">
        <a:dk1>
          <a:srgbClr val="000000"/>
        </a:dk1>
        <a:lt1>
          <a:srgbClr val="FFFFFF"/>
        </a:lt1>
        <a:dk2>
          <a:srgbClr val="26728A"/>
        </a:dk2>
        <a:lt2>
          <a:srgbClr val="DDDDDD"/>
        </a:lt2>
        <a:accent1>
          <a:srgbClr val="9FCAD3"/>
        </a:accent1>
        <a:accent2>
          <a:srgbClr val="9999FF"/>
        </a:accent2>
        <a:accent3>
          <a:srgbClr val="FFFFFF"/>
        </a:accent3>
        <a:accent4>
          <a:srgbClr val="000000"/>
        </a:accent4>
        <a:accent5>
          <a:srgbClr val="CDE1E6"/>
        </a:accent5>
        <a:accent6>
          <a:srgbClr val="8A8AE7"/>
        </a:accent6>
        <a:hlink>
          <a:srgbClr val="71A5DF"/>
        </a:hlink>
        <a:folHlink>
          <a:srgbClr val="F1CA69"/>
        </a:folHlink>
      </a:clrScheme>
      <a:clrMap bg1="lt1" tx1="dk1" bg2="lt2" tx2="dk2" accent1="accent1" accent2="accent2" accent3="accent3" accent4="accent4" accent5="accent5" accent6="accent6" hlink="hlink" folHlink="folHlink"/>
    </a:extraClrScheme>
    <a:extraClrScheme>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5910</Words>
  <Application>WPS 演示</Application>
  <PresentationFormat>自定义</PresentationFormat>
  <Paragraphs>397</Paragraphs>
  <Slides>35</Slides>
  <Notes>4</Notes>
  <HiddenSlides>0</HiddenSlides>
  <MMClips>0</MMClips>
  <ScaleCrop>false</ScaleCrop>
  <HeadingPairs>
    <vt:vector size="8" baseType="variant">
      <vt:variant>
        <vt:lpstr>已用的字体</vt:lpstr>
      </vt:variant>
      <vt:variant>
        <vt:i4>13</vt:i4>
      </vt:variant>
      <vt:variant>
        <vt:lpstr>主题</vt:lpstr>
      </vt:variant>
      <vt:variant>
        <vt:i4>4</vt:i4>
      </vt:variant>
      <vt:variant>
        <vt:lpstr>嵌入 OLE 服务器</vt:lpstr>
      </vt:variant>
      <vt:variant>
        <vt:i4>0</vt:i4>
      </vt:variant>
      <vt:variant>
        <vt:lpstr>幻灯片标题</vt:lpstr>
      </vt:variant>
      <vt:variant>
        <vt:i4>35</vt:i4>
      </vt:variant>
    </vt:vector>
  </HeadingPairs>
  <TitlesOfParts>
    <vt:vector size="52" baseType="lpstr">
      <vt:lpstr>Arial</vt:lpstr>
      <vt:lpstr>宋体</vt:lpstr>
      <vt:lpstr>Wingdings</vt:lpstr>
      <vt:lpstr>Calibri</vt:lpstr>
      <vt:lpstr>Agency FB</vt:lpstr>
      <vt:lpstr>方正正黑简体</vt:lpstr>
      <vt:lpstr>黑体</vt:lpstr>
      <vt:lpstr>Arial</vt:lpstr>
      <vt:lpstr>楷体_GB2312</vt:lpstr>
      <vt:lpstr>新宋体</vt:lpstr>
      <vt:lpstr>微软雅黑</vt:lpstr>
      <vt:lpstr>Arial Unicode MS</vt:lpstr>
      <vt:lpstr>Times New Roman</vt:lpstr>
      <vt:lpstr>自定义设计方案</vt:lpstr>
      <vt:lpstr>灰白简约科技PPT模板</vt:lpstr>
      <vt:lpstr>1_灰白简约科技PPT模板</vt:lpstr>
      <vt:lpstr>2_灰白简约科技PPT模板</vt:lpstr>
      <vt:lpstr>PowerPoint 演示文稿</vt:lpstr>
      <vt:lpstr>PowerPoint 演示文稿</vt:lpstr>
      <vt:lpstr>PowerPoint 演示文稿</vt:lpstr>
      <vt:lpstr>PowerPoint 演示文稿</vt:lpstr>
      <vt:lpstr>JSP2.0表达式语言（EL）</vt:lpstr>
      <vt:lpstr>JSP2.0表达式语言（EL）</vt:lpstr>
      <vt:lpstr>授课任务</vt:lpstr>
      <vt:lpstr>JSP2.0表达式语言（EL）</vt:lpstr>
      <vt:lpstr> JSP2.0表达式语言（EL）</vt:lpstr>
      <vt:lpstr> JSP2.0表达式语言（EL）</vt:lpstr>
      <vt:lpstr>JSP2.0表达式语言（EL）</vt:lpstr>
      <vt:lpstr>JSP2.0表达式语言（EL）</vt:lpstr>
      <vt:lpstr> JSP2.0表达式语言（EL）</vt:lpstr>
      <vt:lpstr>JSP2.0表达式语言（EL）</vt:lpstr>
      <vt:lpstr>JSP2.0表达式语言（EL）</vt:lpstr>
      <vt:lpstr> JSP2.0表达式语言（EL）</vt:lpstr>
      <vt:lpstr>JSP2.0表达式语言（EL）</vt:lpstr>
      <vt:lpstr>JSP2.0表达式语言（EL）</vt:lpstr>
      <vt:lpstr>PowerPoint 演示文稿</vt:lpstr>
      <vt:lpstr>JSP标准标签库（JSTL）</vt:lpstr>
      <vt:lpstr>JSP标准标签库（JSTL）</vt:lpstr>
      <vt:lpstr>授课任务</vt:lpstr>
      <vt:lpstr> JSP标准标签库（JSTL） </vt:lpstr>
      <vt:lpstr>JSP标准标签库（JSTL）</vt:lpstr>
      <vt:lpstr>JSP标准标签库（JSTL） </vt:lpstr>
      <vt:lpstr> JSP标准标签库（JSTL）</vt:lpstr>
      <vt:lpstr> JSP标准标签库（JSTL）</vt:lpstr>
      <vt:lpstr>典型模块应用 </vt:lpstr>
      <vt:lpstr>典型模块应用 </vt:lpstr>
      <vt:lpstr>本章小结 </vt:lpstr>
      <vt:lpstr>实战演练 </vt:lpstr>
      <vt:lpstr>实战演练 </vt:lpstr>
      <vt:lpstr>实战演练</vt:lpstr>
      <vt:lpstr>实战演练</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bt026.pptx</dc:title>
  <dc:creator/>
  <cp:lastModifiedBy>fx</cp:lastModifiedBy>
  <cp:revision>72</cp:revision>
  <dcterms:created xsi:type="dcterms:W3CDTF">2016-09-20T02:06:00Z</dcterms:created>
  <dcterms:modified xsi:type="dcterms:W3CDTF">2026-07-21T11:23:28Z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0AA9C89D1B764152842F0D69CC9A71D7</vt:lpwstr>
  </property>
</Properties>
</file>