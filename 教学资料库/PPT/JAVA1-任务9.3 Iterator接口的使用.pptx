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69" r:id="rId9"/>
    <p:sldId id="472" r:id="rId10"/>
    <p:sldId id="473" r:id="rId11"/>
    <p:sldId id="407" r:id="rId12"/>
    <p:sldId id="456" r:id="rId13"/>
    <p:sldId id="474" r:id="rId14"/>
    <p:sldId id="458" r:id="rId15"/>
    <p:sldId id="475" r:id="rId16"/>
    <p:sldId id="476" r:id="rId17"/>
    <p:sldId id="477" r:id="rId18"/>
    <p:sldId id="347" r:id="rId19"/>
  </p:sldIdLst>
  <p:sldSz cx="1219835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34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ArrayList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集合，向该集合中添加字符串，利用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Iterator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接口遍历集合中的字符串。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：删除子任务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中集合的某一个字符串。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集合的遍历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605588" y="411130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Iterator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602413" y="465232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Iterator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对象遍历集合机制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3" grpId="0" bldLvl="0" autoUpdateAnimBg="0"/>
      <p:bldP spid="3" grpId="1"/>
      <p:bldP spid="5" grpId="0" bldLvl="0" autoUpdateAnimBg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集合的遍历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2047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在实际开发中，经常需要按照某种次序对集合中的每个元素进行访问，并且仅访问一次，这种对集合的访问也称为集合的遍历。针对这种需求，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JDK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提供了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Iteratc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foreach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循环。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Iterator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605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Iterator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Java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集合框架中的一员，但它与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Collection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接口有所不同，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Collection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接口主要用于存储元素，而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Iterator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主要用于迭代访问（遍历）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Collection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中的元素，通常情况下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Iterator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对象也被称为迭代器。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0247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Iterator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对象遍历集合机制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605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Iterator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对象在遍历集合时，内部采用指针的方式来跟踪集合中的元素。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Iterator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集合中的元素的过程如图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9-5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所示，在调用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Iterator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next( 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方法之前，不指向任何元素；第一次调用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Iterator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next( 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方法时，当第二次调用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next( 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方法时，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Iterator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的指针会指向第二个元素并将该元素返回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;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以此类推，直到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hasNext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方法返回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false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，表示已经遍历完集合中所有的元素，终止对元素的遍历。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0247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Iterator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对象遍历集合机制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605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44" name="图片 144"/>
          <p:cNvPicPr>
            <a:picLocks noChangeAspect="1"/>
          </p:cNvPicPr>
          <p:nvPr/>
        </p:nvPicPr>
        <p:blipFill>
          <a:blip r:embed="rId3">
            <a:clrChange>
              <a:clrFrom>
                <a:srgbClr val="F6F8FA">
                  <a:alpha val="100000"/>
                </a:srgbClr>
              </a:clrFrom>
              <a:clrTo>
                <a:srgbClr val="F6F8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30525" y="2348865"/>
            <a:ext cx="6084570" cy="2759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90570" y="530098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图</a:t>
            </a:r>
            <a:r>
              <a:rPr lang="en-US" altLang="zh-CN"/>
              <a:t>9-5 </a:t>
            </a:r>
            <a:r>
              <a:rPr lang="zh-CN" altLang="en-US"/>
              <a:t>迭代器迭代遍历集合中的元素过程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ArrayList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集合，向该集合中添加字符串，利用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Iterator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接口遍历集合中的字符串。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：删除子任务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中集合的某一个字符串。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Iterator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9-3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               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9-3  Example03.java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94535" y="278066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1import java.util.*;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2public class Example03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 public static void main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String[] args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   ArrayList list = new ArrayList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创建</a:t>
            </a:r>
            <a:r>
              <a:rPr lang="en-US" altLang="zh-CN" sz="2400">
                <a:latin typeface="Times New Roman" panose="02020603050405020304"/>
              </a:rPr>
              <a:t>ArrayList</a:t>
            </a:r>
            <a:r>
              <a:rPr lang="zh-CN" altLang="en-US" sz="2400">
                <a:latin typeface="Times New Roman" panose="02020603050405020304"/>
              </a:rPr>
              <a:t>集合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张磊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向该集合中添加字符串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李智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王芳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赵光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Iterator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9-3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               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9-3  Example03.java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22780" y="306895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   Iterator it = list.iterator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获取</a:t>
            </a:r>
            <a:r>
              <a:rPr lang="en-US" altLang="zh-CN" sz="2400">
                <a:latin typeface="Times New Roman" panose="02020603050405020304"/>
              </a:rPr>
              <a:t>Iterator</a:t>
            </a:r>
            <a:r>
              <a:rPr lang="zh-CN" altLang="en-US" sz="2400">
                <a:latin typeface="Times New Roman" panose="02020603050405020304"/>
              </a:rPr>
              <a:t>对象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10  while 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it.hasNext</a:t>
            </a:r>
            <a:r>
              <a:rPr lang="zh-CN" altLang="en-US" sz="2400">
                <a:latin typeface="Times New Roman" panose="02020603050405020304"/>
              </a:rPr>
              <a:t>（））</a:t>
            </a:r>
            <a:r>
              <a:rPr lang="en-US" altLang="zh-CN" sz="2400">
                <a:latin typeface="Times New Roman" panose="02020603050405020304"/>
              </a:rPr>
              <a:t> { // </a:t>
            </a:r>
            <a:r>
              <a:rPr lang="zh-CN" altLang="en-US" sz="2400">
                <a:latin typeface="Times New Roman" panose="02020603050405020304"/>
              </a:rPr>
              <a:t>判断</a:t>
            </a:r>
            <a:r>
              <a:rPr lang="en-US" altLang="zh-CN" sz="2400">
                <a:latin typeface="Times New Roman" panose="02020603050405020304"/>
              </a:rPr>
              <a:t>ArrayList</a:t>
            </a:r>
            <a:r>
              <a:rPr lang="zh-CN" altLang="en-US" sz="2400">
                <a:latin typeface="Times New Roman" panose="02020603050405020304"/>
              </a:rPr>
              <a:t>集合中是否存在下一个元素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11  Object obj = it.next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取出</a:t>
            </a:r>
            <a:r>
              <a:rPr lang="en-US" altLang="zh-CN" sz="2400">
                <a:latin typeface="Times New Roman" panose="02020603050405020304"/>
              </a:rPr>
              <a:t>ArrayList</a:t>
            </a:r>
            <a:r>
              <a:rPr lang="zh-CN" altLang="en-US" sz="2400">
                <a:latin typeface="Times New Roman" panose="02020603050405020304"/>
              </a:rPr>
              <a:t>集合中的元素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12  System.out.println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obj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13 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14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15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9-3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的运行结果如图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9-6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02915" y="494093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9-6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9-3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5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2708910"/>
            <a:ext cx="2704465" cy="19513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Iterator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                      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9-4  Example04.java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22780" y="299656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1import java.util.*;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2public class Example03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 public static void main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String[] args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   ArrayList list = new ArrayList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创建</a:t>
            </a:r>
            <a:r>
              <a:rPr lang="en-US" altLang="zh-CN" sz="2400">
                <a:latin typeface="Times New Roman" panose="02020603050405020304"/>
              </a:rPr>
              <a:t>ArrayList</a:t>
            </a:r>
            <a:r>
              <a:rPr lang="zh-CN" altLang="en-US" sz="2400">
                <a:latin typeface="Times New Roman" panose="02020603050405020304"/>
              </a:rPr>
              <a:t>集合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张磊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向该集合中添加字符串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李智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王芳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赵光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   Iterator it = list.iterator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获取</a:t>
            </a:r>
            <a:r>
              <a:rPr lang="en-US" altLang="zh-CN" sz="2400">
                <a:latin typeface="Times New Roman" panose="02020603050405020304"/>
              </a:rPr>
              <a:t>Iterator</a:t>
            </a:r>
            <a:r>
              <a:rPr lang="zh-CN" altLang="en-US" sz="2400">
                <a:latin typeface="Times New Roman" panose="02020603050405020304"/>
              </a:rPr>
              <a:t>对象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Iterator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                      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9-4  Example04.java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22780" y="314071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10  while 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it.hasNext</a:t>
            </a:r>
            <a:r>
              <a:rPr lang="zh-CN" altLang="en-US" sz="2400">
                <a:latin typeface="Times New Roman" panose="02020603050405020304"/>
                <a:sym typeface="+mn-ea"/>
              </a:rPr>
              <a:t>（））</a:t>
            </a:r>
            <a:r>
              <a:rPr lang="en-US" altLang="zh-CN" sz="2400">
                <a:latin typeface="Times New Roman" panose="02020603050405020304"/>
                <a:sym typeface="+mn-ea"/>
              </a:rPr>
              <a:t> { // </a:t>
            </a:r>
            <a:r>
              <a:rPr lang="zh-CN" altLang="en-US" sz="2400">
                <a:latin typeface="Times New Roman" panose="02020603050405020304"/>
                <a:sym typeface="+mn-ea"/>
              </a:rPr>
              <a:t>判断</a:t>
            </a:r>
            <a:r>
              <a:rPr lang="en-US" altLang="zh-CN" sz="2400">
                <a:latin typeface="Times New Roman" panose="02020603050405020304"/>
                <a:sym typeface="+mn-ea"/>
              </a:rPr>
              <a:t>ArrayList</a:t>
            </a:r>
            <a:r>
              <a:rPr lang="zh-CN" altLang="en-US" sz="2400">
                <a:latin typeface="Times New Roman" panose="02020603050405020304"/>
                <a:sym typeface="+mn-ea"/>
              </a:rPr>
              <a:t>集合中是否存在下一个元素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11  Object obj = it.next</a:t>
            </a:r>
            <a:r>
              <a:rPr lang="zh-CN" altLang="en-US" sz="2400">
                <a:latin typeface="Times New Roman" panose="02020603050405020304"/>
                <a:sym typeface="+mn-ea"/>
              </a:rPr>
              <a:t>（）</a:t>
            </a:r>
            <a:r>
              <a:rPr lang="en-US" altLang="zh-CN" sz="2400">
                <a:latin typeface="Times New Roman" panose="02020603050405020304"/>
                <a:sym typeface="+mn-ea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12  if 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"</a:t>
            </a:r>
            <a:r>
              <a:rPr lang="zh-CN" altLang="en-US" sz="2400">
                <a:latin typeface="Times New Roman" panose="02020603050405020304"/>
                <a:sym typeface="+mn-ea"/>
              </a:rPr>
              <a:t>李智</a:t>
            </a:r>
            <a:r>
              <a:rPr lang="en-US" altLang="zh-CN" sz="2400">
                <a:latin typeface="Times New Roman" panose="02020603050405020304"/>
                <a:sym typeface="+mn-ea"/>
              </a:rPr>
              <a:t>".equals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obj</a:t>
            </a:r>
            <a:r>
              <a:rPr lang="zh-CN" altLang="en-US" sz="2400">
                <a:latin typeface="Times New Roman" panose="02020603050405020304"/>
                <a:sym typeface="+mn-ea"/>
              </a:rPr>
              <a:t>））</a:t>
            </a:r>
            <a:r>
              <a:rPr lang="en-US" altLang="zh-CN" sz="2400">
                <a:latin typeface="Times New Roman" panose="02020603050405020304"/>
                <a:sym typeface="+mn-ea"/>
              </a:rPr>
              <a:t> {  // </a:t>
            </a:r>
            <a:r>
              <a:rPr lang="zh-CN" altLang="en-US" sz="2400">
                <a:latin typeface="Times New Roman" panose="02020603050405020304"/>
                <a:sym typeface="+mn-ea"/>
              </a:rPr>
              <a:t>判断该集合中的元素是否为李智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13     list.remove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obj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  // </a:t>
            </a:r>
            <a:r>
              <a:rPr lang="zh-CN" altLang="en-US" sz="2400">
                <a:latin typeface="Times New Roman" panose="02020603050405020304"/>
                <a:sym typeface="+mn-ea"/>
              </a:rPr>
              <a:t>删除该集合中的元素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14 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15 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16    System.out.println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list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17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18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30525" y="454215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9-7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9-4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260" y="3068955"/>
            <a:ext cx="7914640" cy="1028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2311</Words>
  <Application>WPS 演示</Application>
  <PresentationFormat>自定义</PresentationFormat>
  <Paragraphs>206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538</cp:revision>
  <dcterms:created xsi:type="dcterms:W3CDTF">2015-03-26T06:11:00Z</dcterms:created>
  <dcterms:modified xsi:type="dcterms:W3CDTF">2025-07-12T01:09:00Z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4DFF617D77EC4A558A9AB888388C6FAD_13</vt:lpwstr>
  </property>
</Properties>
</file>