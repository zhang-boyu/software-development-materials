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408" r:id="rId9"/>
    <p:sldId id="409" r:id="rId10"/>
    <p:sldId id="411" r:id="rId11"/>
    <p:sldId id="412" r:id="rId12"/>
    <p:sldId id="413" r:id="rId13"/>
    <p:sldId id="414" r:id="rId14"/>
    <p:sldId id="415" r:id="rId15"/>
    <p:sldId id="416" r:id="rId16"/>
    <p:sldId id="417" r:id="rId17"/>
    <p:sldId id="418" r:id="rId18"/>
    <p:sldId id="419" r:id="rId19"/>
    <p:sldId id="420" r:id="rId20"/>
    <p:sldId id="421" r:id="rId21"/>
    <p:sldId id="422" r:id="rId22"/>
    <p:sldId id="344" r:id="rId23"/>
    <p:sldId id="341" r:id="rId24"/>
    <p:sldId id="368" r:id="rId25"/>
    <p:sldId id="423" r:id="rId26"/>
    <p:sldId id="424" r:id="rId27"/>
    <p:sldId id="425" r:id="rId28"/>
    <p:sldId id="426" r:id="rId29"/>
    <p:sldId id="427" r:id="rId30"/>
    <p:sldId id="428" r:id="rId31"/>
    <p:sldId id="347" r:id="rId32"/>
  </p:sldIdLst>
  <p:sldSz cx="12198350" cy="6858000"/>
  <p:notesSz cx="6858000" cy="9144000"/>
  <p:custDataLst>
    <p:tags r:id="rId3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60"/>
        <p:guide pos="3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66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7425" y="3645535"/>
            <a:ext cx="6949440" cy="2584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子任务1：定义byte类型的变量num为int类型的i赋值。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子任务2：定义int类型的变量num为byte类型的b赋值。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子任务3：定义byte类型的变量和int类型的变量，计算两个变量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的和，并将和的值赋值给byte类型的变量。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子任务4：定义byte类型的变量和byte类型的变量，计算两个变量的和，并将和的值赋值给byte类型的变量。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自动类型转换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强制类型转换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6605588" y="432530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表达式类型的自动提升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9" name="矩形 6"/>
          <p:cNvSpPr>
            <a:spLocks noChangeArrowheads="1"/>
          </p:cNvSpPr>
          <p:nvPr/>
        </p:nvSpPr>
        <p:spPr bwMode="auto">
          <a:xfrm>
            <a:off x="6605588" y="468534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6"/>
          <p:cNvSpPr>
            <a:spLocks noChangeArrowheads="1"/>
          </p:cNvSpPr>
          <p:nvPr/>
        </p:nvSpPr>
        <p:spPr bwMode="auto">
          <a:xfrm>
            <a:off x="6603048" y="5048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0" dur="10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6" grpId="0" bldLvl="0" autoUpdateAnimBg="0"/>
      <p:bldP spid="5138" grpId="0" bldLvl="0" autoUpdateAnimBg="0"/>
      <p:bldP spid="5139" grpId="0" bldLvl="0" autoUpdateAnimBg="0"/>
      <p:bldP spid="3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自动类型转换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996315" y="2357755"/>
            <a:ext cx="10404475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自动类型转换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也叫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隐式类型转换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，指的是两种数据类型在转换的过程中不需要显式地进行声明，由编译器自动完成。自动类型转换必须同时满足以下两个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两种数据类型彼此兼容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目标类型的取值范围大于源类型的取值范围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3635" y="4312285"/>
            <a:ext cx="101790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赋值，由于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类型的取值范围大于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类型的取值范围，编译器在赋值过程中不会造成数据丢失，所以编译器能够自动完成这种转换，在编译时不报告任何错误。</a:t>
            </a:r>
            <a:endParaRPr lang="zh-CN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Chevron 3"/>
          <p:cNvSpPr/>
          <p:nvPr>
            <p:custDataLst>
              <p:tags r:id="rId1"/>
            </p:custDataLst>
          </p:nvPr>
        </p:nvSpPr>
        <p:spPr>
          <a:xfrm>
            <a:off x="1116965" y="1369695"/>
            <a:ext cx="2714625" cy="741380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42888" y="150965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自动类型转换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举例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27300" y="2723515"/>
            <a:ext cx="6141720" cy="141160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524250" y="2941320"/>
            <a:ext cx="4621530" cy="922020"/>
          </a:xfrm>
          <a:prstGeom prst="rect">
            <a:avLst/>
          </a:prstGeom>
        </p:spPr>
        <p:txBody>
          <a:bodyPr wrap="square">
            <a:spAutoFit/>
          </a:bodyPr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byte b = 3;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 = b; 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03930" y="1342390"/>
            <a:ext cx="77654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很多类型之间可以进行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自动类型转换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。下面列出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种可以进行自动类型转换的情况，具体如下。</a:t>
            </a:r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8045" y="2626360"/>
            <a:ext cx="1040066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整数类型之间可以实现转换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类型的数据可以赋值给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short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类型的变量；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short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char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类型的数据可以赋值给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类型的变量；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类型的数据可以赋值给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类型的变量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整数类型转换为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float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char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short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类型的数据可以赋值给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float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类型的变量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其他类型转换为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double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char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short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float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类型的数据可以赋值给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double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类型的变量。</a:t>
            </a:r>
            <a:endParaRPr lang="zh-CN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Chevron 3"/>
          <p:cNvSpPr/>
          <p:nvPr>
            <p:custDataLst>
              <p:tags r:id="rId1"/>
            </p:custDataLst>
          </p:nvPr>
        </p:nvSpPr>
        <p:spPr>
          <a:xfrm>
            <a:off x="1064895" y="1510665"/>
            <a:ext cx="2439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07328" y="165062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自动类型转换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强制类型转换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1343206" y="2277794"/>
            <a:ext cx="8698891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类型转换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也叫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显式类型转换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，指的是两种数据类型之间的转换需要进行显式地声明。当两种类型彼此不兼容，或者目标类型取值范围小于源类型时，自动类型转换无法进行，这时就需要进行强制类型转换。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强制类型转换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30705" y="2131695"/>
            <a:ext cx="81292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在学习强制类型转换之前，先来看个例子，在本例中，使用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类型的变量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赋值，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具体代码如下所示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060" y="3514725"/>
            <a:ext cx="6868795" cy="22796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143206" y="3571344"/>
            <a:ext cx="6092825" cy="2223135"/>
          </a:xfrm>
          <a:prstGeom prst="rect">
            <a:avLst/>
          </a:prstGeom>
        </p:spPr>
        <p:txBody>
          <a:bodyPr>
            <a:spAutoFit/>
          </a:bodyPr>
          <a:p>
            <a:pPr lvl="0" fontAlgn="auto">
              <a:lnSpc>
                <a:spcPct val="11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Example01 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fontAlgn="auto">
              <a:lnSpc>
                <a:spcPct val="11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public static void main(String[] args) 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fontAlgn="auto">
              <a:lnSpc>
                <a:spcPct val="11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int num = 4;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fontAlgn="auto">
              <a:lnSpc>
                <a:spcPct val="11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byte b = num;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fontAlgn="auto">
              <a:lnSpc>
                <a:spcPct val="11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System.out.println(b);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fontAlgn="auto">
              <a:lnSpc>
                <a:spcPct val="11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fontAlgn="auto">
              <a:lnSpc>
                <a:spcPct val="11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强制类型转换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71625" y="232600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31315" y="3355340"/>
            <a:ext cx="9384030" cy="21189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强制类型转换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143635" y="2190115"/>
            <a:ext cx="2811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4313" y="233007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64945" y="3552825"/>
            <a:ext cx="92595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由上图可知，程序提示数据类型不兼容，不能将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类型转换成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类型，原因是将一个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类型的值赋给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时，由于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类型的取值范围大于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类型的取值范围，这样的赋值会导致数值溢出，也就是说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字节的变量无法存储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字节的整数值。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163320" y="3164840"/>
            <a:ext cx="9864090" cy="26822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316484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93"/>
          <p:cNvSpPr/>
          <p:nvPr/>
        </p:nvSpPr>
        <p:spPr>
          <a:xfrm rot="10800000">
            <a:off x="10643235" y="536067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强制类型转换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Chevron 3"/>
          <p:cNvSpPr/>
          <p:nvPr>
            <p:custDataLst>
              <p:tags r:id="rId3"/>
            </p:custDataLst>
          </p:nvPr>
        </p:nvSpPr>
        <p:spPr>
          <a:xfrm>
            <a:off x="982345" y="2168525"/>
            <a:ext cx="33274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53023" y="230848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使用强制转换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43635" y="2974975"/>
            <a:ext cx="102692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上述情况，就需要进行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强制类型转换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，即强制将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类型的值赋值给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类型的变量。强制类型转换格式如下：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96590" y="4076700"/>
            <a:ext cx="5247640" cy="6273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目标类型  变量 = （目标类型）值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252855" y="4846955"/>
            <a:ext cx="598805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上述案例一中的</a:t>
            </a:r>
            <a:r>
              <a:rPr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第4行代码修改为下面的代码。</a:t>
            </a:r>
            <a:endParaRPr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196590" y="5529580"/>
            <a:ext cx="5247640" cy="6273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byte b = (byte) num;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05346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强制类型转换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982345" y="1953260"/>
            <a:ext cx="29946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81268" y="209321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77005" y="2016125"/>
            <a:ext cx="6278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988" y="2923540"/>
            <a:ext cx="6801506" cy="216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1143635" y="5104765"/>
            <a:ext cx="10088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注意：在对变量进行强制类型转换时，如果将取值范围较大的数据类型强制转换为取值范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围较小的数据类型，如将一个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类型的数转为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byte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类型，极容易造成数据精度的丢失。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05346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强制类型转换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630" y="2950845"/>
            <a:ext cx="8340090" cy="306324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495206" y="3018388"/>
            <a:ext cx="7502102" cy="2832100"/>
          </a:xfrm>
          <a:prstGeom prst="rect">
            <a:avLst/>
          </a:prstGeom>
        </p:spPr>
        <p:txBody>
          <a:bodyPr wrap="square">
            <a:spAutoFit/>
          </a:bodyPr>
          <a:p>
            <a:pPr lvl="0" indent="0" fontAlgn="auto">
              <a:lnSpc>
                <a:spcPct val="110000"/>
              </a:lnSpc>
              <a:buFont typeface="+mj-lt"/>
              <a:buNone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Example02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 fontAlgn="auto">
              <a:lnSpc>
                <a:spcPct val="110000"/>
              </a:lnSpc>
              <a:buFont typeface="+mj-lt"/>
              <a:buNone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public static void main(String[] args)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 fontAlgn="auto">
              <a:lnSpc>
                <a:spcPct val="110000"/>
              </a:lnSpc>
              <a:buFont typeface="+mj-lt"/>
              <a:buNone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byte a;                // 定义byte类型的变量a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 fontAlgn="auto">
              <a:lnSpc>
                <a:spcPct val="110000"/>
              </a:lnSpc>
              <a:buFont typeface="+mj-lt"/>
              <a:buNone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int b = 298;          // 定义int类型的变量b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 fontAlgn="auto">
              <a:lnSpc>
                <a:spcPct val="110000"/>
              </a:lnSpc>
              <a:buFont typeface="+mj-lt"/>
              <a:buNone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a = (byte) b;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 fontAlgn="auto">
              <a:lnSpc>
                <a:spcPct val="110000"/>
              </a:lnSpc>
              <a:buFont typeface="+mj-lt"/>
              <a:buNone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System.out.println("b=" + b);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 fontAlgn="auto">
              <a:lnSpc>
                <a:spcPct val="110000"/>
              </a:lnSpc>
              <a:buFont typeface="+mj-lt"/>
              <a:buNone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System.out.println("a=" + a);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 fontAlgn="auto">
              <a:lnSpc>
                <a:spcPct val="110000"/>
              </a:lnSpc>
              <a:buFont typeface="+mj-lt"/>
              <a:buNone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 fontAlgn="auto">
              <a:lnSpc>
                <a:spcPct val="110000"/>
              </a:lnSpc>
              <a:buFont typeface="+mj-lt"/>
              <a:buNone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76350" y="1788795"/>
            <a:ext cx="90563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下面通过一个案例演示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数据精度丢失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的情况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具体代码如下所示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05346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强制类型转换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982345" y="195326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53023" y="209321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09010" y="203898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185" y="3228975"/>
            <a:ext cx="6689716" cy="212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05346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强制类型转换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Chevron 3"/>
          <p:cNvSpPr/>
          <p:nvPr>
            <p:custDataLst>
              <p:tags r:id="rId3"/>
            </p:custDataLst>
          </p:nvPr>
        </p:nvSpPr>
        <p:spPr>
          <a:xfrm>
            <a:off x="1143635" y="1687830"/>
            <a:ext cx="2811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14313" y="1827789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案例二运行结果分析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64945" y="3194050"/>
            <a:ext cx="92595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本身的值为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298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，然而在赋值给变量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。出现这种现象的原因是，变量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类型，在内存中占用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个字节；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类型的数据在内存中占用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个字节，当将变量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的类型强转为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类型后，前面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个高位字节的数据丢失，数值发生改变。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1163320" y="2877820"/>
            <a:ext cx="9864090" cy="238887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矩形 93"/>
          <p:cNvSpPr/>
          <p:nvPr/>
        </p:nvSpPr>
        <p:spPr>
          <a:xfrm>
            <a:off x="1163320" y="287782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 93"/>
          <p:cNvSpPr/>
          <p:nvPr/>
        </p:nvSpPr>
        <p:spPr>
          <a:xfrm rot="10800000">
            <a:off x="10643235" y="478028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05346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强制类型转换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982345" y="1881505"/>
            <a:ext cx="395605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81268" y="2021464"/>
            <a:ext cx="35744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int类型转换为byte类型的过程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06365" y="1944370"/>
            <a:ext cx="509841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int类型转换为byte类型的过程如下图所示。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8" name="对象 -2147482617"/>
          <p:cNvGraphicFramePr>
            <a:graphicFrameLocks noChangeAspect="1"/>
          </p:cNvGraphicFramePr>
          <p:nvPr/>
        </p:nvGraphicFramePr>
        <p:xfrm>
          <a:off x="3720465" y="3193098"/>
          <a:ext cx="4749115" cy="20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4" imgW="4361180" imgH="1889125" progId="Visio.Drawing.11">
                  <p:embed/>
                </p:oleObj>
              </mc:Choice>
              <mc:Fallback>
                <p:oleObj name="" r:id="rId4" imgW="4361180" imgH="188912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20465" y="3193098"/>
                        <a:ext cx="4749115" cy="205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表达式类型自动提升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6215" y="2691765"/>
            <a:ext cx="92583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由变量和运算符组成的一个算式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。变量在表达式中进行运算时，可能发生自动类型转换，这就是表达式数据类型的自动提升。例如，一个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类型的变量在运算期间类型会自动提升为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表达式类型自动提升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6215" y="2691765"/>
            <a:ext cx="92583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由变量和运算符组成的一个算式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。变量在表达式中进行运算时，可能发生自动类型转换，这就是表达式数据类型的自动提升。例如，一个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类型的变量在运算期间类型会自动提升为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7425" y="3645535"/>
            <a:ext cx="6949440" cy="2584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子任务1：定义byte类型的变量num为int类型的i赋值。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子任务2：定义int类型的变量num为byte类型的b赋值。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子任务3：定义byte类型的变量和int类型的变量，计算两个变量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的和，并将和的值赋值给byte类型的变量。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子任务4：定义byte类型的变量和byte类型的变量，计算两个变量的和，并将和的值赋值给byte类型的变量。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1-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690495"/>
            <a:ext cx="964755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 public class Example05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 	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		byte num = 4;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	int i =num;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	System.out.println("i="+i);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运行结果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31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885" y="2923540"/>
            <a:ext cx="4728845" cy="1395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690495"/>
            <a:ext cx="964755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 public class Example06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	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		int num = 4;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	byte b =(byte) num;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	System.out.println("b="+b);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运行结果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32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845" y="3053080"/>
            <a:ext cx="4567555" cy="1307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690495"/>
            <a:ext cx="964755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 public class Example07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	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	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byte b1 = 3;           // 定义一个byte类型的变量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int i = 4;           // 定义一个int类型的变量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byte b2 = (byte)(b1 + i);// 两个变量相加，赋值给一个byte类型变量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System.out.println("b2=" + b2);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	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8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运行结果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33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195" y="3009900"/>
            <a:ext cx="4316730" cy="1366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690495"/>
            <a:ext cx="991933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 public class Example08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	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	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byte b1 = 3;           // 定义一个byte类型的变量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byte b2 = 4;          // 定义一个byte类型的变量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byte b3 =(byte) (b1 + b2);// 两个byte类型变量相加，赋值给一个byte类型变量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</a:t>
            </a:r>
            <a:r>
              <a:rPr 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</a:t>
            </a:r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System.out.println("b3=" + b3);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	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8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运行结果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34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275" y="3024505"/>
            <a:ext cx="4841240" cy="14751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PLACING_PICTURE_USER_VIEWPORT" val="{&quot;height&quot;:2190,&quot;width&quot;:10324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UNIT_PLACING_PICTURE_USER_VIEWPORT" val="{&quot;height&quot;:2100,&quot;width&quot;:9300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14.6,&quot;left&quot;:77.35,&quot;top&quot;:114.25,&quot;width&quot;:262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6.xml><?xml version="1.0" encoding="utf-8"?>
<p:tagLst xmlns:p="http://schemas.openxmlformats.org/presentationml/2006/main">
  <p:tag name="COMMONDATA" val="eyJoZGlkIjoiZjNjMmJiYWQ1NjYxMzU5Y2Q4YWViZjliZTZhYjA5ODEifQ=="/>
  <p:tag name="commondata" val="eyJoZGlkIjoiMDNkY2NkMDM0NDA1YWViZGM2YTRhMjRjYmMxZWU1ODg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3432</Words>
  <Application>WPS 演示</Application>
  <PresentationFormat>自定义</PresentationFormat>
  <Paragraphs>328</Paragraphs>
  <Slides>29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53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Bahnschrift</vt:lpstr>
      <vt:lpstr>element</vt:lpstr>
      <vt:lpstr>pt_font.6.13</vt:lpstr>
      <vt:lpstr>pt_font.7.10</vt:lpstr>
      <vt:lpstr>pt_font.8.27</vt:lpstr>
      <vt:lpstr>Segoe UI Semibold</vt:lpstr>
      <vt:lpstr>Tahoma</vt:lpstr>
      <vt:lpstr>Times New Roman</vt:lpstr>
      <vt:lpstr>Office 主题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505</cp:revision>
  <dcterms:created xsi:type="dcterms:W3CDTF">2015-03-26T06:11:00Z</dcterms:created>
  <dcterms:modified xsi:type="dcterms:W3CDTF">2024-10-16T07:32:29Z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2C9C8F8E6E7242CEA097916E7497CCF9_13</vt:lpwstr>
  </property>
</Properties>
</file>