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96" r:id="rId9"/>
    <p:sldId id="407" r:id="rId10"/>
    <p:sldId id="456" r:id="rId11"/>
    <p:sldId id="458" r:id="rId12"/>
    <p:sldId id="476" r:id="rId13"/>
    <p:sldId id="508" r:id="rId14"/>
    <p:sldId id="477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25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8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53890" y="3500755"/>
            <a:ext cx="739838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LocalTime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类中的方法获取当前时间，包含毫秒数。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LocalDataTime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类中方法获取系统当前年月日时分秒。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LocalTime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6605588" y="400399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LocalDataTime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LocalTime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277110"/>
            <a:ext cx="10284460" cy="1949450"/>
          </a:xfrm>
          <a:prstGeom prst="rect">
            <a:avLst/>
          </a:prstGeom>
        </p:spPr>
        <p:txBody>
          <a:bodyPr>
            <a:no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LocalTime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类用来表示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，通常表示的是小时分钟秒。与LocalDate类一样，LocalTime类不能代表时间线上的即时信息，只是时间的描述。LocalTime类中提供了获取时间对象的方法，与LocalDate类用法类似。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此外，LocalTime类也提供了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时间格式化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增减时分秒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等常用方法，这些方法与LocalDate类的方法用法相同，这里不再详细列举。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1252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LocalDataTime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04902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1990090"/>
            <a:ext cx="10284460" cy="454215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LocalDateTime类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LocalDate类与LocalTime类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综合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，它既包含日期也包含时间，查看Java API可以知道，LocalDateTime类包含了LocalDate类与LocalTime类的所有方法。</a:t>
            </a:r>
            <a:endParaRPr sz="24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LocalDateTime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类表示不带时区的日期和时间，默认的日期时间格式是年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月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日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: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分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: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秒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纳秒，这与日常使用的日期时间格式不太符合，所以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LocalDateTime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类通常和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DataTimeFormatter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类一起使用，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DataTimeFormatter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类用于指定日期时间格式。</a:t>
            </a: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LocalDateTime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类还额外提供了日期时间的转换方法。</a:t>
            </a:r>
            <a:endParaRPr lang="zh-CN" altLang="en-US" sz="24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572510"/>
            <a:ext cx="756983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LocalTime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类中的方法获取当前时间，包含毫秒数。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LocalDataTime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类中方法获取系统当前年月日时分秒。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1377950"/>
            <a:ext cx="10271125" cy="570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704340"/>
            <a:ext cx="964755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java.time.LocalTime;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java.time.format.DateTimeFormatter;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Example21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获取当前时间，包含毫秒数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LocalTime time = LocalTime.now();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LocalTime of = LocalTime.of(9,23,23);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LocalTime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获取的小时为：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"+time.getHour());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将获取到的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LoacalTime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实例格式化为：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time.format(DateTimeFormatter.ofPattern("HH:mm:ss")));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}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51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680" y="3068955"/>
            <a:ext cx="6308090" cy="1620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449705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24610" y="1919605"/>
            <a:ext cx="941895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java.time.LocalDateTime;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java.time.format.DateTimeFormatter;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Example22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获取系统当前年月日时分秒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LocalDateTime now = LocalDateTime.now();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获取的当前日期时间为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:"+now);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将目标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LocalDateTime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转换为相应的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LocalDate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实例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:"+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now.toLocalDate());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449705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4080" y="1919605"/>
            <a:ext cx="1083310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将目标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LocalDateTime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转换为相应的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LocalTime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实例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:"+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now.toLocalTime());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指定格式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DateTimeFormatter ofPattern = DateTimeFormatter.ofPattern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("yyyy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年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MM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月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dd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日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HH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时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mm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分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ss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秒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格式化后的日期时间为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:"+now.format(ofPattern));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52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925" y="2924810"/>
            <a:ext cx="7005955" cy="2038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</Words>
  <Application>WPS 演示</Application>
  <PresentationFormat>自定义</PresentationFormat>
  <Paragraphs>151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等线</vt:lpstr>
      <vt:lpstr>黑体</vt:lpstr>
      <vt:lpstr>Wonder Arial</vt:lpstr>
      <vt:lpstr>汉仪雅酷黑简</vt:lpstr>
      <vt:lpstr>方正公文小标宋</vt:lpstr>
      <vt:lpstr>汉仪尚巍手书W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558</cp:revision>
  <dcterms:created xsi:type="dcterms:W3CDTF">2015-03-26T06:11:00Z</dcterms:created>
  <dcterms:modified xsi:type="dcterms:W3CDTF">2025-08-15T09:34:22Z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6C71FDD3417F4E449E435FDB46D8B432_13</vt:lpwstr>
  </property>
</Properties>
</file>