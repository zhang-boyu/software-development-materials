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2" r:id="rId3"/>
    <p:sldId id="373" r:id="rId5"/>
    <p:sldId id="374" r:id="rId6"/>
    <p:sldId id="340" r:id="rId7"/>
    <p:sldId id="353" r:id="rId8"/>
    <p:sldId id="452" r:id="rId9"/>
    <p:sldId id="466" r:id="rId10"/>
    <p:sldId id="453" r:id="rId11"/>
    <p:sldId id="467" r:id="rId12"/>
    <p:sldId id="468" r:id="rId13"/>
    <p:sldId id="478" r:id="rId14"/>
    <p:sldId id="479" r:id="rId15"/>
    <p:sldId id="480" r:id="rId16"/>
    <p:sldId id="481" r:id="rId17"/>
    <p:sldId id="407" r:id="rId18"/>
    <p:sldId id="456" r:id="rId19"/>
    <p:sldId id="477" r:id="rId20"/>
    <p:sldId id="458" r:id="rId21"/>
    <p:sldId id="347" r:id="rId22"/>
  </p:sldIdLst>
  <p:sldSz cx="12198350" cy="6858000"/>
  <p:notesSz cx="6858000" cy="9144000"/>
  <p:custDataLst>
    <p:tags r:id="rId2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9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39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2168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子任务1：在子类Cat中访问父类Pet的非私有属性name和非私有方法shout()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子任务2：在子类Cat的构造方法 public Cat(String name, int age, String color){}中调用父类Pet的构造方法public Pet(String name, int age){}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super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关键字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905" y="4109085"/>
            <a:ext cx="399478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Font typeface="Arial" panose="020B0604020202020204" pitchFamily="34" charset="0"/>
              <a:buNone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super关键字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3770" y="2210435"/>
            <a:ext cx="1038161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在Java中，super关键字是一个非常重要的概念，它主要用于引用当前对象的直接父类对象（超类对象）。当子类重写父类的方法后，子类对象将无法访问父类中被子类重写过的方法。为了解决这个问题，Java提供了super关键字，使用super关键字可以在子类中访问父类的非私有方法、非私有属性以及构造方法。super关键字主要用于以下几种情况：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super关键字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10435"/>
            <a:ext cx="9748520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1.访问父类的属性和方法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如果子类与父类有同名的属性和方法，子类想要调用父类中声明的那个属性或方法时，就需要使用super关键字。具体格式如下：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super.属性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super.方法(参数1,参数2…)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5922645" cy="492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super关键字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19225" y="2132965"/>
            <a:ext cx="9150985" cy="39693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2.使用super关键字调用父类中指定的构造方法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在子类的构造方法中，如果你想调用父类的构造方法，就必须使用super关键字，并且这是super在子类的构造方法中的唯一用途。注意，super()调用必须是子类构造方法中的第一条语句（除了注释）。具体格式如下：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super(参数1,参数2…)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5922645" cy="492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super关键字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19225" y="2171700"/>
            <a:ext cx="9150985" cy="34150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2.使用super关键字调用父类中指定的构造方法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在子类的方法中，super可以引用父类的实例，这主要是从逻辑上理解，super关键字代表当前对象的直接父类对象。super关键字的使用不仅限于上述场景，但它主要围绕子类与父类之间的交互和继承关系。理解super的使用对于掌握Java中的继承和多态等面向对象编程的核心概念至关重要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5922645" cy="492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super关键字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19225" y="2095500"/>
            <a:ext cx="9150985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3.super与this的区别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super与this关键字的作用非常相似，都可以调用构造方法、方法和属性，但是两者之间还是有区别的，super与this的区别如表7-1所示。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5922645" cy="492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super关键字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46835" y="1917065"/>
            <a:ext cx="9150985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3.super与this的区别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1094105" y="2708910"/>
          <a:ext cx="7009765" cy="3294380"/>
        </p:xfrm>
        <a:graphic>
          <a:graphicData uri="http://schemas.openxmlformats.org/drawingml/2006/table">
            <a:tbl>
              <a:tblPr/>
              <a:tblGrid>
                <a:gridCol w="1257935"/>
                <a:gridCol w="2660650"/>
                <a:gridCol w="3091180"/>
              </a:tblGrid>
              <a:tr h="366395">
                <a:tc>
                  <a:txBody>
                    <a:bodyPr/>
                    <a:p>
                      <a:pPr marL="0" indent="26670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区别点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26670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super</a:t>
                      </a:r>
                      <a:endParaRPr lang="en-US" alt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26670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this</a:t>
                      </a:r>
                      <a:endParaRPr lang="en-US" alt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3425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访问属性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直接访问父类中的非私有属性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访问本类中的属性。如果本类中没有该属性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,</a:t>
                      </a: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则从父 类中继续查找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3425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调用方法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直接调用父类中的非私有方法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调用本类中的方法。如果本类中没有该方法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,</a:t>
                      </a: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则从父 类中继续查找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3425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调用构造方法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调用父类构造方法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,</a:t>
                      </a: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必须放在子类构造方法的首行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调用本类构造方法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,</a:t>
                      </a: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必须放在构造方法的首行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187055" y="2637155"/>
            <a:ext cx="2972435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latinLnBrk="0">
              <a:lnSpc>
                <a:spcPct val="150000"/>
              </a:lnSpc>
            </a:pPr>
            <a:r>
              <a:rPr lang="zh-CN" altLang="en-US" b="1"/>
              <a:t>注意：</a:t>
            </a:r>
            <a:r>
              <a:rPr lang="en-US" altLang="zh-CN">
                <a:solidFill>
                  <a:srgbClr val="FF0000"/>
                </a:solidFill>
              </a:rPr>
              <a:t>this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super</a:t>
            </a:r>
            <a:r>
              <a:rPr lang="zh-CN" altLang="en-US">
                <a:solidFill>
                  <a:srgbClr val="FF0000"/>
                </a:solidFill>
              </a:rPr>
              <a:t>不可以同时出现，因为使用</a:t>
            </a:r>
            <a:r>
              <a:rPr lang="en-US" altLang="zh-CN">
                <a:solidFill>
                  <a:srgbClr val="FF0000"/>
                </a:solidFill>
              </a:rPr>
              <a:t>this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super</a:t>
            </a:r>
            <a:r>
              <a:rPr lang="zh-CN" altLang="en-US">
                <a:solidFill>
                  <a:srgbClr val="FF0000"/>
                </a:solidFill>
              </a:rPr>
              <a:t>调用构造方法的代码都要求必须放在构造方法的首行。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子任务1：在子类Cat中访问父类Pet的非私有属性name和非私有方法shout()</a:t>
            </a: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结合任务描述和知识链接中使用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super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关键字访问父类的属性和方法知识点可以得到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7-4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91205" y="2564765"/>
            <a:ext cx="56718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7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 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Example0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.Java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2645" y="3068955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1public class Pet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	String name = "</a:t>
            </a:r>
            <a:r>
              <a:rPr lang="zh-CN" altLang="en-US" sz="2000">
                <a:latin typeface="Times New Roman" panose="02020603050405020304"/>
              </a:rPr>
              <a:t>花花</a:t>
            </a:r>
            <a:r>
              <a:rPr lang="en-US" altLang="zh-CN" sz="2000">
                <a:latin typeface="Times New Roman" panose="02020603050405020304"/>
              </a:rPr>
              <a:t>";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3   void shout()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4       System.out.println("</a:t>
            </a:r>
            <a:r>
              <a:rPr lang="zh-CN" altLang="en-US" sz="2000">
                <a:latin typeface="Times New Roman" panose="02020603050405020304"/>
              </a:rPr>
              <a:t>宠物发出叫声</a:t>
            </a:r>
            <a:r>
              <a:rPr lang="en-US" altLang="zh-CN" sz="2000">
                <a:latin typeface="Times New Roman" panose="02020603050405020304"/>
              </a:rPr>
              <a:t>");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5   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6}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>
              <a:latin typeface="Times New Roman" panose="020206030504050203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83275" y="2924810"/>
            <a:ext cx="5481955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7public class Cat extends Pet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8	public void shout()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9        super.shout();      // </a:t>
            </a:r>
            <a:r>
              <a:rPr lang="zh-CN" altLang="en-US" sz="2000">
                <a:latin typeface="Times New Roman" panose="02020603050405020304"/>
                <a:sym typeface="+mn-ea"/>
              </a:rPr>
              <a:t>调用父类中的</a:t>
            </a:r>
            <a:r>
              <a:rPr lang="en-US" altLang="zh-CN" sz="2000">
                <a:latin typeface="Times New Roman" panose="02020603050405020304"/>
                <a:sym typeface="+mn-ea"/>
              </a:rPr>
              <a:t>shout()</a:t>
            </a:r>
            <a:r>
              <a:rPr lang="zh-CN" altLang="en-US" sz="2000">
                <a:latin typeface="Times New Roman" panose="02020603050405020304"/>
                <a:sym typeface="+mn-ea"/>
              </a:rPr>
              <a:t>方法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10        System.out.println("</a:t>
            </a:r>
            <a:r>
              <a:rPr lang="zh-CN" altLang="en-US" sz="2000">
                <a:latin typeface="Times New Roman" panose="02020603050405020304"/>
                <a:sym typeface="+mn-ea"/>
              </a:rPr>
              <a:t>喵喵</a:t>
            </a:r>
            <a:r>
              <a:rPr lang="en-US" altLang="zh-CN" sz="2000">
                <a:latin typeface="Times New Roman" panose="02020603050405020304"/>
                <a:sym typeface="+mn-ea"/>
              </a:rPr>
              <a:t>……");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11   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12    public void printName(){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13      System.out.println("</a:t>
            </a:r>
            <a:r>
              <a:rPr lang="zh-CN" altLang="en-US" sz="2000">
                <a:latin typeface="Times New Roman" panose="02020603050405020304"/>
                <a:sym typeface="+mn-ea"/>
              </a:rPr>
              <a:t>这只猫叫</a:t>
            </a:r>
            <a:r>
              <a:rPr lang="en-US" altLang="zh-CN" sz="2000">
                <a:latin typeface="Times New Roman" panose="02020603050405020304"/>
                <a:sym typeface="+mn-ea"/>
              </a:rPr>
              <a:t>"+super.name);// </a:t>
            </a:r>
            <a:r>
              <a:rPr lang="zh-CN" altLang="en-US" sz="2000">
                <a:latin typeface="Times New Roman" panose="02020603050405020304"/>
                <a:sym typeface="+mn-ea"/>
              </a:rPr>
              <a:t>访问父类中的</a:t>
            </a:r>
            <a:r>
              <a:rPr lang="en-US" altLang="zh-CN" sz="2000">
                <a:latin typeface="Times New Roman" panose="02020603050405020304"/>
                <a:sym typeface="+mn-ea"/>
              </a:rPr>
              <a:t>name</a:t>
            </a:r>
            <a:r>
              <a:rPr lang="zh-CN" altLang="en-US" sz="2000">
                <a:latin typeface="Times New Roman" panose="02020603050405020304"/>
                <a:sym typeface="+mn-ea"/>
              </a:rPr>
              <a:t>属性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14   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15	 }</a:t>
            </a:r>
            <a:endParaRPr lang="en-US" altLang="zh-CN" sz="20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结合任务描述和知识链接中使用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super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关键字访问父类的属性和方法知识点可以得到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7-4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  <a:p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15260" y="2493010"/>
            <a:ext cx="56718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7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 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Example0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.Java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46835" y="3140710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16public class Example04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17	public static void main(String[] args)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18		  Cat cat = new Cat();   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19	      cat.shout();      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20	      cat.printName();  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21	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22}</a:t>
            </a: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7-4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运行结果如图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7-6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所示：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62735" y="422052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7-6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7-4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运行结果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4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170" y="2853055"/>
            <a:ext cx="4734560" cy="13087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133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子任务2：在子类Cat的构造方法 public Cat(String name, int age, String color){}中调用父类Pet的构造方法public Pet(String name, int age){}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6121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：结合任务描述和知识链接中使用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super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关键字访问父类中指定的构造方法知识点可以得到文件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7-5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91205" y="2564765"/>
            <a:ext cx="56718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7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5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 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Example0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5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.Java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2645" y="2780665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1public class Pet {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2	private String name;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3    private int age;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4    public Pet(String name, int age) {	// Animal</a:t>
            </a:r>
            <a:r>
              <a:rPr lang="zh-CN" altLang="en-US" sz="1800">
                <a:latin typeface="Times New Roman" panose="02020603050405020304"/>
              </a:rPr>
              <a:t>类有参构造方法</a:t>
            </a:r>
            <a:endParaRPr lang="zh-CN" altLang="en-US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5        this.name = name;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6        this.age = age;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7    }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8    public String getName() {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9        return name;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10    }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11    public void setName(String name) {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12        this.name = name;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13    }</a:t>
            </a:r>
            <a:endParaRPr lang="en-US" altLang="zh-CN" sz="1800">
              <a:latin typeface="Times New Roman" panose="020206030504050203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43320" y="2924810"/>
            <a:ext cx="516191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14    public int getAge() {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15        return age;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16    }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17    public void setAge(int age) {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18        this.age = age;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19    }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20    public void show() {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21 System.out.print( "</a:t>
            </a:r>
            <a:r>
              <a:rPr lang="zh-CN" altLang="en-US" sz="2000">
                <a:latin typeface="Times New Roman" panose="02020603050405020304"/>
                <a:sym typeface="+mn-ea"/>
              </a:rPr>
              <a:t>这只猫咪叫</a:t>
            </a:r>
            <a:r>
              <a:rPr lang="en-US" altLang="zh-CN" sz="2000">
                <a:latin typeface="Times New Roman" panose="02020603050405020304"/>
                <a:sym typeface="+mn-ea"/>
              </a:rPr>
              <a:t>"+this.getName()+",</a:t>
            </a:r>
            <a:r>
              <a:rPr lang="zh-CN" altLang="en-US" sz="2000">
                <a:latin typeface="Times New Roman" panose="02020603050405020304"/>
                <a:sym typeface="+mn-ea"/>
              </a:rPr>
              <a:t>今年</a:t>
            </a:r>
            <a:r>
              <a:rPr lang="en-US" altLang="zh-CN" sz="2000">
                <a:latin typeface="Times New Roman" panose="02020603050405020304"/>
                <a:sym typeface="+mn-ea"/>
              </a:rPr>
              <a:t>"+this.getAge()+"</a:t>
            </a:r>
            <a:r>
              <a:rPr lang="zh-CN" altLang="en-US" sz="2000">
                <a:latin typeface="Times New Roman" panose="02020603050405020304"/>
                <a:sym typeface="+mn-ea"/>
              </a:rPr>
              <a:t>岁了</a:t>
            </a:r>
            <a:r>
              <a:rPr lang="en-US" altLang="zh-CN" sz="2000">
                <a:latin typeface="Times New Roman" panose="02020603050405020304"/>
                <a:sym typeface="+mn-ea"/>
              </a:rPr>
              <a:t>");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22    }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23}</a:t>
            </a:r>
            <a:endParaRPr lang="en-US" altLang="zh-CN" sz="20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6121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800">
                <a:latin typeface="+mn-ea"/>
                <a:ea typeface="+mn-ea"/>
                <a:cs typeface="+mn-ea"/>
                <a:sym typeface="+mn-ea"/>
              </a:rPr>
              <a:t>结合任务描述和知识链接中使用</a:t>
            </a:r>
            <a:r>
              <a:rPr lang="en-US" altLang="zh-CN" sz="1800">
                <a:latin typeface="+mn-ea"/>
                <a:ea typeface="+mn-ea"/>
                <a:cs typeface="+mn-ea"/>
                <a:sym typeface="+mn-ea"/>
              </a:rPr>
              <a:t>super</a:t>
            </a:r>
            <a:r>
              <a:rPr lang="zh-CN" altLang="en-US" sz="1800">
                <a:latin typeface="+mn-ea"/>
                <a:ea typeface="+mn-ea"/>
                <a:cs typeface="+mn-ea"/>
                <a:sym typeface="+mn-ea"/>
              </a:rPr>
              <a:t>关键字访问父类的属性和方法知识点可以得到</a:t>
            </a:r>
            <a:endParaRPr lang="zh-CN" altLang="en-US" sz="1800">
              <a:latin typeface="+mn-ea"/>
              <a:ea typeface="+mn-ea"/>
              <a:cs typeface="+mn-ea"/>
              <a:sym typeface="+mn-ea"/>
            </a:endParaRPr>
          </a:p>
          <a:p>
            <a:r>
              <a:rPr lang="zh-CN" altLang="en-US" sz="18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1800">
                <a:latin typeface="+mn-ea"/>
                <a:ea typeface="+mn-ea"/>
                <a:cs typeface="+mn-ea"/>
                <a:sym typeface="+mn-ea"/>
              </a:rPr>
              <a:t>7-4</a:t>
            </a:r>
            <a:r>
              <a:rPr lang="zh-CN" altLang="en-US" sz="1800">
                <a:latin typeface="+mn-ea"/>
                <a:ea typeface="+mn-ea"/>
                <a:cs typeface="+mn-ea"/>
                <a:sym typeface="+mn-ea"/>
              </a:rPr>
              <a:t>所示的代码</a:t>
            </a:r>
            <a:r>
              <a:rPr sz="1800">
                <a:latin typeface="+mn-ea"/>
                <a:ea typeface="+mn-ea"/>
                <a:cs typeface="+mn-ea"/>
                <a:sym typeface="+mn-ea"/>
              </a:rPr>
              <a:t>：</a:t>
            </a:r>
            <a:endParaRPr sz="1800">
              <a:latin typeface="+mn-ea"/>
              <a:ea typeface="+mn-ea"/>
              <a:cs typeface="+mn-ea"/>
              <a:sym typeface="+mn-ea"/>
            </a:endParaRPr>
          </a:p>
          <a:p>
            <a:endParaRPr sz="18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15260" y="2493010"/>
            <a:ext cx="56718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18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1800">
                <a:latin typeface="+mn-ea"/>
                <a:ea typeface="+mn-ea"/>
                <a:cs typeface="+mn-ea"/>
                <a:sym typeface="+mn-ea"/>
              </a:rPr>
              <a:t>7</a:t>
            </a:r>
            <a:r>
              <a:rPr sz="18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1800">
                <a:latin typeface="+mn-ea"/>
                <a:ea typeface="+mn-ea"/>
                <a:cs typeface="+mn-ea"/>
                <a:sym typeface="+mn-ea"/>
              </a:rPr>
              <a:t>4 </a:t>
            </a:r>
            <a:r>
              <a:rPr sz="1800">
                <a:latin typeface="+mn-ea"/>
                <a:ea typeface="+mn-ea"/>
                <a:cs typeface="+mn-ea"/>
                <a:sym typeface="+mn-ea"/>
              </a:rPr>
              <a:t>Example0</a:t>
            </a:r>
            <a:r>
              <a:rPr lang="en-US" sz="1800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sz="1800">
                <a:latin typeface="+mn-ea"/>
                <a:ea typeface="+mn-ea"/>
                <a:cs typeface="+mn-ea"/>
                <a:sym typeface="+mn-ea"/>
              </a:rPr>
              <a:t>.Java</a:t>
            </a:r>
            <a:endParaRPr sz="18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94105" y="2780665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24public class Cat extends Pet {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25	private String color;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26   public Cat(String name, int age, String color) {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27      super(name, age); //</a:t>
            </a:r>
            <a:r>
              <a:rPr lang="zh-CN" altLang="en-US" sz="1800">
                <a:latin typeface="Times New Roman" panose="02020603050405020304"/>
              </a:rPr>
              <a:t>通过</a:t>
            </a:r>
            <a:r>
              <a:rPr lang="en-US" altLang="zh-CN" sz="1800">
                <a:latin typeface="Times New Roman" panose="02020603050405020304"/>
              </a:rPr>
              <a:t>super</a:t>
            </a:r>
            <a:r>
              <a:rPr lang="zh-CN" altLang="en-US" sz="1800">
                <a:latin typeface="Times New Roman" panose="02020603050405020304"/>
              </a:rPr>
              <a:t>关键字调用</a:t>
            </a:r>
            <a:r>
              <a:rPr lang="en-US" altLang="zh-CN" sz="1800">
                <a:latin typeface="Times New Roman" panose="02020603050405020304"/>
              </a:rPr>
              <a:t>Pet</a:t>
            </a:r>
            <a:r>
              <a:rPr lang="zh-CN" altLang="en-US" sz="1800">
                <a:latin typeface="Times New Roman" panose="02020603050405020304"/>
              </a:rPr>
              <a:t>类有两个参数的构造方法</a:t>
            </a:r>
            <a:endParaRPr lang="zh-CN" altLang="en-US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28       this.setColor(color);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29    }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30    public String getColor() {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31        return color;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32    }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33    public void setColor(String color) {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34        this.color = color;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35    }</a:t>
            </a:r>
            <a:endParaRPr lang="en-US" altLang="zh-CN" sz="1800">
              <a:latin typeface="Times New Roman" panose="020206030504050203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71565" y="2637155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 // </a:t>
            </a:r>
            <a:r>
              <a:rPr lang="zh-CN" altLang="en-US" sz="1800">
                <a:latin typeface="Times New Roman" panose="02020603050405020304"/>
              </a:rPr>
              <a:t>重写父类的</a:t>
            </a:r>
            <a:r>
              <a:rPr lang="en-US" altLang="zh-CN" sz="1800">
                <a:latin typeface="Times New Roman" panose="02020603050405020304"/>
              </a:rPr>
              <a:t>show()</a:t>
            </a:r>
            <a:r>
              <a:rPr lang="zh-CN" altLang="en-US" sz="1800">
                <a:latin typeface="Times New Roman" panose="02020603050405020304"/>
              </a:rPr>
              <a:t>方法</a:t>
            </a:r>
            <a:endParaRPr lang="zh-CN" altLang="en-US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36    public void  show() {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37    	super.show();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38       System.out.println(",</a:t>
            </a:r>
            <a:r>
              <a:rPr lang="zh-CN" altLang="en-US" sz="1800">
                <a:latin typeface="Times New Roman" panose="02020603050405020304"/>
              </a:rPr>
              <a:t>颜色是</a:t>
            </a:r>
            <a:r>
              <a:rPr lang="en-US" altLang="zh-CN" sz="1800">
                <a:latin typeface="Times New Roman" panose="02020603050405020304"/>
              </a:rPr>
              <a:t>"+this.getColor());  // </a:t>
            </a:r>
            <a:r>
              <a:rPr lang="zh-CN" altLang="en-US" sz="1800">
                <a:latin typeface="Times New Roman" panose="02020603050405020304"/>
              </a:rPr>
              <a:t>扩充父类中的方法</a:t>
            </a:r>
            <a:endParaRPr lang="zh-CN" altLang="en-US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39    }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40	 }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41public class Example05 {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42	public static void main(String[] args) {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43		  Cat cat = new Cat("</a:t>
            </a:r>
            <a:r>
              <a:rPr lang="zh-CN" altLang="en-US" sz="1800">
                <a:latin typeface="Times New Roman" panose="02020603050405020304"/>
              </a:rPr>
              <a:t>花花</a:t>
            </a:r>
            <a:r>
              <a:rPr lang="en-US" altLang="zh-CN" sz="1800">
                <a:latin typeface="Times New Roman" panose="02020603050405020304"/>
              </a:rPr>
              <a:t>",3,"</a:t>
            </a:r>
            <a:r>
              <a:rPr lang="zh-CN" altLang="en-US" sz="1800">
                <a:latin typeface="Times New Roman" panose="02020603050405020304"/>
              </a:rPr>
              <a:t>白色</a:t>
            </a:r>
            <a:r>
              <a:rPr lang="en-US" altLang="zh-CN" sz="1800">
                <a:latin typeface="Times New Roman" panose="02020603050405020304"/>
              </a:rPr>
              <a:t>");           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44	      cat.show();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45	}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46}</a:t>
            </a:r>
            <a:endParaRPr lang="en-US" altLang="zh-CN" sz="18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7-5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运行结果如图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7-7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所示：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06880" y="357282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7-7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7-5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5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0" y="2802890"/>
            <a:ext cx="5978525" cy="5994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1275080" y="4220210"/>
            <a:ext cx="5208270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如果父类中没有无参构造方法，而子类构造方法中又没有显式调用父类的其他构造方法，则编译时会报错。例如去掉文件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7-5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27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行代码，就会出现如图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7-8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的错误提示：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6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437380"/>
            <a:ext cx="4110990" cy="3848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6675120" y="4940935"/>
            <a:ext cx="465201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200">
                <a:latin typeface="Times New Roman" panose="02020603050405020304"/>
                <a:ea typeface="宋体" panose="02010600030101010101" pitchFamily="2" charset="-122"/>
              </a:rPr>
              <a:t>7-8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子类未调用父类的其他构造方法的运行结果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TABLE_ENDDRAG_ORIGIN_RECT" val="551*202"/>
  <p:tag name="TABLE_ENDDRAG_RECT" val="225*264*551*202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9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3694</Words>
  <Application>WPS 演示</Application>
  <PresentationFormat>自定义</PresentationFormat>
  <Paragraphs>314</Paragraphs>
  <Slides>19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538</cp:revision>
  <dcterms:created xsi:type="dcterms:W3CDTF">2015-03-26T06:11:00Z</dcterms:created>
  <dcterms:modified xsi:type="dcterms:W3CDTF">2025-07-07T01:41:27Z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3DE3CAEE39FB4D94A7705EFC031C68C9_13</vt:lpwstr>
  </property>
</Properties>
</file>