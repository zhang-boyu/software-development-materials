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2" r:id="rId3"/>
    <p:sldId id="373" r:id="rId5"/>
    <p:sldId id="374" r:id="rId6"/>
    <p:sldId id="340" r:id="rId7"/>
    <p:sldId id="353" r:id="rId8"/>
    <p:sldId id="452" r:id="rId9"/>
    <p:sldId id="478" r:id="rId10"/>
    <p:sldId id="479" r:id="rId11"/>
    <p:sldId id="481" r:id="rId12"/>
    <p:sldId id="499" r:id="rId13"/>
    <p:sldId id="500" r:id="rId14"/>
    <p:sldId id="501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0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7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584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：定义一个测试类，创建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类（任务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7-2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类）的实例，调用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toString()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方法并输出其内容。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类（任务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7-2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类）中重写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toString()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方法；定义一个测试类，创建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类的实例，调用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toString()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Object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905" y="410908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Object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类中常用方法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Object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3770" y="2210435"/>
            <a:ext cx="1038161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提供了一个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Object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类，它是所有类的父类也叫根类，每个类都直接或间接继承了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Object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类，因此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Object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类通常被称为超类。当定义一个类时，如果没有使用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extends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关键字为这个类显式地指定父类，那么该类会默认继承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Object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Object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中的所有类提供了一些基础且非常重要的功能，比如对象的相等性比较、对象的哈希码生成、对象的字符串表示、以及对象的克隆等。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Object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类中常用方法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58674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>
                <a:latin typeface="宋体" panose="02010600030101010101" pitchFamily="2" charset="-122"/>
                <a:cs typeface="宋体" panose="02010600030101010101" pitchFamily="2" charset="-122"/>
              </a:rPr>
              <a:t>Object</a:t>
            </a:r>
            <a:r>
              <a:rPr lang="zh-CN" altLang="en-US" sz="1800" b="1">
                <a:latin typeface="宋体" panose="02010600030101010101" pitchFamily="2" charset="-122"/>
                <a:cs typeface="宋体" panose="02010600030101010101" pitchFamily="2" charset="-122"/>
              </a:rPr>
              <a:t>类中定义了一些常用方法，具体如表</a:t>
            </a:r>
            <a:r>
              <a:rPr lang="en-US" altLang="zh-CN" sz="1800" b="1">
                <a:latin typeface="宋体" panose="02010600030101010101" pitchFamily="2" charset="-122"/>
                <a:cs typeface="宋体" panose="02010600030101010101" pitchFamily="2" charset="-122"/>
              </a:rPr>
              <a:t>7-2</a:t>
            </a:r>
            <a:r>
              <a:rPr lang="zh-CN" altLang="en-US" sz="1800" b="1">
                <a:latin typeface="宋体" panose="02010600030101010101" pitchFamily="2" charset="-122"/>
                <a:cs typeface="宋体" panose="02010600030101010101" pitchFamily="2" charset="-122"/>
              </a:rPr>
              <a:t>所示。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4760" y="2861310"/>
            <a:ext cx="284289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7-2 Object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类中常用方法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2313305" y="3385185"/>
          <a:ext cx="6869430" cy="1925320"/>
        </p:xfrm>
        <a:graphic>
          <a:graphicData uri="http://schemas.openxmlformats.org/drawingml/2006/table">
            <a:tbl>
              <a:tblPr/>
              <a:tblGrid>
                <a:gridCol w="3035935"/>
                <a:gridCol w="3833495"/>
              </a:tblGrid>
              <a:tr h="481330"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方法名称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方法说明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1330"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 equals()</a:t>
                      </a:r>
                      <a:endParaRPr lang="en-US" alt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判断两个对象是否</a:t>
                      </a:r>
                      <a:r>
                        <a:rPr lang="zh-CN" altLang="en-US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“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相等</a:t>
                      </a:r>
                      <a:r>
                        <a:rPr lang="zh-CN" altLang="en-US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”</a:t>
                      </a:r>
                      <a:endParaRPr lang="zh-CN" altLang="en-US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1330"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Int hashCode()</a:t>
                      </a:r>
                      <a:endParaRPr lang="en-US" alt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返回对象的哈希值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1330"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String toString()</a:t>
                      </a:r>
                      <a:endParaRPr lang="en-US" alt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返回对象的字符串表示形式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：定义一个测试类，创建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类（任务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7-2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类）的实例，调用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toString()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方法并输出其内容。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 Object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类中常用方法知识点可以得到文件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7-17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  <a:p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7-17  Example17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78066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Pet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 void shout()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		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宠物发出叫声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	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6public class Example17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		Pet pet=new Pet();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		System.out.println(pet.toString());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7-17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7-19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5215" y="3717290"/>
            <a:ext cx="325564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7-19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7-17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025" y="2780665"/>
            <a:ext cx="4200525" cy="694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1562735" y="4220845"/>
            <a:ext cx="700786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在实际开发中，通常情况下不会直接调用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Object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类中的方法，因为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Object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类中的方法并不能适用于所有的子类，这时就需要对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Object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类中的方法进行重写，以符合实际开发需求。以下子任务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Object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类中的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toString()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方法进行了重写。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类（任务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7-2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类）中重写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toString()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方法；定义一个测试类，创建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类的实例，调用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toString()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 Object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类中常用方法知识点可以得到文件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7-18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7-18  Example18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2690" y="286321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Pet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 void shout()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		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宠物发出叫声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	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	 public String toString(){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		 	return "</a:t>
            </a:r>
            <a:r>
              <a:rPr lang="zh-CN" altLang="en-US" sz="1600">
                <a:latin typeface="Times New Roman" panose="02020603050405020304"/>
                <a:sym typeface="+mn-ea"/>
              </a:rPr>
              <a:t>这是一只宠物</a:t>
            </a:r>
            <a:r>
              <a:rPr lang="en-US" altLang="zh-CN" sz="1600">
                <a:latin typeface="Times New Roman" panose="02020603050405020304"/>
                <a:sym typeface="+mn-ea"/>
              </a:rPr>
              <a:t>";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		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9public class Example18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		Pet pet=new Pet();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		System.out.println(pet.toString());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7-18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7-20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71115" y="3702050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7-20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7-18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8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825" y="2853055"/>
            <a:ext cx="4554855" cy="6299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TABLE_ENDDRAG_ORIGIN_RECT" val="540*151"/>
  <p:tag name="TABLE_ENDDRAG_RECT" val="182*266*540*151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1668</Words>
  <Application>WPS 演示</Application>
  <PresentationFormat>自定义</PresentationFormat>
  <Paragraphs>183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553</cp:revision>
  <dcterms:created xsi:type="dcterms:W3CDTF">2015-03-26T06:11:00Z</dcterms:created>
  <dcterms:modified xsi:type="dcterms:W3CDTF">2025-07-07T01:43:27Z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C0674F3CFE79457A8B762ED4D1BF79D8_13</vt:lpwstr>
  </property>
</Properties>
</file>