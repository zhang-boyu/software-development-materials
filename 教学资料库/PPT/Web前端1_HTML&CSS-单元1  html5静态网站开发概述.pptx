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62" r:id="rId2"/>
    <p:sldId id="361" r:id="rId3"/>
    <p:sldId id="363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64" r:id="rId20"/>
    <p:sldId id="380" r:id="rId21"/>
    <p:sldId id="381" r:id="rId22"/>
    <p:sldId id="299" r:id="rId2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/>
    <p:restoredTop sz="94660"/>
  </p:normalViewPr>
  <p:slideViewPr>
    <p:cSldViewPr snapToGrid="0" showGuides="1">
      <p:cViewPr varScale="1">
        <p:scale>
          <a:sx n="60" d="100"/>
          <a:sy n="60" d="100"/>
        </p:scale>
        <p:origin x="1504" y="36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76276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53105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12024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1177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23366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26604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23207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8559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28470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10624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09745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84887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76779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24550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67518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21458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62033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39093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08615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02673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70069" y="3555036"/>
            <a:ext cx="5892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  html5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静态网站开发概述</a:t>
            </a:r>
          </a:p>
        </p:txBody>
      </p:sp>
    </p:spTree>
    <p:extLst>
      <p:ext uri="{BB962C8B-B14F-4D97-AF65-F5344CB8AC3E}">
        <p14:creationId xmlns:p14="http://schemas.microsoft.com/office/powerpoint/2010/main" val="384151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19" name="矩形 18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212687" y="2219204"/>
            <a:ext cx="585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1-1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开发环境的搭建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227617" y="3670273"/>
            <a:ext cx="5240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完成第一个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400" b="1" spc="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546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373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html5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开发环境的搭建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/>
          </p:cNvPr>
          <p:cNvSpPr txBox="1">
            <a:spLocks noChangeAspect="1"/>
          </p:cNvSpPr>
          <p:nvPr/>
        </p:nvSpPr>
        <p:spPr>
          <a:xfrm>
            <a:off x="460375" y="2387756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261765" y="2295681"/>
            <a:ext cx="71421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开发工具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搭建。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0" name="文本框 19">
            <a:extLst/>
          </p:cNvPr>
          <p:cNvSpPr txBox="1">
            <a:spLocks noChangeAspect="1"/>
          </p:cNvSpPr>
          <p:nvPr/>
        </p:nvSpPr>
        <p:spPr>
          <a:xfrm>
            <a:off x="460375" y="3133508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3163671"/>
            <a:ext cx="71421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web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应用程序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创建。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2" name="文本框 21">
            <a:extLst/>
          </p:cNvPr>
          <p:cNvSpPr txBox="1">
            <a:spLocks noChangeAspect="1"/>
          </p:cNvSpPr>
          <p:nvPr/>
        </p:nvSpPr>
        <p:spPr>
          <a:xfrm>
            <a:off x="484962" y="3920172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38">
            <a:extLst/>
          </p:cNvPr>
          <p:cNvSpPr>
            <a:spLocks noChangeArrowheads="1"/>
          </p:cNvSpPr>
          <p:nvPr/>
        </p:nvSpPr>
        <p:spPr bwMode="auto">
          <a:xfrm>
            <a:off x="1286352" y="3828097"/>
            <a:ext cx="7142162" cy="59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网站各文件、文件夹的位置。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4" name="文本框 23">
            <a:extLst/>
          </p:cNvPr>
          <p:cNvSpPr txBox="1">
            <a:spLocks noChangeAspect="1"/>
          </p:cNvSpPr>
          <p:nvPr/>
        </p:nvSpPr>
        <p:spPr>
          <a:xfrm>
            <a:off x="484962" y="4665924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38">
            <a:extLst/>
          </p:cNvPr>
          <p:cNvSpPr>
            <a:spLocks noChangeArrowheads="1"/>
          </p:cNvSpPr>
          <p:nvPr/>
        </p:nvSpPr>
        <p:spPr bwMode="auto">
          <a:xfrm>
            <a:off x="1296985" y="4696087"/>
            <a:ext cx="23712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网页命名规范。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6" name="文本框 25">
            <a:extLst/>
          </p:cNvPr>
          <p:cNvSpPr txBox="1">
            <a:spLocks noChangeAspect="1"/>
          </p:cNvSpPr>
          <p:nvPr/>
        </p:nvSpPr>
        <p:spPr>
          <a:xfrm>
            <a:off x="484962" y="5412049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38">
            <a:extLst/>
          </p:cNvPr>
          <p:cNvSpPr>
            <a:spLocks noChangeArrowheads="1"/>
          </p:cNvSpPr>
          <p:nvPr/>
        </p:nvSpPr>
        <p:spPr bwMode="auto">
          <a:xfrm>
            <a:off x="1286352" y="5319974"/>
            <a:ext cx="7142162" cy="59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11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615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开发工具搭建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1070" y="1945781"/>
            <a:ext cx="81681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Builder是DCloud推出的集成开发环境，是免费软件，可从DCloud官网http://www.dcloud.io/index.html上直接下载，截止到写书时的版本是HBuilder.8.8.7。软件是绿色的，使用方便，且提供了护眼模式，与其飞速的编码模式，深得用户的喜爱。</a:t>
            </a:r>
          </a:p>
        </p:txBody>
      </p:sp>
    </p:spTree>
    <p:extLst>
      <p:ext uri="{BB962C8B-B14F-4D97-AF65-F5344CB8AC3E}">
        <p14:creationId xmlns:p14="http://schemas.microsoft.com/office/powerpoint/2010/main" val="235708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373577" cy="76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网站各文件、文件夹的位置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2214" y="1945781"/>
            <a:ext cx="8756751" cy="4426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新建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的项目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中有三个文件夹和一个名为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index.html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的文件，这是一个完整的静态网站所必需的文件结构。</a:t>
            </a:r>
          </a:p>
          <a:p>
            <a:pPr>
              <a:lnSpc>
                <a:spcPct val="20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：这个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文件夹是用来存放网站的样式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img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：这个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文件夹是用来存放网站页面显示的图片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js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：这个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文件夹是用来存放完成网站相关功能的脚本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index.html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：一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个静态网站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的默认首页。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868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29387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网页命名规范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645" y="2030840"/>
            <a:ext cx="847792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页面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文件的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命名统一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用小写的英文字母，数字和下划线的组合，不得包含汉字空格和特殊字符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。推荐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统一使用子页面功能翻译的英文命名，如：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首页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index.html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、产品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列表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proList.html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产品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详细页面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proDetail.html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、新闻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列表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—newsList.html </a:t>
            </a:r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新闻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详细页面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newsDetail.html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、发展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历史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—history.html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关于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我们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about.html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、联系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我们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—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contact.html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860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04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8273" y="1864998"/>
            <a:ext cx="7424879" cy="4472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新建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Ctrl+N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关闭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Ctrl+F4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全部关闭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Ctrl+Shift+F4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激活代码助手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Alt+/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激活快捷键视图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Ctrl+Shift+L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开启关闭注释整行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Ctrl+/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开启关闭注释已选内容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+/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80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04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6764" y="1945778"/>
            <a:ext cx="70304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删除当前行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Ctrl+D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删除当前标签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Ctrl+Shift+T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删除至行首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Shift+Backspace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删除至行尾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Shift+del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合并下一行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Ctrl+Alt+J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整理代码格式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Ctrl+Shift+F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向下移动行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向下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向上移动行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向上</a:t>
            </a:r>
          </a:p>
        </p:txBody>
      </p:sp>
    </p:spTree>
    <p:extLst>
      <p:ext uri="{BB962C8B-B14F-4D97-AF65-F5344CB8AC3E}">
        <p14:creationId xmlns:p14="http://schemas.microsoft.com/office/powerpoint/2010/main" val="133403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04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3603" y="1998941"/>
            <a:ext cx="64350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选中当前行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Ctrl+L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重复插入当前行或选中区域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快速插入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/&gt;(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)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Shift+Enter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快速插入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\n(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或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js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)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Shift+Enter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向左选词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向左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向右选词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向右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选择相同词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Ctrl+Shift+A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选择成对内容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Ctrl+‘[‘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446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04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1349" y="1864998"/>
            <a:ext cx="645629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上一个选项卡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Ctrl+Tab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前一词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向左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后一词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向右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转到上一个文本输入点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向上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转到下一个文本输入点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向下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行首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Home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行尾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End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页首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Ctrl+Home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352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04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978" y="1864998"/>
            <a:ext cx="62649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Ctrl+End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搜索条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Ctrl+F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搜索框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Ctrl+H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查找文件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Ctrl+T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隐藏搜索条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ESC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聚焦到搜索条件框内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Ctrl+Alt+F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聚焦到替换输入框内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Ctrl+Alt+E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在搜索条内换行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Alt+Enter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487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04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HBuilder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1779687"/>
            <a:ext cx="643503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41.HTML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标签规范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Ctrl+Shift+H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运行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43.CSS/HTML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语法校验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Ctrl+Shift+V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活动视图或编辑器最大化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Ctrl+M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显示行号菜单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Ctrl+F10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激活边看边改视图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Ctrl+P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激活开发视图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Ctrl+Shift+P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全部折叠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+-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全部展开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++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12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69844" y="6043613"/>
            <a:ext cx="574158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693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9173" y="1864998"/>
            <a:ext cx="821067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1.h8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（敲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激活代码块列表，按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选择第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个项目，即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代码块，或者敲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htEnter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中途换行：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设置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charset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me6Enter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引用外部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js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s2Enter'Ctrl+Enter'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js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区块：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创建函数：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fun3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（或者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funnEnter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为函数命名：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WhoisE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跳转到函数末尾：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End'Alt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+['↓'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Alt+[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是跳转到匹配括号的意思）</a:t>
            </a:r>
          </a:p>
        </p:txBody>
      </p:sp>
    </p:spTree>
    <p:extLst>
      <p:ext uri="{BB962C8B-B14F-4D97-AF65-F5344CB8AC3E}">
        <p14:creationId xmlns:p14="http://schemas.microsoft.com/office/powerpoint/2010/main" val="6470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693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7079" y="1573637"/>
            <a:ext cx="8984512" cy="5026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style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节点：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stEnter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↓'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引用外部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lEnterEnter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跳转到下一个可编辑区：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'Alt+↓'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img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imEnterEnter'Ctrl+Enter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插入换行符：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Shift+Enter'Enter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div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并设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class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diEnterd1→SpacecEnterEnter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（这里提示的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class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列表是在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test.css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里定义的）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转到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class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的定义处：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Ctrl+Alt+D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点击鼠标也可以）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关闭标签页：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Ctrl+w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（切换标签页则可以用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2948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693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2214" y="1722491"/>
            <a:ext cx="875675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添加自定义属性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data-test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并赋值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：→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Spaced7testTab1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合并下行：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Ctrl+Alt+j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创建超链接并设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aEnterEnter→SpaceiEntera1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使用选择助手选中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#d1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+←''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+←''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+←'(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如果快捷键冲突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,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可使用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Alt+SU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，或者鼠标双击引号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)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重新修改链接指向新创建的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BackSpace'Alt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+/'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Enter'Ctrl+Enter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折叠代码：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+-'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向上插入空行：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Ctrl+Shift+Enter'Tab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（一般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某字母的快捷键，变成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Ctrl+Shift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+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相同字母，大多代表相反意义）</a:t>
            </a:r>
          </a:p>
        </p:txBody>
      </p:sp>
    </p:spTree>
    <p:extLst>
      <p:ext uri="{BB962C8B-B14F-4D97-AF65-F5344CB8AC3E}">
        <p14:creationId xmlns:p14="http://schemas.microsoft.com/office/powerpoint/2010/main" val="167186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693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2237" y="1864998"/>
            <a:ext cx="83595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没有代码块时，使用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emmet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语法创建标签：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navTab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（如果不知道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emmet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技术，请搜索学习，前端必学）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转码输入空格：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Shift+Space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（如果与输入法快捷键冲突，也可输入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&amp;n2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创建按钮：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Ctrl+Enter'inEnterEnterTabTabwhoSpaceisSpacee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→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添加点击事件：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SpaceonckEnterwhoEnter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→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onck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是模糊匹配，不用输入完整单词也会模糊匹配，除代码块外所有语法提示都支持模糊匹配）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29.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使用转到定义到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js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函数：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Ctrl+Alt+D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'↓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46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364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6032" y="1864998"/>
            <a:ext cx="823193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跳转到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'Alt+↓'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body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加样式：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boEnter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{Enter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3.emmet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方式增加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textalign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tcTabEnter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模糊匹配增加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user-select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users45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写下一个样式：↓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Enter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6.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为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input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增加样式：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inEnter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[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=Enter→{Enter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7.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使用代码块设置宽度：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w990↓Enter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65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364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代码快捷键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3038" y="1784410"/>
            <a:ext cx="84779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为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加样式：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ul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{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dnEnter'Ctrl+Enter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9.ID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也可以提示：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#2{Enter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提示字体列表：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ffEnterEnterEnter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11.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回车自动补行尾分号：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Enter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12.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增加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background-image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biEnterhbEnter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13.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大功告成，保存并运行起来看看：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Ctrl+s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''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Ctrl+r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14.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如果你屏幕够宽，也可以点击右上角视图切换，换到边改边看视图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Ctrl+P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，左边保存右边自动刷新</a:t>
            </a:r>
          </a:p>
        </p:txBody>
      </p:sp>
    </p:spTree>
    <p:extLst>
      <p:ext uri="{BB962C8B-B14F-4D97-AF65-F5344CB8AC3E}">
        <p14:creationId xmlns:p14="http://schemas.microsoft.com/office/powerpoint/2010/main" val="70296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32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完成第一个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html5</a:t>
            </a:r>
            <a:r>
              <a:rPr lang="zh-CN" altLang="en-US" sz="32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页面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/>
          </p:cNvPr>
          <p:cNvSpPr txBox="1">
            <a:spLocks noChangeAspect="1"/>
          </p:cNvSpPr>
          <p:nvPr/>
        </p:nvSpPr>
        <p:spPr>
          <a:xfrm>
            <a:off x="460375" y="2387756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261765" y="2295681"/>
            <a:ext cx="7142162" cy="59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代码组成结构。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0" name="文本框 19">
            <a:extLst/>
          </p:cNvPr>
          <p:cNvSpPr txBox="1">
            <a:spLocks noChangeAspect="1"/>
          </p:cNvSpPr>
          <p:nvPr/>
        </p:nvSpPr>
        <p:spPr>
          <a:xfrm>
            <a:off x="460375" y="3133508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3163671"/>
            <a:ext cx="71421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Doctype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title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meta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标签使用。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2" name="文本框 21">
            <a:extLst/>
          </p:cNvPr>
          <p:cNvSpPr txBox="1">
            <a:spLocks noChangeAspect="1"/>
          </p:cNvSpPr>
          <p:nvPr/>
        </p:nvSpPr>
        <p:spPr>
          <a:xfrm>
            <a:off x="484962" y="3920172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38">
            <a:extLst/>
          </p:cNvPr>
          <p:cNvSpPr>
            <a:spLocks noChangeArrowheads="1"/>
          </p:cNvSpPr>
          <p:nvPr/>
        </p:nvSpPr>
        <p:spPr bwMode="auto">
          <a:xfrm>
            <a:off x="1286352" y="3828097"/>
            <a:ext cx="7142162" cy="59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基本语法。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4" name="文本框 23">
            <a:extLst/>
          </p:cNvPr>
          <p:cNvSpPr txBox="1">
            <a:spLocks noChangeAspect="1"/>
          </p:cNvSpPr>
          <p:nvPr/>
        </p:nvSpPr>
        <p:spPr>
          <a:xfrm>
            <a:off x="484962" y="4665924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38">
            <a:extLst/>
          </p:cNvPr>
          <p:cNvSpPr>
            <a:spLocks noChangeArrowheads="1"/>
          </p:cNvSpPr>
          <p:nvPr/>
        </p:nvSpPr>
        <p:spPr bwMode="auto">
          <a:xfrm>
            <a:off x="1350150" y="4696087"/>
            <a:ext cx="71421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注释。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6" name="文本框 25">
            <a:extLst/>
          </p:cNvPr>
          <p:cNvSpPr txBox="1">
            <a:spLocks noChangeAspect="1"/>
          </p:cNvSpPr>
          <p:nvPr/>
        </p:nvSpPr>
        <p:spPr>
          <a:xfrm>
            <a:off x="484962" y="5412049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38">
            <a:extLst/>
          </p:cNvPr>
          <p:cNvSpPr>
            <a:spLocks noChangeArrowheads="1"/>
          </p:cNvSpPr>
          <p:nvPr/>
        </p:nvSpPr>
        <p:spPr bwMode="auto">
          <a:xfrm>
            <a:off x="1286352" y="5319974"/>
            <a:ext cx="7142162" cy="59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网页浏览。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1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651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代码组成结构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3038" y="2084610"/>
            <a:ext cx="847792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&lt;!DOCTYPE html&gt;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&lt;html&gt;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&lt;head&gt;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	&lt;meta charset="utf-8" /&gt;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	&lt;title&gt;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第一个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html5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页面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&lt;/title&gt;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&lt;/head&gt;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&lt;body&gt;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	Hello HTML5!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&lt;/body&gt;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9400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3831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 err="1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Doctype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title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meta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</a:t>
            </a:r>
            <a:r>
              <a:rPr lang="zh-CN" altLang="en-US" sz="32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98582" y="1928920"/>
            <a:ext cx="4802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DOCTYPE&gt;HTML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是什么版本。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0" name="文本框 9">
            <a:extLst/>
          </p:cNvPr>
          <p:cNvSpPr txBox="1">
            <a:spLocks noChangeAspect="1"/>
          </p:cNvSpPr>
          <p:nvPr/>
        </p:nvSpPr>
        <p:spPr>
          <a:xfrm>
            <a:off x="460375" y="2004984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文本框 10">
            <a:extLst/>
          </p:cNvPr>
          <p:cNvSpPr txBox="1">
            <a:spLocks noChangeAspect="1"/>
          </p:cNvSpPr>
          <p:nvPr/>
        </p:nvSpPr>
        <p:spPr>
          <a:xfrm>
            <a:off x="460375" y="299528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>
            <a:extLst/>
          </p:cNvPr>
          <p:cNvSpPr txBox="1">
            <a:spLocks noChangeAspect="1"/>
          </p:cNvSpPr>
          <p:nvPr/>
        </p:nvSpPr>
        <p:spPr>
          <a:xfrm>
            <a:off x="474329" y="4132827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>
            <a:extLst/>
          </p:cNvPr>
          <p:cNvSpPr txBox="1">
            <a:spLocks noChangeAspect="1"/>
          </p:cNvSpPr>
          <p:nvPr/>
        </p:nvSpPr>
        <p:spPr>
          <a:xfrm>
            <a:off x="484962" y="4984908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>
            <a:extLst/>
          </p:cNvPr>
          <p:cNvSpPr txBox="1">
            <a:spLocks noChangeAspect="1"/>
          </p:cNvSpPr>
          <p:nvPr/>
        </p:nvSpPr>
        <p:spPr>
          <a:xfrm>
            <a:off x="484962" y="5731033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81100" y="2437024"/>
            <a:ext cx="75163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&lt;meta&gt;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标签是用来描述一个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页面文档的属性，可提供有关页面的元信息，例如作者、日期和时间、网页描述、关键词、页面刷新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等。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81100" y="4089661"/>
            <a:ext cx="7393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&lt;title&gt;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标签是用来定义一个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页面文档的标题。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253461" y="5609843"/>
            <a:ext cx="355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&lt;!--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注释的内容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--&gt;</a:t>
            </a:r>
          </a:p>
        </p:txBody>
      </p:sp>
      <p:sp>
        <p:nvSpPr>
          <p:cNvPr id="21" name="矩形 20"/>
          <p:cNvSpPr/>
          <p:nvPr/>
        </p:nvSpPr>
        <p:spPr>
          <a:xfrm>
            <a:off x="1181100" y="4900826"/>
            <a:ext cx="6262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&lt;body&gt;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标签用来定义页面文档的主体。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505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70069" y="3555036"/>
            <a:ext cx="5892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1  html5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静态网站开发概述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866</TotalTime>
  <Words>1591</Words>
  <Application>Microsoft Office PowerPoint</Application>
  <PresentationFormat>全屏显示(4:3)</PresentationFormat>
  <Paragraphs>247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462</cp:revision>
  <dcterms:created xsi:type="dcterms:W3CDTF">2014-11-08T02:42:00Z</dcterms:created>
  <dcterms:modified xsi:type="dcterms:W3CDTF">2018-07-19T03:20:56Z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