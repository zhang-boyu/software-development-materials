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395" r:id="rId9"/>
    <p:sldId id="409" r:id="rId10"/>
    <p:sldId id="396" r:id="rId11"/>
    <p:sldId id="397" r:id="rId12"/>
    <p:sldId id="408" r:id="rId13"/>
    <p:sldId id="398" r:id="rId14"/>
    <p:sldId id="410" r:id="rId15"/>
    <p:sldId id="344" r:id="rId16"/>
    <p:sldId id="341" r:id="rId17"/>
    <p:sldId id="368" r:id="rId18"/>
    <p:sldId id="347" r:id="rId19"/>
  </p:sldIdLst>
  <p:sldSz cx="12198350" cy="6858000"/>
  <p:notesSz cx="6858000" cy="9144000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60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34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23230" y="378904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定义一个圆的半径，从而计算圆的面积。提示圆的面积公式为PI*r*r，其中PI是常量3.14，r是圆的半径（半径的定义为：int r=5;）。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905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整型常量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浮点数常量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6605588" y="432530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字符常量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6589078" y="4667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字符串常量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5"/>
          <p:cNvSpPr>
            <a:spLocks noChangeArrowheads="1"/>
          </p:cNvSpPr>
          <p:nvPr/>
        </p:nvSpPr>
        <p:spPr bwMode="auto">
          <a:xfrm>
            <a:off x="6589078" y="501300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布尔常量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6605588" y="540035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null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常量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0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4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6" grpId="0" bldLvl="0" autoUpdateAnimBg="0"/>
      <p:bldP spid="5138" grpId="0" bldLvl="0" autoUpdateAnimBg="0"/>
      <p:bldP spid="5139" grpId="0" bldLvl="0" autoUpdateAnimBg="0"/>
      <p:bldP spid="3" grpId="0" bldLvl="0" autoUpdateAnimBg="0"/>
      <p:bldP spid="2" grpId="0" bldLvl="0" autoUpdateAnimBg="0"/>
      <p:bldP spid="4" grpId="0" bldLvl="0" autoUpdateAnimBg="0"/>
      <p:bldP spid="6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3622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86068" y="1245494"/>
            <a:ext cx="17043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08430" y="2747645"/>
            <a:ext cx="93732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常量就是在程序中固定不变的值，是不能改变的数据。例如数字2字符’b’浮点数2.5等都是常量。在Java中常量包括整型常量，浮点数常量、字符和字符串常量布尔常量等。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163320" y="2375535"/>
            <a:ext cx="9864090" cy="262636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>
            <a:off x="1163320" y="237553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93"/>
          <p:cNvSpPr/>
          <p:nvPr/>
        </p:nvSpPr>
        <p:spPr>
          <a:xfrm rot="10800000">
            <a:off x="10643235" y="45154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整型常量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690" y="2032181"/>
            <a:ext cx="100635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整型常量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是整数类型的数据，有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八进制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种表示形式，具体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二进制：由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的数字序列。从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JDK 7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开始，允许使用字面值表示二进制数，前面要以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开头，目的是为了和十进制进行区分，如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0b01101100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0B10110101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八进制：以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开头并且其后由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0~7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内（包括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）的整数组成的数字序列，如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0342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整型常量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1405" y="1941344"/>
            <a:ext cx="1006351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952500" lvl="1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十进制：由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0~9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）的整数组成的数字序列，第一位不能是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本身除外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十六进制：以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开头并且其后由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0~9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A~F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，字母不区分大小写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组成的数字序列，如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0x25AF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0xaf3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0Xff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43635" y="4587240"/>
            <a:ext cx="1006348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注意：在程序中为了标明不同的进制，数据都有特定的标识，八进制必须以</a:t>
            </a:r>
            <a:r>
              <a:rPr lang="en-US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开头，如</a:t>
            </a:r>
            <a:r>
              <a:rPr lang="en-US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0711</a:t>
            </a: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0123</a:t>
            </a: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；十六进制必须以</a:t>
            </a:r>
            <a:r>
              <a:rPr lang="en-US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0x</a:t>
            </a: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0X</a:t>
            </a: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开头，如</a:t>
            </a:r>
            <a:r>
              <a:rPr lang="en-US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0xaf3</a:t>
            </a: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0Xff</a:t>
            </a: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；整数以十进制表示时，第一位不能是</a:t>
            </a:r>
            <a:r>
              <a:rPr lang="en-US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sz="20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本身除外。</a:t>
            </a:r>
            <a:endParaRPr lang="zh-CN" altLang="en-US" sz="2000" b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浮点数常量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43691" y="2124940"/>
            <a:ext cx="100635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浮点数常量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就是在数学中用到的小数，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中的浮点数分为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单精度浮点数（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双精度浮点数（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两种类型。其中，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单精度浮点数后面以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双精度浮点数则以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。当然，在使用浮点数时也可以在结尾处不加任何的后缀，此时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JVM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会默认浮点数为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double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类型的浮点数。浮点数常量还可以通过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形式表示。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/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16860" y="4371340"/>
            <a:ext cx="6555740" cy="139065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3857625" y="4584700"/>
            <a:ext cx="4503420" cy="922020"/>
          </a:xfrm>
          <a:prstGeom prst="rect">
            <a:avLst/>
          </a:prstGeom>
        </p:spPr>
        <p:txBody>
          <a:bodyPr wrap="square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2e3f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3.84d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0f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3.6d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5.022e+23f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常量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3691" y="2055801"/>
            <a:ext cx="1006351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字符常量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用于表示一个字符，一个字符常量要用一对英文半角格式的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单引号（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''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）括起来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。字符常量可以是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英文字母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标点符号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、以及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由转义序列表示的特殊字符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。具体示例如下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/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1160" y="3501794"/>
            <a:ext cx="23600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'a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  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'1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 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'&amp;'  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'\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r'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'\u0000'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11160" y="3501794"/>
            <a:ext cx="2360046" cy="1512000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标注 9"/>
          <p:cNvSpPr/>
          <p:nvPr/>
        </p:nvSpPr>
        <p:spPr>
          <a:xfrm>
            <a:off x="5879206" y="3611122"/>
            <a:ext cx="3744000" cy="2736000"/>
          </a:xfrm>
          <a:prstGeom prst="wedgeRoundRectCallout">
            <a:avLst>
              <a:gd name="adj1" fmla="val -113252"/>
              <a:gd name="adj2" fmla="val -8483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879206" y="3683121"/>
            <a:ext cx="3744000" cy="258532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‘\u0000’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表示一个空白字符，即在单引号之间没有任何字符。之所以能这样表示，是因为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采用的是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Unicode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字符集，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Unicode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字符以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\u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开头，空白字符在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Unicode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码表中对应的值为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‘\u0000‘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常量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43691" y="1941465"/>
            <a:ext cx="10063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字符串常量用于表示一串连续的字符，一个字符串常量要用一对英文半角格式的双引号（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"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）括起来，具体示例如下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/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62995" y="3382578"/>
            <a:ext cx="2360046" cy="23462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"HelloWorld"  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"123"  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"Welcome \n XXX"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""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标注 11"/>
          <p:cNvSpPr/>
          <p:nvPr/>
        </p:nvSpPr>
        <p:spPr>
          <a:xfrm rot="5400000">
            <a:off x="6575683" y="2139601"/>
            <a:ext cx="2200354" cy="3924686"/>
          </a:xfrm>
          <a:prstGeom prst="wedgeRoundRectCallout">
            <a:avLst>
              <a:gd name="adj1" fmla="val -15073"/>
              <a:gd name="adj2" fmla="val 75248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55860" y="3159635"/>
            <a:ext cx="3240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一个字符串可以包含一个字符或多个字符，也可以不包含任何字符，即长度为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62995" y="3317503"/>
            <a:ext cx="2359261" cy="2416291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布尔常量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5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57605" y="2038350"/>
            <a:ext cx="98069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常量即布尔型的值，用于区分事物的真与假。布尔常量有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两个值。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/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null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常量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6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2690" y="198882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null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常量只有一个值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null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，表示对象的引用为空。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5473065" y="3750310"/>
            <a:ext cx="5680710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定义一个圆的半径，从而计算圆的面积。提示圆的面积公式为PI*r*r，其中PI是常量3.14，r是圆的半径（半径的定义为：int r=5;）。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6" grpId="0" bldLvl="0" autoUpdateAnimBg="0"/>
      <p:bldP spid="5137" grpId="0" bldLvl="0" autoUpdateAnimBg="0"/>
      <p:bldP spid="5137" grpId="1" bldLvl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690495"/>
            <a:ext cx="964755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Example03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  	  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	final double PI=3.14;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	int r = 5;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	double area=PI*r*r;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	System.out.println("圆的面积为："+area);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29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715" y="3068955"/>
            <a:ext cx="4340860" cy="1368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52.45,&quot;left&quot;:90.05,&quot;top&quot;:87.05,&quot;width&quot;:186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UNIT_PLACING_PICTURE_USER_VIEWPORT" val="{&quot;height&quot;:2190,&quot;width&quot;:10324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COMMONDATA" val="eyJoZGlkIjoiZjNjMmJiYWQ1NjYxMzU5Y2Q4YWViZjliZTZhYjA5ODEifQ=="/>
  <p:tag name="commondata" val="eyJoZGlkIjoiN2JmMjBlMDBhZmM4YWY3MjlkMjk5NGJkZjE0OGIwNWY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1747</Words>
  <Application>WPS 演示</Application>
  <PresentationFormat>自定义</PresentationFormat>
  <Paragraphs>178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Administrator</cp:lastModifiedBy>
  <cp:revision>514</cp:revision>
  <dcterms:created xsi:type="dcterms:W3CDTF">2015-03-26T06:11:00Z</dcterms:created>
  <dcterms:modified xsi:type="dcterms:W3CDTF">2024-10-11T02:03:11Z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646148AAFCAF4729B8DBE62036013F1C_13</vt:lpwstr>
  </property>
</Properties>
</file>