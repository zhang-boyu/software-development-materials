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8" r:id="rId3"/>
    <p:sldId id="373" r:id="rId5"/>
    <p:sldId id="374" r:id="rId6"/>
    <p:sldId id="340" r:id="rId7"/>
    <p:sldId id="353" r:id="rId8"/>
    <p:sldId id="395" r:id="rId9"/>
    <p:sldId id="396" r:id="rId10"/>
    <p:sldId id="397" r:id="rId11"/>
    <p:sldId id="408" r:id="rId12"/>
    <p:sldId id="398" r:id="rId13"/>
    <p:sldId id="344" r:id="rId14"/>
    <p:sldId id="341" r:id="rId15"/>
    <p:sldId id="368" r:id="rId16"/>
    <p:sldId id="347" r:id="rId17"/>
  </p:sldIdLst>
  <p:sldSz cx="12198350" cy="6858000"/>
  <p:notesSz cx="6858000" cy="9144000"/>
  <p:custDataLst>
    <p:tags r:id="rId21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9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159"/>
        <p:guide pos="39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gs" Target="tags/tag33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6819583" y="1403033"/>
            <a:ext cx="484981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  <p:pic>
        <p:nvPicPr>
          <p:cNvPr id="3079" name="Picture 10" descr="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549275"/>
            <a:ext cx="4941888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16855" y="3789045"/>
            <a:ext cx="5800725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对任务2-1中实现的代码，进行注释。对文件2-1中的第一行代码用单行注释，第三行代码用多行注释。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单行注释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136" name="矩形 3"/>
          <p:cNvSpPr>
            <a:spLocks noChangeArrowheads="1"/>
          </p:cNvSpPr>
          <p:nvPr/>
        </p:nvSpPr>
        <p:spPr bwMode="auto">
          <a:xfrm>
            <a:off x="6605588" y="4108768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多行注释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6605588" y="432530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文档注释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139" name="矩形 6"/>
          <p:cNvSpPr>
            <a:spLocks noChangeArrowheads="1"/>
          </p:cNvSpPr>
          <p:nvPr/>
        </p:nvSpPr>
        <p:spPr bwMode="auto">
          <a:xfrm>
            <a:off x="6605588" y="468534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矩形 6"/>
          <p:cNvSpPr>
            <a:spLocks noChangeArrowheads="1"/>
          </p:cNvSpPr>
          <p:nvPr/>
        </p:nvSpPr>
        <p:spPr bwMode="auto">
          <a:xfrm>
            <a:off x="6603048" y="504856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5"/>
          <p:cNvSpPr>
            <a:spLocks noChangeArrowheads="1"/>
          </p:cNvSpPr>
          <p:nvPr/>
        </p:nvSpPr>
        <p:spPr bwMode="auto">
          <a:xfrm>
            <a:off x="6589078" y="466756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注释嵌套</a:t>
            </a: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0" dur="1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5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2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0" dur="1000"/>
                                        <p:tgtEl>
                                          <p:spTgt spid="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2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4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5" grpId="0" bldLvl="0" autoUpdateAnimBg="0"/>
      <p:bldP spid="5136" grpId="0" bldLvl="0" autoUpdateAnimBg="0"/>
      <p:bldP spid="5138" grpId="0" bldLvl="0" autoUpdateAnimBg="0"/>
      <p:bldP spid="5139" grpId="0" bldLvl="0" autoUpdateAnimBg="0"/>
      <p:bldP spid="3" grpId="0" bldLvl="0" autoUpdateAnimBg="0"/>
      <p:bldP spid="2" grpId="0" bldLvl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236220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86068" y="1245494"/>
            <a:ext cx="170434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中的注释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08430" y="2747645"/>
            <a:ext cx="937323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Java注释就是用通俗易懂的语言对代码进行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描述或解释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，以达到快速、准确地理解代码的目的。注释可以是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编程思路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，也可以是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功能描述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或者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程序的作用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，总之就是对代码的进一步阐述。Java注释只在Java源文件中有效，在编译程序时编译器会忽略这些注释，不会将其编译到字节码文件中。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163320" y="2375535"/>
            <a:ext cx="9864090" cy="262636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>
            <a:off x="1163320" y="237553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矩形 93"/>
          <p:cNvSpPr/>
          <p:nvPr/>
        </p:nvSpPr>
        <p:spPr>
          <a:xfrm rot="10800000">
            <a:off x="10643235" y="451548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单行注释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20" name="MH_Text_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970817" y="2099832"/>
            <a:ext cx="6364029" cy="1440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defTabSz="914400" fontAlgn="auto">
              <a:lnSpc>
                <a:spcPct val="150000"/>
              </a:lnSpc>
              <a:defRPr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单行注释用于对程序中的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某一行代码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进行解释，一般用来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注释局部变量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。单行注释用符号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表示，“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”后面为被注释的内容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8190" y="4055745"/>
            <a:ext cx="6555740" cy="93345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140710" y="4269105"/>
            <a:ext cx="4503420" cy="50673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 c = 10;      // 定义一个整型变量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多行注释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20" name="MH_Text_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329592" y="2099832"/>
            <a:ext cx="6364029" cy="1440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defTabSz="914400" fontAlgn="auto">
              <a:lnSpc>
                <a:spcPct val="150000"/>
              </a:lnSpc>
              <a:defRPr/>
            </a:pP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多行注释顾名思义就是注释的内容可以为</a:t>
            </a:r>
            <a:r>
              <a:rPr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多行</a:t>
            </a: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，它以符号“</a:t>
            </a:r>
            <a:r>
              <a:rPr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/*</a:t>
            </a: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”开头，以符号“</a:t>
            </a:r>
            <a:r>
              <a:rPr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*/</a:t>
            </a: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”结尾。多行注释具体示例如下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700" y="4055745"/>
            <a:ext cx="6555740" cy="139065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858260" y="4269105"/>
            <a:ext cx="4503420" cy="922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/*  int c = 10; 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int x = 5; */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文档注释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20" name="MH_Text_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329592" y="2099832"/>
            <a:ext cx="6364029" cy="1440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defTabSz="914400" fontAlgn="auto">
              <a:lnSpc>
                <a:spcPct val="150000"/>
              </a:lnSpc>
              <a:defRPr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文档注释是以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/**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开头，并在注释内容末尾以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结束。文档注释是对一段代码概括性的解释说明，可以使用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javadoc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命令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将文档注释提取出来生成帮助文档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6965" y="4055745"/>
            <a:ext cx="6555740" cy="196596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858260" y="4125595"/>
            <a:ext cx="4503420" cy="175323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/**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*@author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张三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*@version 1.0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*/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文档注释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32610" y="1296035"/>
            <a:ext cx="903859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javadoc工具提供了一些标签用于文档注释，常用的标签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，具体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2041832" y="2011839"/>
          <a:ext cx="8229600" cy="456057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098165"/>
                <a:gridCol w="5131435"/>
              </a:tblGrid>
              <a:tr h="52006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标签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 fontAlgn="auto">
                        <a:lnSpc>
                          <a:spcPct val="150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         </a:t>
                      </a: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@author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标识作者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 fontAlgn="auto">
                        <a:lnSpc>
                          <a:spcPct val="150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         </a:t>
                      </a: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@deprecated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标识过期的类或成员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 fontAlgn="auto">
                        <a:lnSpc>
                          <a:spcPct val="150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         </a:t>
                      </a: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@exception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标识抛出的异常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 fontAlgn="auto">
                        <a:lnSpc>
                          <a:spcPct val="150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         </a:t>
                      </a: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@param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标识方法的参数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 fontAlgn="auto">
                        <a:lnSpc>
                          <a:spcPct val="150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         </a:t>
                      </a: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@return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标识方法的返回值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 fontAlgn="auto">
                        <a:lnSpc>
                          <a:spcPct val="150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         </a:t>
                      </a: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@see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标识指定参数的内容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 fontAlgn="auto">
                        <a:lnSpc>
                          <a:spcPct val="150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         </a:t>
                      </a: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@serial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标识序列化属性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 fontAlgn="auto">
                        <a:lnSpc>
                          <a:spcPct val="150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         </a:t>
                      </a: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@version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标识版本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 fontAlgn="auto">
                        <a:lnSpc>
                          <a:spcPct val="150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         </a:t>
                      </a: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@throws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标识引入一个特定的变化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注释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嵌套使用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43635" y="2548890"/>
            <a:ext cx="88265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多行注释“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/*…*/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”中可以嵌套使用单行注释“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//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，具体示例如下。</a:t>
            </a:r>
            <a:endParaRPr 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570" y="3703955"/>
            <a:ext cx="8178800" cy="933450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2580005" y="3714750"/>
            <a:ext cx="7531100" cy="922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/*  int c = 10;   // 定义一个整型的c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int x = 5; */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252220" y="1362075"/>
            <a:ext cx="1019111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在Java语言中，有的注释可以</a:t>
            </a:r>
            <a:r>
              <a:rPr 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嵌套</a:t>
            </a:r>
            <a:r>
              <a:rPr 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使用，有的则不可以，</a:t>
            </a:r>
            <a:endParaRPr 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下面列举两种具体的情况。</a:t>
            </a:r>
            <a:endParaRPr 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143635" y="5096510"/>
            <a:ext cx="950087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上面这种情况是可以编译通过的，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允许多行注释“/*…*/”中可以嵌套使用单行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注释“//”</a:t>
            </a:r>
            <a:r>
              <a:rPr 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6" name="矩形 3"/>
          <p:cNvSpPr>
            <a:spLocks noChangeArrowheads="1"/>
          </p:cNvSpPr>
          <p:nvPr/>
        </p:nvSpPr>
        <p:spPr bwMode="auto">
          <a:xfrm>
            <a:off x="5473065" y="3750310"/>
            <a:ext cx="568071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对任务2-1中实现的代码，进行注释。对文件2-1中的第一行代码用单行注释，第三行代码用多行注释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6" grpId="0" bldLvl="0" autoUpdateAnimBg="0"/>
      <p:bldP spid="5137" grpId="0" bldLvl="0" autoUpdateAnimBg="0"/>
      <p:bldP spid="5137" grpId="1" bldLvl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实现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690495"/>
            <a:ext cx="964755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1 </a:t>
            </a:r>
            <a:r>
              <a:rPr 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</a:t>
            </a:r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public class Example02 {      //定义一个Example02类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2</a:t>
            </a:r>
            <a:r>
              <a:rPr 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</a:t>
            </a:r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public static void main(String[] args) {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3	/*通过System.out.println这一输出语句，输出了学生信息，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4	 * 按照任务要求，将输出的学生信息分两行书写.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5	</a:t>
            </a:r>
            <a:r>
              <a:rPr 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</a:t>
            </a:r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*/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6	</a:t>
            </a:r>
            <a:r>
              <a:rPr 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</a:t>
            </a:r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System.out.println("我是软件2401班学号为001的学生，"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7				+ "我叫笑笑今年19岁。");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8</a:t>
            </a:r>
            <a:r>
              <a:rPr 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</a:t>
            </a:r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}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9  </a:t>
            </a:r>
            <a:r>
              <a:rPr 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</a:t>
            </a:r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}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代码实现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截图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21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5305" y="2852420"/>
            <a:ext cx="5736590" cy="10712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52.45,&quot;left&quot;:90.05,&quot;top&quot;:87.05,&quot;width&quot;:186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MH" val="20170719143502"/>
  <p:tag name="MH_LIBRARY" val="GRAPHIC"/>
  <p:tag name="MH_TYPE" val="Text"/>
  <p:tag name="MH_ORDER" val="1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MH" val="20170719143502"/>
  <p:tag name="MH_LIBRARY" val="GRAPHIC"/>
  <p:tag name="MH_TYPE" val="Text"/>
  <p:tag name="MH_ORDER" val="1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MH" val="20170719143502"/>
  <p:tag name="MH_LIBRARY" val="GRAPHIC"/>
  <p:tag name="MH_TYPE" val="Text"/>
  <p:tag name="MH_ORDER" val="1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UNIT_TABLE_BEAUTIFY" val="smartTable{1c1f46c1-1a22-4587-a1be-2e906e0a59b8}"/>
  <p:tag name="TABLE_ENDDRAG_ORIGIN_RECT" val="648*359"/>
  <p:tag name="TABLE_ENDDRAG_RECT" val="130*157*648*359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3.xml><?xml version="1.0" encoding="utf-8"?>
<p:tagLst xmlns:p="http://schemas.openxmlformats.org/presentationml/2006/main">
  <p:tag name="COMMONDATA" val="eyJoZGlkIjoiZjNjMmJiYWQ1NjYxMzU5Y2Q4YWViZjliZTZhYjA5ODEifQ=="/>
  <p:tag name="commondata" val="eyJoZGlkIjoiN2JmMjBlMDBhZmM4YWY3MjlkMjk5NGJkZjE0OGIwNWY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1401</Words>
  <Application>WPS 演示</Application>
  <PresentationFormat>自定义</PresentationFormat>
  <Paragraphs>189</Paragraphs>
  <Slides>14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3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Times New Roman</vt:lpstr>
      <vt:lpstr>Arial Unicode MS</vt:lpstr>
      <vt:lpstr>黑体</vt:lpstr>
      <vt:lpstr>等线</vt:lpstr>
      <vt:lpstr>汉仪雅酷黑简</vt:lpstr>
      <vt:lpstr>方正公文小标宋</vt:lpstr>
      <vt:lpstr>汉仪尚巍手书W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511</cp:revision>
  <dcterms:created xsi:type="dcterms:W3CDTF">2015-03-26T06:11:00Z</dcterms:created>
  <dcterms:modified xsi:type="dcterms:W3CDTF">2025-10-22T03:06:16Z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4A8E64DB910241F0BC148DF5B0D82FC6_13</vt:lpwstr>
  </property>
</Properties>
</file>