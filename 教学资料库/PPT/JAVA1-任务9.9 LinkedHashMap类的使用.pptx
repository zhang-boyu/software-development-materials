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503" r:id="rId8"/>
    <p:sldId id="502" r:id="rId9"/>
    <p:sldId id="512" r:id="rId10"/>
    <p:sldId id="513" r:id="rId11"/>
    <p:sldId id="505" r:id="rId12"/>
    <p:sldId id="456" r:id="rId13"/>
    <p:sldId id="514" r:id="rId14"/>
    <p:sldId id="458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LinkedHashMap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类的集合，并向该集合存储键和值，输出集合中所有指定的键的值。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LinkedHashMap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588" y="422116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LinkedHashMap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类的方法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LinkedHashMap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集合并不保证集合元素存入和取出的顺序。如果想让这两个顺序一致，可以使用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Java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中提供的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LinkedHashMa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类，它是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的子类，和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Linkedlist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一样也使用双向链表来维护内部元素的关系，使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LinkedHashMap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元素迭代的顺序与存入的顺序一致。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LinkedHashMap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6835" y="2277110"/>
            <a:ext cx="9949815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创建一个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对象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LinkedHashMap&lt;String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Integer&gt; linkedHashMap = new LinkedHashMap&lt;&gt;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添加元素到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linkedHashMap.put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"one"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linkedHashMap.put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"two"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2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linkedHashMap.put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"three"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3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LinkedHashMap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6835" y="2277110"/>
            <a:ext cx="9949815" cy="43230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3.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遍历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）使用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for-each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循环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for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Map.Entry&lt;String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Integer&gt; entry : linkedHashMap.entrySet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{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System.out.println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"Key = " + entry.getKey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+ 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Value = " + entry.getValue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}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）使用迭代器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Iterator&lt;Map.Entry&lt;String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Integer&gt;&gt;iterator = linkedHashMap.entrySet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.iterator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while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iterator.hasNext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{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Map.Entry&lt;String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Integer&gt; entry = iterator.next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System.out.println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"Key = " + entry.getKey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+ 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 Value = " + entry.getValue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}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6507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LinkedHashMap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类的方法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46835" y="2277110"/>
            <a:ext cx="9949815" cy="43230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4.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获取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的大小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int size = linkedHashMap.size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5.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检查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是否包含特定的键或值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boolean containsKey = linkedHashMap.containsKey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"one"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boolean containsValue = linkedHashMap.containsValue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6.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获取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的特定元素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Integer value = linkedHashMap.get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"one"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7.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删除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的特定元素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LinkedHashMap.remove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"one"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;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8.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清空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</a:t>
            </a:r>
            <a:endParaRPr lang="en-US" altLang="zh-CN" sz="20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linkedHashMap.clear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（）。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LinkedHashMap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类的集合，并向该集合存储键和值，输出集合中所有指定的键的值。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LinkedHashMap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9-18 Example17.java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java.util.*;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Example17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  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     LinkedHashMap map = new LinkedHashMap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创建</a:t>
            </a:r>
            <a:r>
              <a:rPr lang="en-US" altLang="zh-CN" sz="2000">
                <a:latin typeface="Times New Roman" panose="02020603050405020304"/>
              </a:rPr>
              <a:t>LinkedHashMap</a:t>
            </a:r>
            <a:r>
              <a:rPr lang="zh-CN" altLang="en-US" sz="2000">
                <a:latin typeface="Times New Roman" panose="02020603050405020304"/>
              </a:rPr>
              <a:t>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"3"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张华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 // </a:t>
            </a:r>
            <a:r>
              <a:rPr lang="zh-CN" altLang="en-US" sz="2000">
                <a:latin typeface="Times New Roman" panose="02020603050405020304"/>
              </a:rPr>
              <a:t>存储键和值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"2"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李磊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  map.put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"1"</a:t>
            </a:r>
            <a:r>
              <a:rPr lang="zh-CN" altLang="en-US" sz="2000">
                <a:latin typeface="Times New Roman" panose="02020603050405020304"/>
              </a:rPr>
              <a:t>，</a:t>
            </a:r>
            <a:r>
              <a:rPr lang="en-US" altLang="zh-CN" sz="2000">
                <a:latin typeface="Times New Roman" panose="02020603050405020304"/>
              </a:rPr>
              <a:t> "</a:t>
            </a:r>
            <a:r>
              <a:rPr lang="zh-CN" altLang="en-US" sz="2000">
                <a:latin typeface="Times New Roman" panose="02020603050405020304"/>
              </a:rPr>
              <a:t>王智</a:t>
            </a:r>
            <a:r>
              <a:rPr lang="en-US" altLang="zh-CN" sz="2000">
                <a:latin typeface="Times New Roman" panose="02020603050405020304"/>
              </a:rPr>
              <a:t>"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  Set keySet = map.keySet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 Iterator it = keySet.iterator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10   while 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it.hasNext</a:t>
            </a:r>
            <a:r>
              <a:rPr lang="zh-CN" altLang="en-US" sz="2000">
                <a:latin typeface="Times New Roman" panose="02020603050405020304"/>
              </a:rPr>
              <a:t>（））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LinkedHashMap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9-18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9-18 Example17.java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6925" y="299720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    Object key = it.next</a:t>
            </a:r>
            <a:r>
              <a:rPr lang="zh-CN" altLang="en-US" sz="2000">
                <a:latin typeface="Times New Roman" panose="02020603050405020304"/>
                <a:sym typeface="+mn-ea"/>
              </a:rPr>
              <a:t>（）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   Object value = map.get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 // </a:t>
            </a:r>
            <a:r>
              <a:rPr lang="zh-CN" altLang="en-US" sz="2000">
                <a:latin typeface="Times New Roman" panose="02020603050405020304"/>
                <a:sym typeface="+mn-ea"/>
              </a:rPr>
              <a:t>获取每个键所对应的值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   System.out.println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key + ":" + value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 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16 }</a:t>
            </a: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9-18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9-27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6970" y="443674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9-27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9-18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815" y="2756535"/>
            <a:ext cx="4091940" cy="1595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WPS 演示</Application>
  <PresentationFormat>自定义</PresentationFormat>
  <Paragraphs>178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558</cp:revision>
  <dcterms:created xsi:type="dcterms:W3CDTF">2015-03-26T06:11:00Z</dcterms:created>
  <dcterms:modified xsi:type="dcterms:W3CDTF">2025-07-12T02:39:51Z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C97E8817803A4BE2AC4668F01E13741A_13</vt:lpwstr>
  </property>
</Properties>
</file>