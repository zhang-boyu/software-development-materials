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408" r:id="rId9"/>
    <p:sldId id="411" r:id="rId10"/>
    <p:sldId id="429" r:id="rId11"/>
    <p:sldId id="430" r:id="rId12"/>
    <p:sldId id="344" r:id="rId13"/>
    <p:sldId id="341" r:id="rId14"/>
    <p:sldId id="368" r:id="rId15"/>
    <p:sldId id="423" r:id="rId16"/>
    <p:sldId id="424" r:id="rId17"/>
    <p:sldId id="347" r:id="rId18"/>
  </p:sldIdLst>
  <p:sldSz cx="12198350" cy="6858000"/>
  <p:notesSz cx="6858000" cy="9144000"/>
  <p:custDataLst>
    <p:tags r:id="rId2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59"/>
        <p:guide pos="3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26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7425" y="3645535"/>
            <a:ext cx="694944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子任务1 : 定义整数型变量a的值是10，计算b1=a++与b2=++a的值。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子任务2 : 定义整数型变量a的值是1，b的值为2，计算a + b++的值。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算术运算符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9" name="矩形 6"/>
          <p:cNvSpPr>
            <a:spLocks noChangeArrowheads="1"/>
          </p:cNvSpPr>
          <p:nvPr/>
        </p:nvSpPr>
        <p:spPr bwMode="auto">
          <a:xfrm>
            <a:off x="6605588" y="468534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6"/>
          <p:cNvSpPr>
            <a:spLocks noChangeArrowheads="1"/>
          </p:cNvSpPr>
          <p:nvPr/>
        </p:nvSpPr>
        <p:spPr bwMode="auto">
          <a:xfrm>
            <a:off x="6603048" y="5048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9" grpId="0" bldLvl="0" autoUpdateAnimBg="0"/>
      <p:bldP spid="3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20745" y="1367790"/>
            <a:ext cx="782447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sz="2000" b="0">
                <a:solidFill>
                  <a:srgbClr val="59595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算术运算符是最简单、最常用的运算符号。Java中的算术运算符及用法</a:t>
            </a:r>
            <a:r>
              <a:rPr lang="zh-CN" sz="2000" b="0">
                <a:solidFill>
                  <a:srgbClr val="59595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具体如下表所示。</a:t>
            </a:r>
            <a:endParaRPr lang="zh-CN" sz="2000" b="0">
              <a:solidFill>
                <a:srgbClr val="595959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029767" y="2707164"/>
          <a:ext cx="7150813" cy="353885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300480"/>
                <a:gridCol w="2475904"/>
                <a:gridCol w="1700530"/>
                <a:gridCol w="1673899"/>
              </a:tblGrid>
              <a:tr h="462915"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运算符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  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</a:t>
                      </a: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范例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+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正号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+3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-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负号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b=4;-b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-4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232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+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加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5+5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10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-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减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6-4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*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乘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3*4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12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/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除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5/5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Chevron 3"/>
          <p:cNvSpPr/>
          <p:nvPr>
            <p:custDataLst>
              <p:tags r:id="rId2"/>
            </p:custDataLst>
          </p:nvPr>
        </p:nvSpPr>
        <p:spPr>
          <a:xfrm>
            <a:off x="713105" y="1536065"/>
            <a:ext cx="25558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2028" y="167602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算数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运算符及用法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63447" y="2236629"/>
          <a:ext cx="7484745" cy="353885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19225"/>
                <a:gridCol w="2487930"/>
                <a:gridCol w="2244090"/>
                <a:gridCol w="1333500"/>
              </a:tblGrid>
              <a:tr h="46291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运算符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范例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%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取模（即算术中的求余数）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7%5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++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自增（前）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a=2;b=++a;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a=3;b=3;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232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++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自增（后）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a=2;b=a++;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a=3;b=2;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--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自减（前）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a=2;b=--a;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a=1;b=1;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--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自减（后）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a=2;b=a--;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a=1;b=2;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Chevron 3"/>
          <p:cNvSpPr/>
          <p:nvPr>
            <p:custDataLst>
              <p:tags r:id="rId2"/>
            </p:custDataLst>
          </p:nvPr>
        </p:nvSpPr>
        <p:spPr>
          <a:xfrm>
            <a:off x="1000125" y="1105535"/>
            <a:ext cx="25558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99048" y="124549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算数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运算符及用法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算术运算符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1343206" y="2277794"/>
            <a:ext cx="8698891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（1）在进行自增（++）和自减（--）运算时，如果运算符++或--放在操作数的前面，则先进行自增或自减运算，再进行其他运算。反之，如果运算符放在操作数的后面，则先进行其他运算再进行自增或自减运算。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算术运算符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1343206" y="2277794"/>
            <a:ext cx="8698891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（2）在进行除法运算时，当除数和被除数都为整数时，得到的结果也是一个整数。如果除法运算有小数参与，得到的结果会是一个小数。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例如，2510/1000属于整数之间相除，会忽略小数部分，得到的结果是2，而2.5/10的结果为0.25。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48678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算术运算符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TextBox 35"/>
          <p:cNvSpPr txBox="1">
            <a:spLocks noChangeArrowheads="1"/>
          </p:cNvSpPr>
          <p:nvPr/>
        </p:nvSpPr>
        <p:spPr bwMode="auto">
          <a:xfrm>
            <a:off x="1343206" y="2277794"/>
            <a:ext cx="8698891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（3）在进行取模（%）运算时，运算结果的正负取决于被模数（%左边的数）的符号，与模数（%右边的数）的符号无关。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例如，(-5)%3=-2，而5%(-3)=2。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97425" y="3645535"/>
            <a:ext cx="694944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子任务1 : 定义整数型变量a的值是10，计算b1=a++与b2=++a的值。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子任务2 : 定义整数型变量a的值是1，b的值为2，计算a + b++的值。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1-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403475"/>
            <a:ext cx="964755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 public class Example09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    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		int a=10;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	int b;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	System.out.println("a++的值为"+a++);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	System.out.println("++a的值为"+(++a));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		b=a++;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8		System.out.println("b=a++的值为"+b);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9		b=++a;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10		System.out.println("b=++a的值为"+b);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11	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12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运行结果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35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820" y="2743200"/>
            <a:ext cx="4164330" cy="2157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690495"/>
            <a:ext cx="964755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 public class Example10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	  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 		int a = 1;	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	int b = 2;	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	int x = a + b++;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	System.out.println("b="+ b);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		System.out.println("x="+ x);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8	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9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运行结果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36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995" y="2929255"/>
            <a:ext cx="4917440" cy="1857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UNIT_TABLE_BEAUTIFY" val="smartTable{1c1f46c1-1a22-4587-a1be-2e906e0a59b8}"/>
  <p:tag name="TABLE_ENDDRAG_ORIGIN_RECT" val="451*237"/>
  <p:tag name="TABLE_ENDDRAG_RECT" val="114*157*451*237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TABLE_BEAUTIFY" val="smartTable{1c1f46c1-1a22-4587-a1be-2e906e0a59b8}"/>
  <p:tag name="TABLE_ENDDRAG_ORIGIN_RECT" val="589*280"/>
  <p:tag name="TABLE_ENDDRAG_RECT" val="256*179*589*280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COMMONDATA" val="eyJoZGlkIjoiZjNjMmJiYWQ1NjYxMzU5Y2Q4YWViZjliZTZhYjA5ODEifQ=="/>
  <p:tag name="commondata" val="eyJoZGlkIjoiMDNkY2NkMDM0NDA1YWViZGM2YTRhMjRjYmMxZWU1ODg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1358</Words>
  <Application>WPS 演示</Application>
  <PresentationFormat>自定义</PresentationFormat>
  <Paragraphs>236</Paragraphs>
  <Slides>15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8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Bahnschrift</vt:lpstr>
      <vt:lpstr>element</vt:lpstr>
      <vt:lpstr>pt_font.6.13</vt:lpstr>
      <vt:lpstr>pt_font.7.10</vt:lpstr>
      <vt:lpstr>pt_font.8.27</vt:lpstr>
      <vt:lpstr>Segoe UI Semibold</vt:lpstr>
      <vt:lpstr>Tahoma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507</cp:revision>
  <dcterms:created xsi:type="dcterms:W3CDTF">2015-03-26T06:11:00Z</dcterms:created>
  <dcterms:modified xsi:type="dcterms:W3CDTF">2024-10-16T07:40:08Z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A8FAE5A46331441DB917A644E2DD9197_13</vt:lpwstr>
  </property>
</Properties>
</file>