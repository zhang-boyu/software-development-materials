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395" r:id="rId9"/>
    <p:sldId id="407" r:id="rId10"/>
    <p:sldId id="408" r:id="rId11"/>
    <p:sldId id="341" r:id="rId12"/>
    <p:sldId id="368" r:id="rId13"/>
    <p:sldId id="347" r:id="rId14"/>
  </p:sldIdLst>
  <p:sldSz cx="1219835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60"/>
        <p:guide pos="39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4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2168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按照学生成绩的范围（满分100分的情况下），对于各范围成绩给出等级划分即成绩大于等于90分输出优秀，成绩大于等于80分输出良好，成绩大于等于70分输出中等，成绩大于等于60分输出及格，成绩小于60分输出不及格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if...else...if...else语句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语法格式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if...else...if...else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流程图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if...else if...else语句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30935" y="256413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275080" y="3285014"/>
            <a:ext cx="10225106" cy="32918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txBody>
          <a:bodyPr wrap="square">
            <a:spAutoFit/>
          </a:bodyPr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if (判断条件1){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执行语句1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}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else if (判断条件2){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执行语句2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}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……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else if(判断条件n-1){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语句n-1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}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else{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执行语句n</a:t>
            </a:r>
            <a:endParaRPr sz="16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1600" b="0" dirty="0">
                <a:uFillTx/>
                <a:ea typeface="微软雅黑" panose="020B0503020204020204" pitchFamily="34" charset="-122"/>
              </a:rPr>
              <a:t>}</a:t>
            </a:r>
            <a:endParaRPr sz="1600" b="0" dirty="0">
              <a:uFillTx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048" y="26374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if...else if...else语句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30935" y="256413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048" y="26374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执行流程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295" y="594899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</a:pPr>
            <a:r>
              <a:rPr sz="1600">
                <a:ea typeface="宋体" panose="02010600030101010101" pitchFamily="2" charset="-122"/>
              </a:rPr>
              <a:t>图3-5 if...else if...else语句执行流程</a:t>
            </a:r>
            <a:endParaRPr sz="1600">
              <a:ea typeface="宋体" panose="02010600030101010101" pitchFamily="2" charset="-122"/>
            </a:endParaRPr>
          </a:p>
        </p:txBody>
      </p:sp>
      <p:pic>
        <p:nvPicPr>
          <p:cNvPr id="70" name="图片 70" descr="图片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58995" y="1772920"/>
            <a:ext cx="4379595" cy="4154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按照学生成绩的范围（满分100分的情况下），对于各范围成绩给出等级划分即成绩大于等于90分输出优秀，成绩大于等于80分输出良好，成绩大于等于70分输出中等，成绩大于等于60分输出及格，成绩小于60分输出不及格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从键盘输入成绩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判断等级</a:t>
            </a:r>
            <a:endParaRPr lang="en-US" altLang="zh-CN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4688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输出结果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6" grpId="0" bldLvl="0" autoUpdateAnimBg="0"/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338137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结合任务3-3中的描述和知识链接中if...else if...else语句知识点可以得到文件3-3所示的代码：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 b="1">
              <a:latin typeface="+mn-ea"/>
              <a:ea typeface="+mn-ea"/>
              <a:cs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15075" y="620395"/>
            <a:ext cx="3444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800">
                <a:latin typeface="+mn-ea"/>
                <a:ea typeface="+mn-ea"/>
                <a:cs typeface="+mn-ea"/>
                <a:sym typeface="+mn-ea"/>
              </a:rPr>
              <a:t>文件3-3 Example03.Java</a:t>
            </a:r>
            <a:endParaRPr sz="1800">
              <a:latin typeface="+mn-ea"/>
              <a:ea typeface="+mn-ea"/>
              <a:cs typeface="+mn-ea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040" y="1268730"/>
            <a:ext cx="4874260" cy="5379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输出结果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55215" y="206025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3-6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23005" y="450881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+mn-ea"/>
                <a:ea typeface="+mn-ea"/>
                <a:cs typeface="+mn-ea"/>
              </a:rPr>
              <a:t>图3-6文件3-3的运行结果</a:t>
            </a:r>
            <a:endParaRPr sz="1800">
              <a:latin typeface="+mn-ea"/>
              <a:ea typeface="+mn-ea"/>
              <a:cs typeface="+mn-ea"/>
            </a:endParaRPr>
          </a:p>
        </p:txBody>
      </p:sp>
      <p:pic>
        <p:nvPicPr>
          <p:cNvPr id="46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260" y="2612390"/>
            <a:ext cx="3115945" cy="9886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pic>
        <p:nvPicPr>
          <p:cNvPr id="47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275" y="2613025"/>
            <a:ext cx="3168015" cy="987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WPS 演示</Application>
  <PresentationFormat>自定义</PresentationFormat>
  <Paragraphs>123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513</cp:revision>
  <dcterms:created xsi:type="dcterms:W3CDTF">2015-03-26T06:11:00Z</dcterms:created>
  <dcterms:modified xsi:type="dcterms:W3CDTF">2025-09-27T11:24:41Z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426BF15D2CC44BEDA82AFED36183A536_13</vt:lpwstr>
  </property>
</Properties>
</file>