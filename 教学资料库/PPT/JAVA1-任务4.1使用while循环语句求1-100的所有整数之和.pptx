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449" r:id="rId9"/>
    <p:sldId id="420" r:id="rId10"/>
    <p:sldId id="451" r:id="rId11"/>
    <p:sldId id="407" r:id="rId12"/>
    <p:sldId id="341" r:id="rId13"/>
    <p:sldId id="452" r:id="rId14"/>
    <p:sldId id="347" r:id="rId15"/>
  </p:sldIdLst>
  <p:sldSz cx="12198350" cy="6858000"/>
  <p:notesSz cx="6858000" cy="9144000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05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28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while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语句求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～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的所有整数之和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循环结构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语句的语法格式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循环结构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循环结构允许程序多次循环执行相同或相近的任务。在循环结构中，程序会反复执行某个代码块，直到满足某个条件或达到某个特定的执行次数。循环结构通常由循环变量、循环体和循环条件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3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个要素组成。循环变量是一个计数器或标志，用于控制循环的次数或条件。循环体是实际执行的代码块，可以是单个语句或复合语句。循环条件是一个条件表达式，用于控制循环何时停止。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循环结构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当条件表达式的值为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true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时，循环会继续执行；当条件表达式的值为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false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时，循环会停止执行。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Java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中的循环结构提供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while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do...while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for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这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3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种循环语句。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706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 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6835" y="2708910"/>
            <a:ext cx="9272905" cy="444754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while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的中文含义是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的时候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，也就是当条件成立时循环执行对应的代码。例如，要从键盘连续输入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10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位学生的数学成绩。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while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语句是循环结构语句中的基本语句，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语法格式比较简单。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while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语句的语法格式如下：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while (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条件表达式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){ 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语句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094105" y="21717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70218" y="224498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706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 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094105" y="21717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70218" y="2244984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流程图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43095" y="5876925"/>
            <a:ext cx="299529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TT9E365D44tCID"/>
                <a:ea typeface="TT9E365D44tCID"/>
              </a:rPr>
              <a:t>图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4-1 while </a:t>
            </a:r>
            <a:r>
              <a:rPr lang="zh-CN" altLang="en-US" sz="1600">
                <a:solidFill>
                  <a:srgbClr val="000000"/>
                </a:solidFill>
                <a:latin typeface="TT9E365D44tCID"/>
                <a:ea typeface="TT9E365D44tCID"/>
              </a:rPr>
              <a:t>语句的执行流程</a:t>
            </a:r>
            <a:endParaRPr lang="zh-CN" altLang="en-US" sz="1600">
              <a:solidFill>
                <a:srgbClr val="000000"/>
              </a:solidFill>
              <a:latin typeface="TT9E365D44tCID"/>
              <a:ea typeface="TT9E365D44tCID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83050" y="1701165"/>
            <a:ext cx="3711575" cy="3879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确立循环条件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确立循环体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6605588" y="44688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累加和公式的程式化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  <p:bldP spid="2" grpId="0" bldLvl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554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4.1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中的描述和知识链接中</a:t>
            </a:r>
            <a:r>
              <a:rPr lang="zh-CN" sz="2000">
                <a:latin typeface="+mn-ea"/>
                <a:ea typeface="+mn-ea"/>
                <a:cs typeface="+mn-ea"/>
                <a:sym typeface="+mn-ea"/>
              </a:rPr>
              <a:t>相关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564765"/>
            <a:ext cx="7790815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 import java.util.Scanner;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 public class Example01 {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 public static void main(String[] args) {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 int sum=0,i=1; //i </a:t>
            </a:r>
            <a:r>
              <a:rPr lang="zh-CN" altLang="en-US" sz="1800">
                <a:latin typeface="Times New Roman" panose="02020603050405020304"/>
              </a:rPr>
              <a:t>为循环变量，即用于控制循环次数的变量；</a:t>
            </a:r>
            <a:r>
              <a:rPr lang="en-US" altLang="zh-CN" sz="1800">
                <a:latin typeface="Times New Roman" panose="02020603050405020304"/>
              </a:rPr>
              <a:t>sum </a:t>
            </a:r>
            <a:r>
              <a:rPr lang="zh-CN" altLang="en-US" sz="1800">
                <a:latin typeface="Times New Roman" panose="02020603050405020304"/>
              </a:rPr>
              <a:t>变量用来存放累加和</a:t>
            </a:r>
            <a:endParaRPr lang="zh-CN" altLang="en-US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5 while(i&lt;=100){ //i </a:t>
            </a:r>
            <a:r>
              <a:rPr lang="zh-CN" altLang="en-US" sz="1800">
                <a:latin typeface="Times New Roman" panose="02020603050405020304"/>
              </a:rPr>
              <a:t>的值从</a:t>
            </a:r>
            <a:r>
              <a:rPr lang="en-US" altLang="zh-CN" sz="1800">
                <a:latin typeface="Times New Roman" panose="02020603050405020304"/>
              </a:rPr>
              <a:t> 1 </a:t>
            </a:r>
            <a:r>
              <a:rPr lang="zh-CN" altLang="en-US" sz="1800">
                <a:latin typeface="Times New Roman" panose="02020603050405020304"/>
              </a:rPr>
              <a:t>渐增到</a:t>
            </a:r>
            <a:r>
              <a:rPr lang="en-US" altLang="zh-CN" sz="1800">
                <a:latin typeface="Times New Roman" panose="02020603050405020304"/>
              </a:rPr>
              <a:t> 100</a:t>
            </a:r>
            <a:r>
              <a:rPr lang="zh-CN" altLang="en-US" sz="1800">
                <a:latin typeface="Times New Roman" panose="02020603050405020304"/>
              </a:rPr>
              <a:t>，每次增</a:t>
            </a:r>
            <a:r>
              <a:rPr lang="en-US" altLang="zh-CN" sz="1800">
                <a:latin typeface="Times New Roman" panose="02020603050405020304"/>
              </a:rPr>
              <a:t> 1</a:t>
            </a:r>
            <a:r>
              <a:rPr lang="zh-CN" altLang="en-US" sz="1800">
                <a:latin typeface="Times New Roman" panose="02020603050405020304"/>
              </a:rPr>
              <a:t>，共循环</a:t>
            </a:r>
            <a:r>
              <a:rPr lang="en-US" altLang="zh-CN" sz="1800">
                <a:latin typeface="Times New Roman" panose="02020603050405020304"/>
              </a:rPr>
              <a:t> 100 </a:t>
            </a:r>
            <a:r>
              <a:rPr lang="zh-CN" altLang="en-US" sz="1800">
                <a:latin typeface="Times New Roman" panose="02020603050405020304"/>
              </a:rPr>
              <a:t>次</a:t>
            </a:r>
            <a:endParaRPr lang="zh-CN" altLang="en-US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6 sum+=i; //</a:t>
            </a:r>
            <a:r>
              <a:rPr lang="zh-CN" altLang="en-US" sz="1800">
                <a:latin typeface="Times New Roman" panose="02020603050405020304"/>
              </a:rPr>
              <a:t>每次循环，</a:t>
            </a:r>
            <a:r>
              <a:rPr lang="en-US" altLang="zh-CN" sz="1800">
                <a:latin typeface="Times New Roman" panose="02020603050405020304"/>
              </a:rPr>
              <a:t>sum </a:t>
            </a:r>
            <a:r>
              <a:rPr lang="zh-CN" altLang="en-US" sz="1800">
                <a:latin typeface="Times New Roman" panose="02020603050405020304"/>
              </a:rPr>
              <a:t>都累加当前</a:t>
            </a:r>
            <a:r>
              <a:rPr lang="en-US" altLang="zh-CN" sz="1800">
                <a:latin typeface="Times New Roman" panose="02020603050405020304"/>
              </a:rPr>
              <a:t> i </a:t>
            </a:r>
            <a:r>
              <a:rPr lang="zh-CN" altLang="en-US" sz="1800">
                <a:latin typeface="Times New Roman" panose="02020603050405020304"/>
              </a:rPr>
              <a:t>的值</a:t>
            </a:r>
            <a:endParaRPr lang="zh-CN" altLang="en-US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7 i++; //</a:t>
            </a:r>
            <a:r>
              <a:rPr lang="zh-CN" altLang="en-US" sz="1800">
                <a:latin typeface="Times New Roman" panose="02020603050405020304"/>
              </a:rPr>
              <a:t>使循环变量的值发生变化的语句，如果没有此语句，循环将成为死循环</a:t>
            </a:r>
            <a:endParaRPr lang="zh-CN" altLang="en-US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8 }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9 System.out.println("1</a:t>
            </a:r>
            <a:r>
              <a:rPr lang="zh-CN" altLang="en-US" sz="1800">
                <a:latin typeface="Times New Roman" panose="02020603050405020304"/>
              </a:rPr>
              <a:t>～</a:t>
            </a:r>
            <a:r>
              <a:rPr lang="en-US" altLang="zh-CN" sz="1800">
                <a:latin typeface="Times New Roman" panose="02020603050405020304"/>
              </a:rPr>
              <a:t>100 </a:t>
            </a:r>
            <a:r>
              <a:rPr lang="zh-CN" altLang="en-US" sz="1800">
                <a:latin typeface="Times New Roman" panose="02020603050405020304"/>
              </a:rPr>
              <a:t>的所有整数之和是：</a:t>
            </a:r>
            <a:r>
              <a:rPr lang="en-US" altLang="zh-CN" sz="1800">
                <a:latin typeface="Times New Roman" panose="02020603050405020304"/>
              </a:rPr>
              <a:t>"+sum);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10 }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11 }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输出结果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55215" y="206025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-1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18815" y="414813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+mn-ea"/>
                <a:ea typeface="+mn-ea"/>
                <a:cs typeface="+mn-ea"/>
              </a:rPr>
              <a:t>图</a:t>
            </a:r>
            <a:r>
              <a:rPr lang="en-US" altLang="zh-CN" sz="1800">
                <a:latin typeface="+mn-ea"/>
                <a:ea typeface="+mn-ea"/>
                <a:cs typeface="+mn-ea"/>
              </a:rPr>
              <a:t> 4-2 </a:t>
            </a:r>
            <a:r>
              <a:rPr lang="zh-CN" altLang="en-US" sz="1800">
                <a:latin typeface="+mn-ea"/>
                <a:ea typeface="+mn-ea"/>
                <a:cs typeface="+mn-ea"/>
              </a:rPr>
              <a:t>文件</a:t>
            </a:r>
            <a:r>
              <a:rPr lang="en-US" altLang="zh-CN" sz="1800">
                <a:latin typeface="+mn-ea"/>
                <a:ea typeface="+mn-ea"/>
                <a:cs typeface="+mn-ea"/>
              </a:rPr>
              <a:t> 4-1 </a:t>
            </a:r>
            <a:r>
              <a:rPr lang="zh-CN" altLang="en-US" sz="1800">
                <a:latin typeface="+mn-ea"/>
                <a:ea typeface="+mn-ea"/>
                <a:cs typeface="+mn-ea"/>
              </a:rPr>
              <a:t>的运行结果</a:t>
            </a:r>
            <a:endParaRPr lang="zh-CN" altLang="en-US" sz="1800">
              <a:latin typeface="+mn-ea"/>
              <a:ea typeface="+mn-ea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15" y="2996565"/>
            <a:ext cx="5596890" cy="6648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1075</Words>
  <Application>WPS 演示</Application>
  <PresentationFormat>自定义</PresentationFormat>
  <Paragraphs>137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9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TT9E365D44tCID</vt:lpstr>
      <vt:lpstr>Times New Roman</vt:lpstr>
      <vt:lpstr>黑体</vt:lpstr>
      <vt:lpstr>ksdb</vt:lpstr>
      <vt:lpstr>Arial Unicode MS</vt:lpstr>
      <vt:lpstr>等线</vt:lpstr>
      <vt:lpstr>TT9E365D44tCID</vt:lpstr>
      <vt:lpstr>Times New Roman</vt:lpstr>
      <vt:lpstr>专业字体设计服务/WWW.ZTSGC.COM/</vt:lpstr>
      <vt:lpstr>华康俪金黑W8(P)</vt:lpstr>
      <vt:lpstr>经典繁仿黑</vt:lpstr>
      <vt:lpstr>Wonder Arial</vt:lpstr>
      <vt:lpstr>汉仪屏黑 繁</vt:lpstr>
      <vt:lpstr>Metrolite 2 Com Roman</vt:lpstr>
      <vt:lpstr>华康俪金黑W8</vt:lpstr>
      <vt:lpstr>Therese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529</cp:revision>
  <dcterms:created xsi:type="dcterms:W3CDTF">2015-03-26T06:11:00Z</dcterms:created>
  <dcterms:modified xsi:type="dcterms:W3CDTF">2026-01-05T08:50:42Z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2C25C43D271F43F08F76385F70A55701_13</vt:lpwstr>
  </property>
</Properties>
</file>