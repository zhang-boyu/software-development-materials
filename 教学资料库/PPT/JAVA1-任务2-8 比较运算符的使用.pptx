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8" r:id="rId3"/>
    <p:sldId id="373" r:id="rId5"/>
    <p:sldId id="374" r:id="rId6"/>
    <p:sldId id="340" r:id="rId7"/>
    <p:sldId id="353" r:id="rId8"/>
    <p:sldId id="344" r:id="rId9"/>
    <p:sldId id="341" r:id="rId10"/>
    <p:sldId id="368" r:id="rId11"/>
    <p:sldId id="347" r:id="rId12"/>
  </p:sldIdLst>
  <p:sldSz cx="12198350" cy="6858000"/>
  <p:notesSz cx="6858000" cy="9144000"/>
  <p:custDataLst>
    <p:tags r:id="rId16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93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159"/>
        <p:guide pos="39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20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定义整数类型变量x,y的值为0，表达式a = x &gt; 0，b=y++&gt;0,输出a,b的值。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比较</a:t>
            </a: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运算符</a:t>
            </a:r>
            <a:endParaRPr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139" name="矩形 6"/>
          <p:cNvSpPr>
            <a:spLocks noChangeArrowheads="1"/>
          </p:cNvSpPr>
          <p:nvPr/>
        </p:nvSpPr>
        <p:spPr bwMode="auto">
          <a:xfrm>
            <a:off x="6605588" y="468534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矩形 6"/>
          <p:cNvSpPr>
            <a:spLocks noChangeArrowheads="1"/>
          </p:cNvSpPr>
          <p:nvPr/>
        </p:nvSpPr>
        <p:spPr bwMode="auto">
          <a:xfrm>
            <a:off x="6603048" y="5048568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2" presetClass="entr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5135" grpId="0" bldLvl="0" autoUpdateAnimBg="0"/>
      <p:bldP spid="5139" grpId="0" bldLvl="0" autoUpdateAnimBg="0"/>
      <p:bldP spid="3" grpId="0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143691" y="6125361"/>
            <a:ext cx="9576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注意：在比较运算中，不能将比较运算符“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==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”误写成赋值运算符“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zh-CN" sz="2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Chevron 3"/>
          <p:cNvSpPr/>
          <p:nvPr>
            <p:custDataLst>
              <p:tags r:id="rId1"/>
            </p:custDataLst>
          </p:nvPr>
        </p:nvSpPr>
        <p:spPr>
          <a:xfrm>
            <a:off x="569595" y="1105535"/>
            <a:ext cx="2555875" cy="666115"/>
          </a:xfrm>
          <a:prstGeom prst="chevron">
            <a:avLst>
              <a:gd name="adj" fmla="val 43848"/>
            </a:avLst>
          </a:prstGeom>
          <a:solidFill>
            <a:srgbClr val="FFFFFF">
              <a:lumMod val="7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rmAutofit/>
          </a:bodyPr>
          <a:p>
            <a:pPr algn="ctr">
              <a:lnSpc>
                <a:spcPct val="120000"/>
              </a:lnSpc>
            </a:pPr>
            <a:endParaRPr lang="en-GB" sz="900">
              <a:solidFill>
                <a:sysClr val="windowText" lastClr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68518" y="1245494"/>
            <a:ext cx="2214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比较</a:t>
            </a:r>
            <a:r>
              <a:rPr sz="2000" dirty="0" smtClean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运算符及用法</a:t>
            </a:r>
            <a:endParaRPr sz="2000" dirty="0" smtClean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3218815" y="1296035"/>
            <a:ext cx="7882890" cy="1014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</a:pPr>
            <a:r>
              <a:rPr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比较运算符用于对两个数值或变量进行比较，比较运算结果是一个布尔值，即true或false。Java中的比较运算符及用法</a:t>
            </a:r>
            <a:r>
              <a:rPr lang="zh-CN" sz="2000" b="0">
                <a:solidFill>
                  <a:srgbClr val="595959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具体如下表所示。</a:t>
            </a:r>
            <a:endParaRPr lang="zh-CN" sz="2000" b="0">
              <a:solidFill>
                <a:srgbClr val="595959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263447" y="2523649"/>
          <a:ext cx="7484745" cy="406209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419225"/>
                <a:gridCol w="1939925"/>
                <a:gridCol w="2792095"/>
                <a:gridCol w="1333500"/>
              </a:tblGrid>
              <a:tr h="462915"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运算符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</a:t>
                      </a: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运算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范例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l"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</a:t>
                      </a: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结果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==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等于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==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!=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不等于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!=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&lt;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小于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&lt;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232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&gt;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大于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&gt;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  <a:sym typeface="+mn-ea"/>
                        </a:rPr>
                        <a:t>&lt;=</a:t>
                      </a:r>
                      <a:endParaRPr lang="en-US" altLang="zh-CN" sz="160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  <a:sym typeface="+mn-ea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小于或等于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&lt;=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false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  <a:tr h="51054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&gt;=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ctr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大于或等于</a:t>
                      </a:r>
                      <a:endParaRPr lang="zh-CN" altLang="en-US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4 &gt;= 3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true</a:t>
                      </a:r>
                      <a:endParaRPr lang="en-US" alt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vert="horz" anchor="t" anchorCtr="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1" name="文本框 17"/>
          <p:cNvSpPr>
            <a:spLocks noChangeArrowheads="1"/>
          </p:cNvSpPr>
          <p:nvPr/>
        </p:nvSpPr>
        <p:spPr bwMode="auto">
          <a:xfrm>
            <a:off x="0" y="344488"/>
            <a:ext cx="1201738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sz="2200">
                <a:solidFill>
                  <a:srgbClr val="FFFFFF"/>
                </a:solidFill>
                <a:ea typeface="微软雅黑" panose="020B0503020204020204" pitchFamily="34" charset="-122"/>
              </a:rPr>
              <a:t>过渡页</a:t>
            </a:r>
            <a:endParaRPr lang="zh-CN" altLang="zh-CN" sz="2200">
              <a:solidFill>
                <a:srgbClr val="FFFFFF"/>
              </a:solidFill>
              <a:ea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7425" y="3645535"/>
            <a:ext cx="694944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定义整数类型变量x,y的值为0，表达式a = x &gt; 0，b=y++&gt;0,输出a,b的值。</a:t>
            </a: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实现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403475"/>
            <a:ext cx="9647555" cy="31692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  public class Example12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2	public static void main(String[] args) {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3		int x=0;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4		int y=0;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5		boolean a=x&gt;0;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6		boolean b=y++&gt;0;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7		System.out.println("a="+a);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8		System.out.println("b="+b);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9	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r>
              <a:rPr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10  }</a:t>
            </a:r>
            <a:endParaRPr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运行结果</a:t>
            </a:r>
            <a:endParaRPr lang="zh-CN" altLang="en-US" sz="2600" b="1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38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555" y="2967355"/>
            <a:ext cx="5439410" cy="18980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199030_1*m_h_i*1_1_1"/>
  <p:tag name="KSO_WM_TEMPLATE_CATEGORY" val="diagram"/>
  <p:tag name="KSO_WM_TEMPLATE_INDEX" val="20199030"/>
  <p:tag name="KSO_WM_UNIT_LAYERLEVEL" val="1_1_1"/>
  <p:tag name="KSO_WM_TAG_VERSION" val="1.0"/>
  <p:tag name="KSO_WM_BEAUTIFY_FLAG" val="#wm#"/>
  <p:tag name="KSO_WM_UNIT_FILL_FORE_SCHEMECOLOR_INDEX" val="16"/>
  <p:tag name="KSO_WM_UNIT_FILL_TYPE" val="1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UNIT_TABLE_BEAUTIFY" val="smartTable{5ff7a69d-efd1-4a65-93fa-58f53415f8f5}"/>
  <p:tag name="TABLE_ENDDRAG_ORIGIN_RECT" val="589*280"/>
  <p:tag name="TABLE_ENDDRAG_RECT" val="256*179*589*280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</Words>
  <Application>WPS 演示</Application>
  <PresentationFormat>自定义</PresentationFormat>
  <Paragraphs>134</Paragraphs>
  <Slides>9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5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512</cp:revision>
  <dcterms:created xsi:type="dcterms:W3CDTF">2015-03-26T06:11:00Z</dcterms:created>
  <dcterms:modified xsi:type="dcterms:W3CDTF">2024-10-28T02:08:47Z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ICV">
    <vt:lpwstr>832AED8D039B40A5ADE9B75EAE7128AA_13</vt:lpwstr>
  </property>
</Properties>
</file>