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496" r:id="rId9"/>
    <p:sldId id="509" r:id="rId10"/>
    <p:sldId id="407" r:id="rId11"/>
    <p:sldId id="456" r:id="rId12"/>
    <p:sldId id="458" r:id="rId13"/>
    <p:sldId id="476" r:id="rId14"/>
    <p:sldId id="477" r:id="rId15"/>
    <p:sldId id="347" r:id="rId16"/>
  </p:sldIdLst>
  <p:sldSz cx="1219835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25"/>
        <p:guide pos="39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29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53890" y="3500755"/>
            <a:ext cx="739838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Duration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类中的方法计算两个时间的间隔。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Period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类中方法计算了两个日期的间隔。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Duration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6605588" y="400399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Period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Duration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2277110"/>
            <a:ext cx="9964420" cy="212471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Duration类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表示两个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时间之间的间隔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，间隔时间的单位可以是天、时、分、秒、毫秒和纳秒，例如今天的12:00:00与13:00:00之间，间隔1小时，或者60分钟，或者3600秒。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1252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Duration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04902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707187" y="2385854"/>
          <a:ext cx="8491548" cy="368689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492500"/>
                <a:gridCol w="4999048"/>
              </a:tblGrid>
              <a:tr h="492562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92562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between(Temporal startInclusive, Temporal endExclusive)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获取一个Duration实例，表示两个时间对象之间的持续时间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92562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toDays()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将间隔时间转换为以天为单位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92562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toHours()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将间隔时间转换为以时为单位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92562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toMinutes()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将间隔时间转换为以分钟为单位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92562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toMillis()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将间隔时间转换为以毫秒为单位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  <a:tr h="492562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toNanos()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将间隔时间转换为以纳秒为单位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059815" y="1631315"/>
            <a:ext cx="10284460" cy="67373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Duration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类的常用方法：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Period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210" y="2277110"/>
            <a:ext cx="9964420" cy="212471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Period类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主要用于计算两个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日期的间隔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，与Duration类相同，Period类也是通过between()方法计算日期间隔，并提供了获取年月日的三个常用方法，分别是 getYears()、getMonths()和getDays()。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572510"/>
            <a:ext cx="756983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Duration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类中的方法计算两个时间的间隔。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Period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类中方法计算了两个日期的间隔。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1234440"/>
            <a:ext cx="10271125" cy="570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489075"/>
            <a:ext cx="964755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java.time.Duration;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java.time.LocalTime;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Example23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LocalTime start = LocalTime.now();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LocalTime end = LocalTime.of(20,13,23);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Duration duration = Duration.between(start, end);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间隔的时间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时间间隔为：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"+duration.toNanos()+"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纳秒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时间间隔为：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"+duration.toMillis()+"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毫秒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时间间隔为：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"+duration.toHours()+"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小时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"); }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1-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6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415" y="2714625"/>
            <a:ext cx="5448300" cy="27705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234440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24610" y="1489075"/>
            <a:ext cx="9418955" cy="5169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java.time.LocalDate;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java.time.Period;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Example24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LocalDate birthday = LocalDate.of(2018, 12, 12);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LocalDate now = LocalDate.now();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计算两个日期的间隔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Period between = Period.between(birthday, now);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时间间隔为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"+between.getYears()+"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年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时间间隔为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"+between.getMonths()+"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月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时间间隔为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"+between.getDays()+"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天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");  }  }        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56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460" y="2767330"/>
            <a:ext cx="4473575" cy="23202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UNIT_TABLE_BEAUTIFY" val="smartTable{08855d5d-91d2-4e02-a941-c230af39b429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1793</Words>
  <Application>WPS 演示</Application>
  <PresentationFormat>自定义</PresentationFormat>
  <Paragraphs>170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Wonder Arial</vt:lpstr>
      <vt:lpstr>汉仪雅酷黑简</vt:lpstr>
      <vt:lpstr>方正公文小标宋</vt:lpstr>
      <vt:lpstr>汉仪尚巍手书W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561</cp:revision>
  <dcterms:created xsi:type="dcterms:W3CDTF">2015-03-26T06:11:00Z</dcterms:created>
  <dcterms:modified xsi:type="dcterms:W3CDTF">2025-08-16T07:28:15Z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3DEE27A8563548AE8F8FDCCF990ACE61_13</vt:lpwstr>
  </property>
</Properties>
</file>