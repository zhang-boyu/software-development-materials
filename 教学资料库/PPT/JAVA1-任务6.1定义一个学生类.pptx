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8" r:id="rId33"/>
    <p:sldId id="407" r:id="rId34"/>
    <p:sldId id="341" r:id="rId35"/>
    <p:sldId id="347" r:id="rId36"/>
  </p:sldIdLst>
  <p:sldSz cx="12198350" cy="6858000"/>
  <p:notesSz cx="6858000" cy="9144000"/>
  <p:custDataLst>
    <p:tags r:id="rId4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90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定义一个学生类，学生类信息包含姓名、年龄、性别、爱好。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面向对象思想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面向对象的特征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3048" y="44770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类与对象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605588" y="486886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的定义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  <p:bldP spid="7" grpId="0" bldLvl="0" autoUpdateAnimBg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面向对象思想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面向对象的思想来源于对客观世界的认知。现实的世界是缤纷复杂、种类繁多，难于认识和理解的，于是人们学会了把这些错综复杂的事物进行</a:t>
            </a:r>
            <a:r>
              <a:rPr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分类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，从而使世界万物变得井井有条。比如我们由各式各样的交通工具车抽象出自行车、汽车、火车、飞机等的概念，由各种动物抽象出猫、狗、羊等概念，按照职业由人抽象出学生、老师、医生等职业的概念等。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面向对象思想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每一类事物都有特定的状态</a:t>
            </a: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，比如汽车的品牌、时速、马力、座椅数，小猫的年龄、品种、性别等，学生的学号、姓名、性别、等都是在描述事物的状态。</a:t>
            </a:r>
            <a:endParaRPr 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每类事物也都有一定的行为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，比如汽车启动、行驶、停车，猫捉老鼠，狗狗汪汪叫、学生上学等。我们完全可以依靠这些不同的状态和行为将各类事物区分开来。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面向对象思想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ea typeface="宋体" panose="02010600030101010101" pitchFamily="2" charset="-122"/>
              </a:rPr>
              <a:t>   </a:t>
            </a:r>
            <a:r>
              <a:rPr sz="2400">
                <a:sym typeface="+mn-ea"/>
              </a:rPr>
              <a:t>面向对象编程就是采用了上述类的概念，把事物编写成一个个“类”。在类中，</a:t>
            </a:r>
            <a:r>
              <a:rPr sz="2400">
                <a:solidFill>
                  <a:srgbClr val="FF0000"/>
                </a:solidFill>
                <a:sym typeface="+mn-ea"/>
              </a:rPr>
              <a:t>用变量表示事物的静态属性（状态），用方法实现事物的动态行为（动作）</a:t>
            </a:r>
            <a:r>
              <a:rPr sz="2400">
                <a:sym typeface="+mn-ea"/>
              </a:rPr>
              <a:t>，这样的编程方式与我们的思维方式保持高度一致，降低了思维的难度。</a:t>
            </a:r>
            <a:endParaRPr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面向对象的特征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200" y="3068955"/>
            <a:ext cx="927290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封装是面向对象的核心思想，它有两层含义，第一层含义是指把对象的属性和行为看成是一个密不可分的整体，将这两者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封装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在一起（即封装在对象中）；另外一层含义指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信息隐藏</a:t>
            </a:r>
            <a:r>
              <a:rPr lang="zh-CN" altLang="en-US" sz="24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，将不想让外界知道的信息隐藏起来。例如，驾校的学员学开车，只需要知道如何操作汽车，无需知道汽车内部是如何工作的。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面向对象的特征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5990" y="2888615"/>
            <a:ext cx="1085786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ea typeface="宋体" panose="02010600030101010101" pitchFamily="2" charset="-122"/>
              </a:rPr>
              <a:t>继承主要描述的是类与类之间的关系，通过继承，可以在原有类的基础上，对原有类的功能进行扩展。例如，有一个汽车类，该类描述了汽车的普通特性和功能。进一步再产生轿车类，而轿车类中不仅应该包含汽车的特性和功能，还应该增加轿车特有的功能，这时，可以让轿车类继承汽车类，在轿车类中单独添加轿车特性和方法就可以了。继承不仅增强了代码的复用性、提高了开发效率，还降低了程序产生错误的可能性，为程序的维护以及扩展提供了便利。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面向对象的特征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多态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5990" y="2888615"/>
            <a:ext cx="1085786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ea typeface="宋体" panose="02010600030101010101" pitchFamily="2" charset="-122"/>
              </a:rPr>
              <a:t>多态是指在一个类中定义的属性和方法被其他类继承后，它们可以具有不同的数据类型或表现出不同的行为，这使得同一个属性和方法在不同的类中具有不同的语义。例如，汽车和飞机同样作为交通工具，汽车在陆地上行驶，而飞机在天空中飞行，所以不同的对象，所表现的行为是不一样的。多态的特性使程序更抽象、便捷，有助于开发人员设计程序时分组协同开发。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类与对象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355" y="2171700"/>
            <a:ext cx="10857865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ea typeface="宋体" panose="02010600030101010101" pitchFamily="2" charset="-122"/>
              </a:rPr>
              <a:t>类是对对象的抽象描述，是创建对象的模板。对象是类的实例。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对象与类的关系就像基本变量与基本数据类型的关系一样</a:t>
            </a:r>
            <a:r>
              <a:rPr lang="zh-CN" altLang="en-US" sz="2400">
                <a:ea typeface="宋体" panose="02010600030101010101" pitchFamily="2" charset="-122"/>
              </a:rPr>
              <a:t>。换句话说，可以将类看成数据类型，对象看成这种类型的变量。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注意：类是抽象的概念，是一种类型，比如说：“学生”、“公共汽车”、“书”。对象是一个能够看得到、摸得着的具体实体，比如：“王华同学”、“20路公共汽车”、“《老人与海》”。Java是面向对象的语言，所有Java程序都以类class为组织单元。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一个程序中至少有一个类文件</a:t>
            </a:r>
            <a:r>
              <a:rPr lang="zh-CN" altLang="en-US" sz="2400">
                <a:ea typeface="宋体" panose="02010600030101010101" pitchFamily="2" charset="-122"/>
              </a:rPr>
              <a:t>。关键字class定义自定义类的数据类型。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355" y="2993390"/>
            <a:ext cx="10857865" cy="35718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[类的修饰符] class  类名 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//定义属性部分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属性类型  属性名;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     ……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//定义方法部分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方法;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                ……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}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48273" y="242214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7105" y="2132965"/>
            <a:ext cx="7624445" cy="43700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class Student 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String name;    	// 声明String类型的变量name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    int age;        	// 声明int类型的变量age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String  sex;    	// 声明String类型的变量sex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String hobby;    // 声明String类型的变量hobby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// 定义 toString () 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public String toString(){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	return name+" "+age+" "+sex+" "+hobby;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}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}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2735" y="3284855"/>
            <a:ext cx="8635365" cy="19170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定义类分为三个步骤：定义类名、编写类的属性和编写类的方法。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9201150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⑴定义类名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ea typeface="宋体" panose="02010600030101010101" pitchFamily="2" charset="-122"/>
              </a:rPr>
              <a:t>   </a:t>
            </a:r>
            <a:r>
              <a:rPr lang="zh-CN" altLang="en-US" sz="2400">
                <a:ea typeface="宋体" panose="02010600030101010101" pitchFamily="2" charset="-122"/>
              </a:rPr>
              <a:t>类名是一个名词，采用大小写字母混合的方式，每个单词的首字母大写。类名尽量使用完整单词，避免自己定义缩写。选择的类名应简洁，准确描述定义的类。如学生类的类名为Student。类名不能使用Java关键字；首字符可以是“_”或“$ ”，但建议不要这样；不能含空格或“.”号。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9201150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⑵编写类的属性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属性部分的定义与基本数据类型的变量定义相同，第一个单词的首字母小写，其后的单词首字母大写。Student类的部分属性如下：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public String name;   //名字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public int age; //年龄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9201150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⑶编写类的方法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方法名是一个动词+名词或代词，采用大小写混合的方式，第一个单词的首字母小写，其后单词的首字母大写。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public void showInformation(){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                      ……;	}	//方法体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9201150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⑶编写类的方法</a:t>
            </a:r>
            <a:endParaRPr lang="zh-CN" altLang="en-US" sz="24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ea typeface="宋体" panose="02010600030101010101" pitchFamily="2" charset="-122"/>
              </a:rPr>
              <a:t>编写类的方法具体分为四个步骤。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第一、定义方法名以及返回类型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①定义方法名。方法名习惯取一个动词，如果有两个以上单词组成，第一个单词的首字母小写，其后单词首字母大写。方法名必须以字母、“_”或“$”开头，第二个字母开始可以包括数字。推荐方法名以小写字母开头。例如，显示学生信息的方法可以命名为showStudenttInformation，获得学生姓名的方法可以命名为getName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第一、定义方法名以及返回类型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②返回类型。方法的返回值有一个明确的类型，在方法定义时指定。例如，相加方法返回一个双精度浮点型值，在定义方法时，要在方法声明部分明确指定返回类型为double。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第一、定义方法名以及返回类型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②返回类型。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例如：</a:t>
            </a:r>
            <a:r>
              <a:rPr lang="zh-CN" altLang="en-US" sz="2000">
                <a:sym typeface="+mn-ea"/>
              </a:rPr>
              <a:t>public double  add(double a, double b){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ym typeface="+mn-ea"/>
              </a:rPr>
              <a:t>return  a+b;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ym typeface="+mn-ea"/>
              </a:rPr>
              <a:t>}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第二、确定方法的修饰符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方法的修饰符有public | protected | private、static、final | abstract、native、synchronized。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第二、确定方法的修饰符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public | protected | private称为访问修饰符。public表示公共方法可以被所有的类访问。protected保护方法可以被同一个包中的类、不同包中的本类的子类和本类自身访问。private私有方法只能被本类自身访问。没有修饰符的方法只能被同一个包中的类访问。这三者只能在类为public前提下才起作用，否则类的方法就不能被其他包中的类访问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例如，Pet类中的jump方法的修饰符为public。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public void jump(double height)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第二、确定方法的修饰符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static定义的方法，称为静态方法，也称为类方法。类方法很特别，与实例方法不同，不依赖任何实例对象，常常通过类直接访问，如果通过实例对象访问也可以。前面完成的任务中多次使用的main()方法就是静态方法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public static void main(String[] args) 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	……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}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第二、确定方法的修饰符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Abstract定义抽象方法，该方法没有方法体，只有方法声明。所有的抽象方法必须放在抽象类或接口中，然后在抽象类的子类或接口的实现类中重写实现。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final定义最终方法，不能被类的子类重写。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native定义非Java语言写的方法，如C、C++或汇编语言，通过JNI（Java Native Interface）与程序连接。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synchronized用于控制多个并发线程的访问。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998537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第三、列出参数的个数、类型、排列顺序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Java的参数是传值的。传值意味着当参数传递给一个方法时，方法接收到的是原始值的副本。当方法改变了参数值，受影响的只是副本，原始值保持不变。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1015301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ym typeface="+mn-ea"/>
              </a:rPr>
              <a:t>第三、列出参数的个数、类型、排列顺序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例如，jump方法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public void jump(double height){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……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}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中的参数列表为double height，只有一个参数，参数类型为double，参数名为height。这种参数称为形式参数，简称为形参。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1015301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⑶编写类的方法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ym typeface="+mn-ea"/>
              </a:rPr>
              <a:t>第三、列出参数的个数、类型、排列顺序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方法也可以没有参数列表，该方法称为无参方法。</a:t>
            </a:r>
            <a:r>
              <a:rPr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例如，speak方法</a:t>
            </a:r>
            <a:endParaRPr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public void speak() {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	……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ea typeface="宋体" panose="02010600030101010101" pitchFamily="2" charset="-122"/>
              </a:rPr>
              <a:t>	}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1015301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⑶编写类的方法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第四、编写方法体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public   返回类型  方法名( )  {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           //这里编写方法体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}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如果方法具有返回值，方法体中必须使用关键字return返回该值。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return 表达式；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ea typeface="宋体" panose="02010600030101010101" pitchFamily="2" charset="-122"/>
              </a:rPr>
              <a:t>方法声明部分指定的返回类型与方法体中return返回值的类型保持一致。</a:t>
            </a:r>
            <a:r>
              <a:rPr lang="zh-CN" altLang="en-US" sz="1800">
                <a:solidFill>
                  <a:srgbClr val="FF0000"/>
                </a:solidFill>
                <a:ea typeface="宋体" panose="02010600030101010101" pitchFamily="2" charset="-122"/>
              </a:rPr>
              <a:t>如果方法没有返回值，指定返回类型为void，当然，方法体中也就不需要有return语句。</a:t>
            </a:r>
            <a:endParaRPr lang="zh-CN" altLang="en-US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4128" y="2278004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定义类的步骤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的定义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5690" y="2924810"/>
            <a:ext cx="10153015" cy="27355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ym typeface="+mn-ea"/>
              </a:rPr>
              <a:t>类的修饰符有public、abstract、final。</a:t>
            </a:r>
            <a:endParaRPr lang="zh-CN" altLang="en-US" sz="1800"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solidFill>
                  <a:srgbClr val="FF0000"/>
                </a:solidFill>
                <a:sym typeface="+mn-ea"/>
              </a:rPr>
              <a:t>public称为访问修饰符，声明的类为公共类</a:t>
            </a:r>
            <a:r>
              <a:rPr lang="zh-CN" altLang="en-US" sz="1800">
                <a:sym typeface="+mn-ea"/>
              </a:rPr>
              <a:t>，可以被任何类引用。如果一个Java源文件中有多个类的定义，必须有一个而且只能有一个类用public修饰，Java源文件名与public类名相同。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abstract表示声明的类为抽象类</a:t>
            </a:r>
            <a:r>
              <a:rPr lang="zh-CN" altLang="en-US" sz="1800">
                <a:sym typeface="+mn-ea"/>
              </a:rPr>
              <a:t>，不能实例化为对象，同时也说明类中含有抽象方法。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final表示声明的类为最终类</a:t>
            </a:r>
            <a:r>
              <a:rPr lang="zh-CN" altLang="en-US" sz="1800">
                <a:sym typeface="+mn-ea"/>
              </a:rPr>
              <a:t>，不允许有子类，通常是完成一个标准功能。在类的定义中，修饰符public使用较多，要理解掌握。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986790" y="2132965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2858" y="227800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类的修饰符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定义一个学生类，学生类信息包含姓名、年龄、性别、爱好。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中的描述和知识链接中</a:t>
            </a:r>
            <a:r>
              <a:rPr lang="zh-CN" sz="2000">
                <a:latin typeface="+mn-ea"/>
                <a:ea typeface="+mn-ea"/>
                <a:cs typeface="+mn-ea"/>
                <a:sym typeface="+mn-ea"/>
              </a:rPr>
              <a:t>相关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5671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 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4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4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4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2735" y="3004820"/>
            <a:ext cx="7790815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 public class Student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   String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  int age;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String sex;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String hobby;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public String toString(){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     return name+" "+age+" "+sex+" "+hobby; 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}</a:t>
            </a: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5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5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6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6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6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7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7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7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7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8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8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8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8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9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4699</Words>
  <Application>WPS 演示</Application>
  <PresentationFormat>自定义</PresentationFormat>
  <Paragraphs>436</Paragraphs>
  <Slides>33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汉仪中黑繁</vt:lpstr>
      <vt:lpstr>Metrolite 2 Com Roman</vt:lpstr>
      <vt:lpstr>华康俪金黑W8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528</cp:revision>
  <dcterms:created xsi:type="dcterms:W3CDTF">2015-03-26T06:11:00Z</dcterms:created>
  <dcterms:modified xsi:type="dcterms:W3CDTF">2025-12-04T02:10:55Z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3B296F6CCEC74A27B9635D1A8D59F7B0_13</vt:lpwstr>
  </property>
</Properties>
</file>