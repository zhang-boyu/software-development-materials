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510" r:id="rId9"/>
    <p:sldId id="511" r:id="rId10"/>
    <p:sldId id="512" r:id="rId11"/>
    <p:sldId id="513" r:id="rId12"/>
    <p:sldId id="514" r:id="rId13"/>
    <p:sldId id="515" r:id="rId14"/>
    <p:sldId id="516" r:id="rId15"/>
    <p:sldId id="517" r:id="rId16"/>
    <p:sldId id="496" r:id="rId17"/>
    <p:sldId id="518" r:id="rId18"/>
    <p:sldId id="519" r:id="rId19"/>
    <p:sldId id="520" r:id="rId20"/>
    <p:sldId id="521" r:id="rId21"/>
    <p:sldId id="407" r:id="rId22"/>
    <p:sldId id="456" r:id="rId23"/>
    <p:sldId id="458" r:id="rId24"/>
    <p:sldId id="476" r:id="rId25"/>
    <p:sldId id="477" r:id="rId26"/>
    <p:sldId id="347" r:id="rId27"/>
  </p:sldIdLst>
  <p:sldSz cx="12198350" cy="6858000"/>
  <p:notesSz cx="6858000" cy="9144000"/>
  <p:custDataLst>
    <p:tags r:id="rId3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55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53890" y="3500755"/>
            <a:ext cx="739838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使用正则表达式计算与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“a*b”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匹配的字符串是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“aaaaab”   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“aaabbb”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Matcher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lookingAt()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方法判断字符串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	“22bb23”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“aa2223”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是否与模式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“\\d+”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6605588" y="403574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Pattern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2"/>
          <p:cNvSpPr>
            <a:spLocks noChangeArrowheads="1"/>
          </p:cNvSpPr>
          <p:nvPr/>
        </p:nvSpPr>
        <p:spPr bwMode="auto">
          <a:xfrm>
            <a:off x="6605588" y="443452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Matcher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605588" y="361029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正则表达式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8" grpId="0" bldLvl="0" autoUpdateAnimBg="0"/>
      <p:bldP spid="8" grpId="1"/>
      <p:bldP spid="9" grpId="0" bldLvl="0" autoUpdateAnimBg="0"/>
      <p:bldP spid="9" grpId="1"/>
      <p:bldP spid="10" grpId="0" bldLvl="0" autoUpdateAnimBg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正则表达式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是由</a:t>
            </a:r>
            <a:r>
              <a:rPr lang="zh-CN"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普通字符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（如字符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a~z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）和</a:t>
            </a:r>
            <a:r>
              <a:rPr lang="zh-CN"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特殊字符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（元字符）组成的文本模式，例如，正则表达式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“[a-z]*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”描述了所有仅包含小写字母的字符串，其中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为普通字符，短横线、左右中括号及星号则为元字符。</a:t>
            </a:r>
            <a:endParaRPr lang="zh-CN" altLang="en-US"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点号可以匹配除“\n”之外的任何单个字符。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例如，正则表达式“t.n”可匹配“tan”“ten”“tcn”“t=n”“t n”（t和n之间有一个空格）等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中括号可以匹配中括号内所有字符中的任意一个。可以在中括号内指定需要匹配的若干字符，表示仅使用这些字符参与匹配。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正则表达式“t[abcd]n”只匹配“tan”“tbn”“tcn”“tdn”。中括号还有一些特殊写法，用于匹配某一范围内的字符，例如“[a-z]”匹配一个小写字母，“[a-zA-Z]”匹配一个字母、“[0-9]”匹配一个数字字符、“[a-z0-9]”匹配一个小写字母或一个数字字符等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“|”符号可以匹配其左侧或右侧的符号。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例如，正则表达式“t（a|e|i|io）n”，除了“tan”“ten”和“tin”外，还可以匹配“tion”。使用“|”符号时，必须使用圆括号将可以匹配的字符括起来，圆括号用来标记正则表达式中的组（Group）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“^”符号可以匹配一行的开始。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例如，正则表达式“^Spring.*”匹配“Spring MVC”，而不匹配“a Spring MVC”。若“^”符号在中括号内，则表示不需要参与匹配的字符。例如，正则表达式“[a-z&amp;&amp;[^bc]]”表示，可以匹配除b和c之外的小写字母，等价于“[ad-z]”，正则表达式“[a-z&amp;&amp;[^h-n]]”表示除h到n之外的小写字母，等价于“[a-go-z]”，正则表达式“[^b][a-z]+”表示首个字符不能是b且后跟至少一个小写字母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“$”符号可以匹配一行的结束。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例如，正则表达式“.*App$”中的“$”符号表示匹配以App结尾的字符串，可以匹配“Andriod App”，而不匹配“iOS Apps”和“App.”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“\”符号表示其后的字符是普通字符而非元字符。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例如，正则表达式“\$”用来匹配“$”字符而非结束，“\.”用来匹配“.”字符而非任一字符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1487805"/>
            <a:ext cx="9964420" cy="133413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匹配次数元字符用来确定其左侧符号的出现次数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，常用的匹配次数元字符如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下表所示。</a:t>
            </a:r>
            <a:endParaRPr lang="zh-CN"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63372" y="3000534"/>
          <a:ext cx="9208135" cy="321373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元字符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X*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匹配X出现零次或多次，如Y，YXXXY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X+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匹配X出现一次或多次，如YXY，YXX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X?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匹配X出现零次或一次，如Y，YXY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X{n}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匹配X出现恰好n次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X{n,}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匹配X出现至少出现n次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X{n,m}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n&lt;=m，匹配X出现至少n次，最多m次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正则表达式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2655" y="1272540"/>
            <a:ext cx="11139805" cy="84264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除了上述7种元字符外，正则表达式还有一些其他常用元字符，如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表所示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63372" y="1995964"/>
          <a:ext cx="9208135" cy="456057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元字符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\d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数字：[0-9]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\D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非数字： [^0-9]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\s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空白字符：[ \t\n\x0B\f\r]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\S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非空白字符：[^\s]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\w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单词字符：[a-zA-Z_0-9]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\b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单词边界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\B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非单词边界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\A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输入的开头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\G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上一个匹配的结尾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1252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Pattern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04902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59815" y="1990090"/>
            <a:ext cx="10284460" cy="177990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Pattern类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用于创建一个</a:t>
            </a:r>
            <a:r>
              <a:rPr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正则表达式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，也可以说创建一个</a:t>
            </a:r>
            <a:r>
              <a:rPr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匹配模式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。Pattern类的构造方法是私有的，不可以直接创建正则表达式，为此，Pattern类提供了一个静态的</a:t>
            </a:r>
            <a:r>
              <a:rPr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complie()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方法，通过调用complie()方法可以创建一个正则表达式，具体代码如下所示。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8725" y="4076700"/>
            <a:ext cx="7322185" cy="7950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Pattern p = Pattern.compile("\\w+");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Pattern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5565" y="1199515"/>
            <a:ext cx="9344660" cy="67754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Pattern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类还提供了其他的方法</a:t>
            </a:r>
            <a:endParaRPr lang="zh-CN" altLang="en-US" sz="24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63372" y="1995964"/>
          <a:ext cx="9208135" cy="40614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Pattern compile(String re)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将正则表达式编译为模式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Matcher matcher(CharSequence input)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根据模式为字符串input创建匹配器。String类实现了CharSequence接口，CharSequence接口可视为String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boolean matches(String regex, 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      CharSequence input)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判断字符串input是否匹配正则表达式regex。该方法适合于只进行一次匹配情况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pattern()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返回模式使用的正则表达式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String[] split(CharSequence input)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根据模式将字符串input分割为字符串数组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String[] split(CharSequence input,int limit)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根据模式将字符串input分割为字符串数组，同时指定了子串的最大个数为limit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1252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Matcher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04902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59815" y="1990090"/>
            <a:ext cx="10284460" cy="177990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Matcher类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用于</a:t>
            </a:r>
            <a:r>
              <a:rPr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验证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Pattern定义的模式与字符串是否匹配，因此Matcher实例也称为匹配器。Matcher类的构造方法也是私有的，不能直接创建Macher实例，只能通过</a:t>
            </a:r>
            <a:r>
              <a:rPr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Pattern.matcher()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方法获取该类的实例，多个Matcher对象可以使用同一Pattern对象。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Matcher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5565" y="1199515"/>
            <a:ext cx="9344660" cy="67754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Matcher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的常用方法</a:t>
            </a:r>
            <a:endParaRPr lang="zh-CN" altLang="en-US" sz="24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63372" y="1995964"/>
          <a:ext cx="9208135" cy="349631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Pattern pattern()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返回匹配器的模式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Matcher usePattern(Pattern p)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返回匹配器的模式为p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Matcher reset()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重设匹配器到初始状态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Matcher reset(CharSequence input)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重设匹配器到初始状态，并使用input为目标字符串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find()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在目标字符串中查找下一个匹配字符串，找到返回true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start()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正则表达式所匹配的字符串在整个字符串中第一次出现的索引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Matcher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04290" y="1402715"/>
          <a:ext cx="8736330" cy="516191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844925"/>
                <a:gridCol w="4891405"/>
              </a:tblGrid>
              <a:tr h="40703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end()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正则表达式所匹配的字符串在整个字符串中最后一次出现的索引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group()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返回匹配到的子字符串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group(int i)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返回上一次匹配的子串中与第i个组相匹配的那个子串。正则表达式中以一对圆括号括起来的部分称为组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matcher()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对整个字符串进行匹配，只有整个字符串都匹配了才返回true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lookingAt()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从目标字符串的第一个字符开始匹配，有匹配成功的返回true，否则返回false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replaceAll(String s)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将目标字符串中与模式相匹配的全部子串替换为s并返回替换后的字符串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replaceFirst(String s)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将目标字符串中与模式相匹配的首个子串替换为s并返回替换后的字符串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572510"/>
            <a:ext cx="756983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使用正则表达式计算与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“a*b”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匹配的字符串是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“aaaaab”   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还是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“aaabbb”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Matcher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lookingAt()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方法判断字符串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	“22bb23”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“aa2223”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是否与模式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“\\d+”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匹配。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1234440"/>
            <a:ext cx="10271125" cy="570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489075"/>
            <a:ext cx="964755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java.util.regex.Matcher;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java.util.regex.Pattern;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Example25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Pattern p1 = Pattern.compile("a*b");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根据参数指定的正则表达式创建模式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Matcher m1 = p1.matcher("aaaaab");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获取目标字符串的匹配器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Matcher m2 = p1.matcher("aaabbb");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获取目标字符串的匹配器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System.out.println(m1.matches());       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执行匹配器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System.out.println(m2.matches());       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执行匹配器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61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090" y="2862580"/>
            <a:ext cx="4594860" cy="2087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234440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24610" y="1489075"/>
            <a:ext cx="941895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java.util.regex.Matcher;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java.util.regex.Pattern;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Example26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Pattern p=Pattern.compile("\\d+");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Matcher m1=p.matcher("22bb23");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字符串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22bb23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与模式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的匹配结果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:"+ m1.lookingAt());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Matcher m2=p.matcher("aa2223");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字符串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aa2223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与模式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的匹配结果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:"+m2.lookingAt());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 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62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935" y="2891155"/>
            <a:ext cx="5595620" cy="1927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UNIT_TABLE_BEAUTIFY" val="smartTable{70639141-8a13-493f-a4d5-d17349be4bcf}"/>
  <p:tag name="TABLE_ENDDRAG_ORIGIN_RECT" val="725*356"/>
  <p:tag name="TABLE_ENDDRAG_RECT" val="149*124*725*356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UNIT_TABLE_BEAUTIFY" val="smartTable{06896a32-c9cd-4384-8b90-72de29b05fd2}"/>
  <p:tag name="TABLE_ENDDRAG_ORIGIN_RECT" val="725*356"/>
  <p:tag name="TABLE_ENDDRAG_RECT" val="149*124*725*356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UNIT_TABLE_BEAUTIFY" val="smartTable{6e1366a3-66e6-43fe-9bd7-c69a0f5902a0}"/>
  <p:tag name="TABLE_ENDDRAG_ORIGIN_RECT" val="725*356"/>
  <p:tag name="TABLE_ENDDRAG_RECT" val="149*124*725*356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3.xml><?xml version="1.0" encoding="utf-8"?>
<p:tagLst xmlns:p="http://schemas.openxmlformats.org/presentationml/2006/main">
  <p:tag name="KSO_WM_UNIT_TABLE_BEAUTIFY" val="smartTable{8d5969fc-8dac-411b-8e20-de71374f34ec}"/>
  <p:tag name="TABLE_ENDDRAG_ORIGIN_RECT" val="725*356"/>
  <p:tag name="TABLE_ENDDRAG_RECT" val="149*124*725*356"/>
</p:tagLst>
</file>

<file path=ppt/tags/tag4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6.xml><?xml version="1.0" encoding="utf-8"?>
<p:tagLst xmlns:p="http://schemas.openxmlformats.org/presentationml/2006/main">
  <p:tag name="KSO_WM_UNIT_TABLE_BEAUTIFY" val="smartTable{88931891-fd6f-42d5-b662-a5d1540872e9}"/>
  <p:tag name="TABLE_ENDDRAG_ORIGIN_RECT" val="687*375"/>
  <p:tag name="TABLE_ENDDRAG_RECT" val="130*130*687*375"/>
</p:tagLst>
</file>

<file path=ppt/tags/tag4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5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4094</Words>
  <Application>WPS 演示</Application>
  <PresentationFormat>自定义</PresentationFormat>
  <Paragraphs>423</Paragraphs>
  <Slides>24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4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Wonder Arial</vt:lpstr>
      <vt:lpstr>汉仪雅酷黑简</vt:lpstr>
      <vt:lpstr>方正公文小标宋</vt:lpstr>
      <vt:lpstr>汉仪尚巍手书W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565</cp:revision>
  <dcterms:created xsi:type="dcterms:W3CDTF">2015-03-26T06:11:00Z</dcterms:created>
  <dcterms:modified xsi:type="dcterms:W3CDTF">2025-08-16T07:57:51Z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5F00E32B73EC4585A0A24C146CBCF2DA_13</vt:lpwstr>
  </property>
</Properties>
</file>