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23" r:id="rId3"/>
    <p:sldId id="373" r:id="rId5"/>
    <p:sldId id="374" r:id="rId6"/>
    <p:sldId id="511" r:id="rId7"/>
    <p:sldId id="513" r:id="rId8"/>
    <p:sldId id="512" r:id="rId9"/>
    <p:sldId id="340" r:id="rId10"/>
    <p:sldId id="353" r:id="rId11"/>
    <p:sldId id="452" r:id="rId12"/>
    <p:sldId id="514" r:id="rId13"/>
    <p:sldId id="515" r:id="rId14"/>
    <p:sldId id="516" r:id="rId15"/>
    <p:sldId id="478" r:id="rId16"/>
    <p:sldId id="479" r:id="rId17"/>
    <p:sldId id="481" r:id="rId18"/>
    <p:sldId id="499" r:id="rId19"/>
    <p:sldId id="500" r:id="rId20"/>
    <p:sldId id="501" r:id="rId21"/>
    <p:sldId id="519" r:id="rId22"/>
    <p:sldId id="518" r:id="rId23"/>
    <p:sldId id="517" r:id="rId24"/>
    <p:sldId id="520" r:id="rId25"/>
    <p:sldId id="521" r:id="rId26"/>
    <p:sldId id="522" r:id="rId27"/>
    <p:sldId id="347" r:id="rId28"/>
  </p:sldIdLst>
  <p:sldSz cx="12198350" cy="6858000"/>
  <p:notesSz cx="6858000" cy="9144000"/>
  <p:custDataLst>
    <p:tags r:id="rId3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40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99974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：测试成员内部类的使用：定义外部类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并在其中定义属性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hobby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和成员方法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showPet()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方法；在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类中定义内部类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并在其中定义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void showCat()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方法，在该方法中访问外部类属性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hobby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和外部类方法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showPet()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；定义测试类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创建外部类实例和内部类实例并分别访问其成员方法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showPet()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showCat()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429000"/>
            <a:ext cx="559435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：测试局部内部类的使用：定义外部类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并在其中定义属性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hobby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和成员方法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showPet()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showCat()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showCat()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方法中定义内部类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Cat,Cat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中包含成员变量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show()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方法中访问外部类变量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hobby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showPet()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showCat()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方法中定义局部类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实例并访问访问局部内部类中的变量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show();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定义测试类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创建外部类实例并调用其方法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showCat()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2584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：静态内部类的使用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定义外部类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并在其中定义静态属性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hobby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，定义静态内部类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，在其中定义成员变量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age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void show()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方法，在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方法中访问外部类变量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hobby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；定义测试类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创建内部类实例并分别访问其成员方法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：匿名内部类的使用：定义接口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，在其中定义抽象方法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；定义测试类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在其中定义变量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，定义静态方法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PetShow(Pet pet)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，调用该静态方法，参数为匿名内部类。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内部类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905" y="410908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成员内部类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6605905" y="447738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局部内部类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6603365" y="4871085"/>
            <a:ext cx="399478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匿名内部类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11" grpId="0" bldLvl="0" autoUpdateAnimBg="0"/>
      <p:bldP spid="11" grpId="1"/>
      <p:bldP spid="12" grpId="0" bldLvl="0" autoUpdateAnimBg="0"/>
      <p:bldP spid="1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内部类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3770" y="2210435"/>
            <a:ext cx="1038161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，允许在一个类的内部定义类，这样的类称作内部类，内部类所在的类称作外部类。内部类可以访问外部类的所有成员（包括私有成员），即使这些成员在内部类被定义之后才被声明。此外，内部类可以隐藏起来，只被其外部类访问，从而提供了额外的封装性。内部类主要有四种形式，分别是：成员内部类、局部内部类、静态内部类、匿名内部类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成员内部类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58674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在一个类中除了可以定义成员变量、成员方法，还可以定义类，这样的类被称作成员内部类。成员内部类可以访问外部类的所有成员，无论外部类的成员是何种访问权限。如果想通过外部类访问内部类，则需要通过外部类创建内部类对象，创建内部类对象的具体语法格式如下：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外部类对象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= new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();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内部类名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内部类对象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外部类对象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.new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内部类名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();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Pet pet=new Pet();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Pet.Cat cat=pet.new Cat();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局部内部类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58674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局部内部类，也称为方法内部类，是指定义在某个局部范围中的类，它和局部变量都是在方法中定义的，有效范围只限于方法内部。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在局部内部类中，局部内部类可以访问外部类的所有成员变量和成员方法，而在外部类中无法直接访问局部内部类中的变量和方法。如果要在外部类中访问局部内部类的成员，只能在局部内部类的所属方法中创建局部内部类的对象，通过对象访问局部内部类的变量和方法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静态内部类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4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58674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静态内部类就是使用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static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关键字修饰的成员内部类。与成员内部类相比，在形式上，静态内部类只是在内部类前增加了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static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关键字，但在功能上，静态内部类只能访问外部类的静态成员，通过外部类访问静态内部类成员时，因为程序已经提前在静态常量区分配好了内存，所以即使静态内部类没有加载，依然可以通过外部类直接创建一个静态内部类对象。创建静态内部类对象的基本语法格式如下：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静态内部类名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变量名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= new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外部类名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静态内部类名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();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匿名内部类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5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8520" cy="58674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中调用某个方法时，如果该方法的参数是接口类型，那么在传参时，除了可以传入一个接口实现类，还可以传入实现接口的匿名内部类作为参数，在匿名内部类中实现接口方法。匿名内部类就是没有名称的内部类，定义匿名内部类时，其类体作为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new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语句的一部分。定义匿名内部类的基本语法格式如下所示。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new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继承的父类或实现的接口名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(){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  //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匿名内部类的类体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内部类在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Java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中是一个非常强大的特性，它提供了额外的封装和灵活性，但也需要注意合理使用，以避免代码过于复杂。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：测试成员内部类的使用：定义外部类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并在其中定义属性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hobby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和成员方法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showPet()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方法；在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类中定义内部类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并在其中定义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void showCat()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方法，在该方法中访问外部类属性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hobby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和外部类方法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showPet()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；定义测试类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创建外部类实例和内部类实例并分别访问其成员方法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showPet()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showCat()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子任务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1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：根据任务描述以及成员内部类相关知识点可以得到文件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7-19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  <a:p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7-19  Example19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02690" y="249301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Pet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hobby="</a:t>
            </a:r>
            <a:r>
              <a:rPr lang="zh-CN" altLang="en-US" sz="1600">
                <a:latin typeface="Times New Roman" panose="02020603050405020304"/>
                <a:sym typeface="+mn-ea"/>
              </a:rPr>
              <a:t>晒太阳</a:t>
            </a:r>
            <a:r>
              <a:rPr lang="en-US" altLang="zh-CN" sz="1600">
                <a:latin typeface="Times New Roman" panose="02020603050405020304"/>
                <a:sym typeface="+mn-ea"/>
              </a:rPr>
              <a:t>";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	public String showPet(){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		 	return "</a:t>
            </a:r>
            <a:r>
              <a:rPr lang="zh-CN" altLang="en-US" sz="1600">
                <a:latin typeface="Times New Roman" panose="02020603050405020304"/>
                <a:sym typeface="+mn-ea"/>
              </a:rPr>
              <a:t>这是一只猫</a:t>
            </a:r>
            <a:r>
              <a:rPr lang="en-US" altLang="zh-CN" sz="1600">
                <a:latin typeface="Times New Roman" panose="02020603050405020304"/>
                <a:sym typeface="+mn-ea"/>
              </a:rPr>
              <a:t>";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		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	public class Cat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		void showCat() {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	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猫喜欢</a:t>
            </a:r>
            <a:r>
              <a:rPr lang="en-US" altLang="zh-CN" sz="1600">
                <a:latin typeface="Times New Roman" panose="02020603050405020304"/>
                <a:sym typeface="+mn-ea"/>
              </a:rPr>
              <a:t>"+hobby);//</a:t>
            </a:r>
            <a:r>
              <a:rPr lang="zh-CN" altLang="en-US" sz="1600">
                <a:latin typeface="Times New Roman" panose="02020603050405020304"/>
                <a:sym typeface="+mn-ea"/>
              </a:rPr>
              <a:t>在成员内部类的方法中访问外部类成员变量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	     System.out.println(showPet());//</a:t>
            </a:r>
            <a:r>
              <a:rPr lang="zh-CN" altLang="en-US" sz="1600">
                <a:latin typeface="Times New Roman" panose="02020603050405020304"/>
                <a:sym typeface="+mn-ea"/>
              </a:rPr>
              <a:t>在成员内部类的方法中访问外部类成员方法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	    }  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		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	 		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41795" y="278066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13public class Example19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		Pet pet=new Pet();//</a:t>
            </a:r>
            <a:r>
              <a:rPr lang="zh-CN" altLang="en-US" sz="1600">
                <a:latin typeface="Times New Roman" panose="02020603050405020304"/>
                <a:sym typeface="+mn-ea"/>
              </a:rPr>
              <a:t>创建外部类实例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	    Pet.Cat cat=pet.new Cat();//</a:t>
            </a:r>
            <a:r>
              <a:rPr lang="zh-CN" altLang="en-US" sz="1600">
                <a:latin typeface="Times New Roman" panose="02020603050405020304"/>
                <a:sym typeface="+mn-ea"/>
              </a:rPr>
              <a:t>创建内部类实例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17	 	pet.showPet();//</a:t>
            </a:r>
            <a:r>
              <a:rPr lang="zh-CN" altLang="en-US" sz="1600">
                <a:latin typeface="Times New Roman" panose="02020603050405020304"/>
                <a:sym typeface="+mn-ea"/>
              </a:rPr>
              <a:t>外部类访问其成员方法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18	 	cat.showCat();//</a:t>
            </a:r>
            <a:r>
              <a:rPr lang="zh-CN" altLang="en-US" sz="1600">
                <a:latin typeface="Times New Roman" panose="02020603050405020304"/>
                <a:sym typeface="+mn-ea"/>
              </a:rPr>
              <a:t>内部类访问其成员方法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19	 	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20}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7-19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7-21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82825" y="4220845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7-19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9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8680" y="3068955"/>
            <a:ext cx="3660775" cy="865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3830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：测试局部内部类的使用：定义外部类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并在其中定义属性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hobby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和成员方法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showPet()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showCat()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showCat()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方法中定义内部类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Cat,Cat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中包含成员变量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show()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方法中访问外部类变量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hobby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showPet()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showCat()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方法中定义局部类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实例并访问访问局部内部类中的变量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show();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定义测试类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创建外部类实例并调用其方法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showCat()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根据任务描述以及局部内部类相关知识点可以得到文件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7-20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  <a:p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7-20  Example20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5035" y="270891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1public class Pet 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	String hobby="</a:t>
            </a:r>
            <a:r>
              <a:rPr lang="zh-CN" altLang="en-US" sz="1600">
                <a:latin typeface="Times New Roman" panose="02020603050405020304"/>
                <a:sym typeface="+mn-ea"/>
              </a:rPr>
              <a:t>晒太阳</a:t>
            </a:r>
            <a:r>
              <a:rPr lang="en-US" altLang="zh-CN" sz="1600">
                <a:latin typeface="Times New Roman" panose="02020603050405020304"/>
                <a:sym typeface="+mn-ea"/>
              </a:rPr>
              <a:t>";  // </a:t>
            </a:r>
            <a:r>
              <a:rPr lang="zh-CN" altLang="en-US" sz="1600">
                <a:latin typeface="Times New Roman" panose="02020603050405020304"/>
                <a:sym typeface="+mn-ea"/>
              </a:rPr>
              <a:t>定义外部类的成员变量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    //</a:t>
            </a:r>
            <a:r>
              <a:rPr lang="zh-CN" altLang="en-US" sz="1600">
                <a:latin typeface="Times New Roman" panose="02020603050405020304"/>
                <a:sym typeface="+mn-ea"/>
              </a:rPr>
              <a:t>定义外部类的一个成员方法</a:t>
            </a:r>
            <a:r>
              <a:rPr lang="en-US" altLang="zh-CN" sz="1600">
                <a:latin typeface="Times New Roman" panose="02020603050405020304"/>
                <a:sym typeface="+mn-ea"/>
              </a:rPr>
              <a:t>showPet()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   public void showPet(){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		 	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这是一只宠物</a:t>
            </a:r>
            <a:r>
              <a:rPr lang="en-US" altLang="zh-CN" sz="1600">
                <a:latin typeface="Times New Roman" panose="02020603050405020304"/>
                <a:sym typeface="+mn-ea"/>
              </a:rPr>
              <a:t>");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		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   public void showCat()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        //</a:t>
            </a:r>
            <a:r>
              <a:rPr lang="zh-CN" altLang="en-US" sz="1600">
                <a:latin typeface="Times New Roman" panose="02020603050405020304"/>
                <a:sym typeface="+mn-ea"/>
              </a:rPr>
              <a:t>定义一个局部内部类，在局部内部类中访问外部类变量和方法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        class Cat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            int age = 3;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            void show()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        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猫咪喜欢</a:t>
            </a:r>
            <a:r>
              <a:rPr lang="en-US" altLang="zh-CN" sz="1600">
                <a:latin typeface="Times New Roman" panose="02020603050405020304"/>
                <a:sym typeface="+mn-ea"/>
              </a:rPr>
              <a:t>"+hobby);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                showPet();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        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    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9220" y="28530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        //</a:t>
            </a:r>
            <a:r>
              <a:rPr lang="zh-CN" altLang="en-US" sz="1600">
                <a:latin typeface="Times New Roman" panose="02020603050405020304"/>
                <a:sym typeface="+mn-ea"/>
              </a:rPr>
              <a:t>访问局部内部类中的变量和方法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17         Cat cat = new Cat();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18 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猫咪今年</a:t>
            </a:r>
            <a:r>
              <a:rPr lang="en-US" altLang="zh-CN" sz="1600">
                <a:latin typeface="Times New Roman" panose="02020603050405020304"/>
                <a:sym typeface="+mn-ea"/>
              </a:rPr>
              <a:t>" +cat.age+"</a:t>
            </a:r>
            <a:r>
              <a:rPr lang="zh-CN" altLang="en-US" sz="1600">
                <a:latin typeface="Times New Roman" panose="02020603050405020304"/>
                <a:sym typeface="+mn-ea"/>
              </a:rPr>
              <a:t>岁了</a:t>
            </a:r>
            <a:r>
              <a:rPr lang="en-US" altLang="zh-CN" sz="1600">
                <a:latin typeface="Times New Roman" panose="02020603050405020304"/>
                <a:sym typeface="+mn-ea"/>
              </a:rPr>
              <a:t>");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19         cat.show();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20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21	 	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22public class Example20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23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24		Pet pet = new Pet();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25      pet.showCat(); //</a:t>
            </a:r>
            <a:r>
              <a:rPr lang="zh-CN" altLang="en-US" sz="1600">
                <a:latin typeface="Times New Roman" panose="02020603050405020304"/>
                <a:sym typeface="+mn-ea"/>
              </a:rPr>
              <a:t>通过外部类对象</a:t>
            </a:r>
            <a:r>
              <a:rPr lang="en-US" altLang="zh-CN" sz="1600">
                <a:latin typeface="Times New Roman" panose="02020603050405020304"/>
                <a:sym typeface="+mn-ea"/>
              </a:rPr>
              <a:t>pet</a:t>
            </a:r>
            <a:r>
              <a:rPr lang="zh-CN" altLang="en-US" sz="1600">
                <a:latin typeface="Times New Roman" panose="02020603050405020304"/>
                <a:sym typeface="+mn-ea"/>
              </a:rPr>
              <a:t>调用创建了局部内部类的方法</a:t>
            </a:r>
            <a:r>
              <a:rPr lang="en-US" altLang="zh-CN" sz="1600">
                <a:latin typeface="Times New Roman" panose="02020603050405020304"/>
                <a:sym typeface="+mn-ea"/>
              </a:rPr>
              <a:t>showCat()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26	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27}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7-20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38680" y="4220845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7-20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0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580" y="2787650"/>
            <a:ext cx="3971290" cy="1190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：静态内部类的使用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定义外部类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并在其中定义静态属性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hobby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，定义静态内部类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Cat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，在其中定义成员变量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void show()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方法，在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方法中访问外部类变量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hobby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；定义测试类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创建内部类实例并分别访问其成员方法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根据任务描述以及静态内部类相关知识点可以得到文件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7-21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7-21  Example21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5035" y="270891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1class Pet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   static String hobby="</a:t>
            </a:r>
            <a:r>
              <a:rPr lang="zh-CN" altLang="en-US" sz="1600">
                <a:latin typeface="Times New Roman" panose="02020603050405020304"/>
                <a:sym typeface="+mn-ea"/>
              </a:rPr>
              <a:t>晒太阳</a:t>
            </a:r>
            <a:r>
              <a:rPr lang="en-US" altLang="zh-CN" sz="1600">
                <a:latin typeface="Times New Roman" panose="02020603050405020304"/>
                <a:sym typeface="+mn-ea"/>
              </a:rPr>
              <a:t>"; // </a:t>
            </a:r>
            <a:r>
              <a:rPr lang="zh-CN" altLang="en-US" sz="1600">
                <a:latin typeface="Times New Roman" panose="02020603050405020304"/>
                <a:sym typeface="+mn-ea"/>
              </a:rPr>
              <a:t>定义类的静态变量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    // </a:t>
            </a:r>
            <a:r>
              <a:rPr lang="zh-CN" altLang="en-US" sz="1600">
                <a:latin typeface="Times New Roman" panose="02020603050405020304"/>
                <a:sym typeface="+mn-ea"/>
              </a:rPr>
              <a:t>定义了一个静态内部类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    static class Cat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        int age = 3;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        void show()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            // </a:t>
            </a:r>
            <a:r>
              <a:rPr lang="zh-CN" altLang="en-US" sz="1600">
                <a:latin typeface="Times New Roman" panose="02020603050405020304"/>
                <a:sym typeface="+mn-ea"/>
              </a:rPr>
              <a:t>在静态内部类的方法中访问外部类的静态变量</a:t>
            </a:r>
            <a:r>
              <a:rPr lang="en-US" altLang="zh-CN" sz="1600">
                <a:latin typeface="Times New Roman" panose="02020603050405020304"/>
                <a:sym typeface="+mn-ea"/>
              </a:rPr>
              <a:t>hobby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    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猫的爱好是</a:t>
            </a:r>
            <a:r>
              <a:rPr lang="en-US" altLang="zh-CN" sz="1600">
                <a:latin typeface="Times New Roman" panose="02020603050405020304"/>
                <a:sym typeface="+mn-ea"/>
              </a:rPr>
              <a:t>"+hobby);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    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9220" y="28530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11public class Example21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    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        Pet.Cat cat = new Pet.Cat();//</a:t>
            </a:r>
            <a:r>
              <a:rPr lang="zh-CN" altLang="en-US" sz="1600">
                <a:latin typeface="Times New Roman" panose="02020603050405020304"/>
                <a:sym typeface="+mn-ea"/>
              </a:rPr>
              <a:t>创建内部类实例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        cat.show();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51025" y="3644900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7-23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7-21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1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270" y="2708910"/>
            <a:ext cx="3704590" cy="561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5379085" y="3500755"/>
            <a:ext cx="6122035" cy="17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：匿名内部类的使用：定义接口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，在其中定义抽象方法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show()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；定义测试类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在其中定义变量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name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，定义静态方法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PetShow(Pet pet)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，调用该静态方法，参数为匿名内部类。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795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根据任务描述以及匿名内部类相关知识点可以得到文件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7-22</a:t>
            </a:r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lang="zh-CN" altLang="en-US" sz="1600">
              <a:latin typeface="+mn-ea"/>
              <a:ea typeface="+mn-ea"/>
              <a:cs typeface="+mn-ea"/>
              <a:sym typeface="+mn-ea"/>
            </a:endParaRPr>
          </a:p>
          <a:p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91205" y="2526030"/>
            <a:ext cx="5671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6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1600">
                <a:latin typeface="+mn-ea"/>
                <a:ea typeface="+mn-ea"/>
                <a:cs typeface="+mn-ea"/>
                <a:sym typeface="+mn-ea"/>
              </a:rPr>
              <a:t>7-22  Example22</a:t>
            </a:r>
            <a:endParaRPr lang="en-US" altLang="zh-CN" sz="16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5035" y="2708910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1Interface Pet{					//</a:t>
            </a:r>
            <a:r>
              <a:rPr lang="zh-CN" altLang="en-US" sz="1600">
                <a:latin typeface="Times New Roman" panose="02020603050405020304"/>
                <a:sym typeface="+mn-ea"/>
              </a:rPr>
              <a:t>定义接口</a:t>
            </a:r>
            <a:r>
              <a:rPr lang="en-US" altLang="zh-CN" sz="1600">
                <a:latin typeface="Times New Roman" panose="02020603050405020304"/>
                <a:sym typeface="+mn-ea"/>
              </a:rPr>
              <a:t>Pet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2    void show();					//</a:t>
            </a:r>
            <a:r>
              <a:rPr lang="zh-CN" altLang="en-US" sz="1600">
                <a:latin typeface="Times New Roman" panose="02020603050405020304"/>
                <a:sym typeface="+mn-ea"/>
              </a:rPr>
              <a:t>定义抽象方法</a:t>
            </a:r>
            <a:r>
              <a:rPr lang="en-US" altLang="zh-CN" sz="1600">
                <a:latin typeface="Times New Roman" panose="02020603050405020304"/>
                <a:sym typeface="+mn-ea"/>
              </a:rPr>
              <a:t>show()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3}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4public class Example22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5	public static void main(String[] args)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6		 String name = "</a:t>
            </a:r>
            <a:r>
              <a:rPr lang="zh-CN" altLang="en-US" sz="1600">
                <a:latin typeface="Times New Roman" panose="02020603050405020304"/>
                <a:sym typeface="+mn-ea"/>
              </a:rPr>
              <a:t>贝贝</a:t>
            </a:r>
            <a:r>
              <a:rPr lang="en-US" altLang="zh-CN" sz="1600">
                <a:latin typeface="Times New Roman" panose="02020603050405020304"/>
                <a:sym typeface="+mn-ea"/>
              </a:rPr>
              <a:t>";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7	        PetShow(new Pet(){ //</a:t>
            </a:r>
            <a:r>
              <a:rPr lang="zh-CN" altLang="en-US" sz="1600">
                <a:latin typeface="Times New Roman" panose="02020603050405020304"/>
                <a:sym typeface="+mn-ea"/>
              </a:rPr>
              <a:t>调用</a:t>
            </a:r>
            <a:r>
              <a:rPr lang="en-US" altLang="zh-CN" sz="1600">
                <a:latin typeface="Times New Roman" panose="02020603050405020304"/>
                <a:sym typeface="+mn-ea"/>
              </a:rPr>
              <a:t>PetShow()</a:t>
            </a:r>
            <a:r>
              <a:rPr lang="zh-CN" altLang="en-US" sz="1600">
                <a:latin typeface="Times New Roman" panose="02020603050405020304"/>
                <a:sym typeface="+mn-ea"/>
              </a:rPr>
              <a:t>方法，参数为匿名内部类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8	        public void show() {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9	                System.out.println("</a:t>
            </a:r>
            <a:r>
              <a:rPr lang="zh-CN" altLang="en-US" sz="1600">
                <a:latin typeface="Times New Roman" panose="02020603050405020304"/>
                <a:sym typeface="+mn-ea"/>
              </a:rPr>
              <a:t>宠物叫</a:t>
            </a:r>
            <a:r>
              <a:rPr lang="en-US" altLang="zh-CN" sz="1600">
                <a:latin typeface="Times New Roman" panose="02020603050405020304"/>
                <a:sym typeface="+mn-ea"/>
              </a:rPr>
              <a:t>"+name);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10	        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11	        };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12	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latin typeface="Times New Roman" panose="02020603050405020304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459220" y="2853055"/>
            <a:ext cx="5539105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13	    public static void PetShow(Pet pet){	//</a:t>
            </a:r>
            <a:r>
              <a:rPr lang="zh-CN" altLang="en-US" sz="1600">
                <a:latin typeface="Times New Roman" panose="02020603050405020304"/>
                <a:sym typeface="+mn-ea"/>
              </a:rPr>
              <a:t>该方法参数为</a:t>
            </a:r>
            <a:r>
              <a:rPr lang="en-US" altLang="zh-CN" sz="1600">
                <a:latin typeface="Times New Roman" panose="02020603050405020304"/>
                <a:sym typeface="+mn-ea"/>
              </a:rPr>
              <a:t>Pet</a:t>
            </a:r>
            <a:r>
              <a:rPr lang="zh-CN" altLang="en-US" sz="1600">
                <a:latin typeface="Times New Roman" panose="02020603050405020304"/>
                <a:sym typeface="+mn-ea"/>
              </a:rPr>
              <a:t>接口类型</a:t>
            </a:r>
            <a:endParaRPr lang="zh-CN" altLang="en-US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14	        pet.show();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15	    }</a:t>
            </a:r>
            <a:endParaRPr lang="en-US" altLang="zh-CN" sz="1600">
              <a:latin typeface="Times New Roman" panose="02020603050405020304"/>
              <a:sym typeface="+mn-ea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sym typeface="+mn-ea"/>
              </a:rPr>
              <a:t>16	}</a:t>
            </a:r>
            <a:endParaRPr lang="en-US" altLang="zh-CN" sz="1600">
              <a:latin typeface="Times New Roman" panose="02020603050405020304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9225" y="213264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的运行结果如图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7-24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211070" y="3644900"/>
            <a:ext cx="3255645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7-24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7-22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2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025" y="2780665"/>
            <a:ext cx="4383405" cy="59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5273</Words>
  <Application>WPS 演示</Application>
  <PresentationFormat>自定义</PresentationFormat>
  <Paragraphs>366</Paragraphs>
  <Slides>25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Arial Unicode MS</vt:lpstr>
      <vt:lpstr>等线</vt:lpstr>
      <vt:lpstr>Times New Roman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557</cp:revision>
  <dcterms:created xsi:type="dcterms:W3CDTF">2015-03-26T06:11:00Z</dcterms:created>
  <dcterms:modified xsi:type="dcterms:W3CDTF">2025-07-07T01:44:09Z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85B74DB610784B6D8FCB7C1B0034A238_13</vt:lpwstr>
  </property>
</Properties>
</file>