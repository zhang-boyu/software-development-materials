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12" r:id="rId9"/>
    <p:sldId id="407" r:id="rId10"/>
    <p:sldId id="408" r:id="rId11"/>
    <p:sldId id="341" r:id="rId12"/>
    <p:sldId id="368" r:id="rId13"/>
    <p:sldId id="347" r:id="rId14"/>
  </p:sldIdLst>
  <p:sldSz cx="1219835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9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75"/>
        <p:guide pos="39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4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使用switch语句评定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从键盘输入的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学生成绩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switch条件语句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功能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switch条件语句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语法格式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switch条件语句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4221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语句功能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3048635"/>
            <a:ext cx="861504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如果在多个备选方案中处理多项选择时，用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if…else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结构就显得很繁琐。这时可以使用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switch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语句来实现同样的功能。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switch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语句基于一个表达式条件来执行多个分支语句中的一个，它是一个不需要布尔求值的流程控制语句。</a:t>
            </a: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switch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语句也称多分支的开关语句。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switch条件语句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699135" y="3069749"/>
            <a:ext cx="10225106" cy="31692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switch(表达式){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case  常量值1：语句1；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break；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case  常量值2：语句2；  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break；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……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case  常量值n：语句n；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break；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[default：上面情况都不符合情况下执行的语句；]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 latinLnBrk="0">
              <a:lnSpc>
                <a:spcPct val="10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}</a:t>
            </a:r>
            <a:endParaRPr sz="2000" b="0" dirty="0">
              <a:uFillTx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2844800" y="3285490"/>
            <a:ext cx="216217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06975" y="3069590"/>
            <a:ext cx="5400675" cy="337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p>
            <a:r>
              <a:rPr lang="zh-CN" altLang="en-US" sz="1600">
                <a:sym typeface="+mn-ea"/>
              </a:rPr>
              <a:t>表达式的值应为一个byte、short、int、char类型的数值</a:t>
            </a:r>
            <a:endParaRPr lang="zh-CN" altLang="en-US" sz="1600" b="1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273425" y="3644900"/>
            <a:ext cx="881380" cy="63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220210" y="3479165"/>
            <a:ext cx="6172200" cy="826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noAutofit/>
          </a:bodyPr>
          <a:p>
            <a:pPr marL="0" indent="0" latinLnBrk="0">
              <a:lnSpc>
                <a:spcPts val="3000"/>
              </a:lnSpc>
            </a:pPr>
            <a:r>
              <a:rPr lang="zh-CN" altLang="en-US" sz="1600">
                <a:sym typeface="+mn-ea"/>
              </a:rPr>
              <a:t>“常量表达式”的值必须各不相同否则会出现相互矛盾的现象。</a:t>
            </a:r>
            <a:r>
              <a:rPr lang="zh-CN" altLang="en-US" sz="1600">
                <a:sym typeface="+mn-ea"/>
              </a:rPr>
              <a:t>常量表达式仅起语句标号作用，并不进行条件判断。</a:t>
            </a:r>
            <a:endParaRPr lang="zh-CN" altLang="en-US" sz="1600">
              <a:sym typeface="+mn-ea"/>
            </a:endParaRPr>
          </a:p>
          <a:p>
            <a:pPr marL="0" indent="0" latinLnBrk="0">
              <a:lnSpc>
                <a:spcPts val="3000"/>
              </a:lnSpc>
            </a:pPr>
            <a:endParaRPr lang="zh-CN" altLang="en-US" sz="1600" b="1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066925" y="5735955"/>
            <a:ext cx="4536440" cy="6921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603365" y="5370195"/>
            <a:ext cx="4065905" cy="1162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noAutofit/>
          </a:bodyPr>
          <a:p>
            <a:pPr marL="0" indent="0" latinLnBrk="0">
              <a:lnSpc>
                <a:spcPts val="3000"/>
              </a:lnSpc>
            </a:pPr>
            <a:r>
              <a:rPr lang="zh-CN" altLang="en-US" sz="1600">
                <a:sym typeface="+mn-ea"/>
              </a:rPr>
              <a:t>有一个default语句作为其它情况都不匹配时的出口</a:t>
            </a:r>
            <a:r>
              <a:rPr lang="en-US" altLang="zh-CN" sz="1600">
                <a:sym typeface="+mn-ea"/>
              </a:rPr>
              <a:t>,</a:t>
            </a:r>
            <a:r>
              <a:rPr lang="zh-CN" altLang="en-US" sz="1600">
                <a:sym typeface="+mn-ea"/>
              </a:rPr>
              <a:t>各case及default子句的先后次序，不影响程序执行结果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pPr marL="0" indent="0" latinLnBrk="0">
              <a:lnSpc>
                <a:spcPts val="3000"/>
              </a:lnSpc>
            </a:pPr>
            <a:endParaRPr lang="zh-CN" altLang="en-US" sz="1600" b="1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1809115" y="4509135"/>
            <a:ext cx="1842135" cy="1079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651250" y="4378960"/>
            <a:ext cx="7134225" cy="861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noAutofit/>
          </a:bodyPr>
          <a:p>
            <a:pPr marL="0" indent="0" latinLnBrk="0">
              <a:lnSpc>
                <a:spcPts val="3000"/>
              </a:lnSpc>
            </a:pPr>
            <a:r>
              <a:rPr lang="zh-CN" altLang="en-US" sz="1600">
                <a:sym typeface="+mn-ea"/>
              </a:rPr>
              <a:t>每一分支语句中都用break语句作为结束。如果忽略掉break语句，程序将继续测试并有可能执行下一分支，直到遇到break语句或当前switch语句体结束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>
              <a:sym typeface="+mn-ea"/>
            </a:endParaRPr>
          </a:p>
          <a:p>
            <a:pPr marL="0" indent="0" latinLnBrk="0">
              <a:lnSpc>
                <a:spcPts val="3000"/>
              </a:lnSpc>
            </a:pPr>
            <a:endParaRPr lang="zh-CN" altLang="en-US" sz="16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9" name="Chevron 3"/>
          <p:cNvSpPr/>
          <p:nvPr>
            <p:custDataLst>
              <p:tags r:id="rId3"/>
            </p:custDataLst>
          </p:nvPr>
        </p:nvSpPr>
        <p:spPr>
          <a:xfrm>
            <a:off x="1130935" y="227711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07048" y="242214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使用switch语句评定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从键盘输入的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学生成绩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从键盘输入成绩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匹配等级</a:t>
            </a:r>
            <a:endParaRPr lang="en-US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4688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输出结果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338137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结合任务3-4中的描述和知识链接中switch条件语句知识点可以得到文件3-4所示的代码：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83275" y="836930"/>
            <a:ext cx="3444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800">
                <a:latin typeface="+mn-ea"/>
                <a:ea typeface="+mn-ea"/>
                <a:cs typeface="+mn-ea"/>
                <a:sym typeface="+mn-ea"/>
              </a:rPr>
              <a:t>文件3-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4 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Example0</a:t>
            </a:r>
            <a:r>
              <a:rPr lang="en-US" sz="18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1800">
                <a:latin typeface="+mn-ea"/>
                <a:ea typeface="+mn-ea"/>
                <a:cs typeface="+mn-ea"/>
                <a:sym typeface="+mn-ea"/>
              </a:rPr>
              <a:t>.Java</a:t>
            </a:r>
            <a:endParaRPr sz="18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79085" y="1268730"/>
            <a:ext cx="5080000" cy="535940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 import </a:t>
            </a:r>
            <a:r>
              <a:rPr lang="en-US" altLang="zh-CN" sz="14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.util.Scanner;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2 public class Example04 {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3	public static void main(String[] args) {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4		Scanner input=new Scanner(System.in);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5	    System.out.println("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请输入数学成绩：</a:t>
            </a: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");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6	    int math_score=input.nextInt();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7	    switch((int)math_score/10) {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8	    case 10: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9	    case  9: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10	    	System.out.println("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优秀</a:t>
            </a: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");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11    	break;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12    case 8: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13    	System.out.println("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良好</a:t>
            </a: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");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14    	break;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15    case 7: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16    	System.out.println("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中等</a:t>
            </a: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");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17    	break;	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18    case 6: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19    	System.out.println("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及格</a:t>
            </a: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");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20    	break;	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21    default: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22    	System.out.println("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不及格</a:t>
            </a: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");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23    	break;		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24    }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25   }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ts val="158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Times New Roman" panose="02020603050405020304"/>
                <a:ea typeface="宋体" panose="02010600030101010101" pitchFamily="2" charset="-122"/>
              </a:rPr>
              <a:t>25  }</a:t>
            </a:r>
            <a:endParaRPr lang="en-US" altLang="zh-CN" sz="14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输出结果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5215" y="206025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3-7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23005" y="450881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+mn-ea"/>
                <a:ea typeface="+mn-ea"/>
                <a:cs typeface="+mn-ea"/>
              </a:rPr>
              <a:t>图3-7文件3-4的运行结果</a:t>
            </a:r>
            <a:endParaRPr sz="1800">
              <a:latin typeface="+mn-ea"/>
              <a:ea typeface="+mn-ea"/>
              <a:cs typeface="+mn-ea"/>
            </a:endParaRPr>
          </a:p>
        </p:txBody>
      </p:sp>
      <p:pic>
        <p:nvPicPr>
          <p:cNvPr id="48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410" y="2607945"/>
            <a:ext cx="3076575" cy="12776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pic>
        <p:nvPicPr>
          <p:cNvPr id="4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985" y="2613660"/>
            <a:ext cx="2938145" cy="1278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WPS 演示</Application>
  <PresentationFormat>自定义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516</cp:revision>
  <dcterms:created xsi:type="dcterms:W3CDTF">2015-03-26T06:11:00Z</dcterms:created>
  <dcterms:modified xsi:type="dcterms:W3CDTF">2024-10-10T04:00:39Z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426BF15D2CC44BEDA82AFED36183A536_13</vt:lpwstr>
  </property>
</Properties>
</file>