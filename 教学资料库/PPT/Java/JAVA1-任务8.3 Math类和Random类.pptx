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469" r:id="rId9"/>
    <p:sldId id="495" r:id="rId10"/>
    <p:sldId id="496" r:id="rId11"/>
    <p:sldId id="497" r:id="rId12"/>
    <p:sldId id="407" r:id="rId13"/>
    <p:sldId id="456" r:id="rId14"/>
    <p:sldId id="458" r:id="rId15"/>
    <p:sldId id="476" r:id="rId16"/>
    <p:sldId id="477" r:id="rId17"/>
    <p:sldId id="478" r:id="rId18"/>
    <p:sldId id="479" r:id="rId19"/>
    <p:sldId id="480" r:id="rId20"/>
    <p:sldId id="481" r:id="rId21"/>
    <p:sldId id="347" r:id="rId22"/>
  </p:sldIdLst>
  <p:sldSz cx="12198350" cy="6858000"/>
  <p:notesSz cx="6858000" cy="9144000"/>
  <p:custDataLst>
    <p:tags r:id="rId2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5" userDrawn="1">
          <p15:clr>
            <a:srgbClr val="A4A3A4"/>
          </p15:clr>
        </p15:guide>
        <p15:guide id="2" pos="3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25"/>
        <p:guide pos="39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44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6745" y="3429000"/>
            <a:ext cx="741553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-4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的绝对值和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的平方根。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求大于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4.5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的最小整数和小于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4.5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的最大整数。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2.3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4.5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中的较大值和较小值。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随机产生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区间的整数。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Math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6605588" y="400399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Random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4" grpId="0" bldLvl="0" autoUpdateAnimBg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Math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6945" y="2420620"/>
            <a:ext cx="10284460" cy="295719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Math类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是一个工具类，类中包含许多用于进行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科学计算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的方法，如计算一个数的平方根、绝对值或获取一个随机数等。因为Math类构造方法的访问权限是private，所以无法创建Math类的对象。Math类中所有方法都是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静态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方法，可以直接通过类名调用Math类中的方法。除静态方法外，Math类中还定义了两个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静态常量PI和E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，分别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代表数学中的π和e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98171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Math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487805"/>
            <a:ext cx="10284460" cy="9588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Math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类的常用方法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如下：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598602" y="2200434"/>
          <a:ext cx="9208135" cy="410591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627120"/>
                <a:gridCol w="5581015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943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abs(double a)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用于计算a的绝对值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sqrt(double a)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用于计算a的方根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ceil(double a)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用于计算大于a的最小整数，并将该整数转化为double型数据。例如Math.ceil(15.2)的值是16.0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133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floor(double a)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用于计算小于a的最大整数，并将该整数转化为double型数据。例如Math.ceil(-15.2)的值是-16.0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round(double a)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用于计算小数a进行四舍五入后的值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max(double a,double b)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用于返回a和b的较大值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98171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Math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487805"/>
            <a:ext cx="10284460" cy="9588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Math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类的常用方法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如下：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598602" y="2343944"/>
          <a:ext cx="9208135" cy="31648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627120"/>
                <a:gridCol w="5581015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943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min(double a,double b)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用于返回a和b的较小值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random()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用于生成一个大于0.0小于1.0的随机值（包括0不包括1）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sin(double a)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返回a的正弦值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133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asin(double a)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返回a的反正弦值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pow(double a,double b)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用于计算a的b次幂，即ab的值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Random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6945" y="2420620"/>
            <a:ext cx="10284460" cy="15557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Random类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可以产生指定取值范围的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随机数字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。Random类提供了两个构造方法，如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下表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所示。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526847" y="3850799"/>
          <a:ext cx="9208135" cy="16027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627120"/>
                <a:gridCol w="5581015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943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Random()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使用当前机器时间创建一个Random对象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Random(long seed)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使用参数seed指定的种子创建一个Random对象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98171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Random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487805"/>
            <a:ext cx="10284460" cy="9588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Random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类的常用方法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如下：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70357" y="2415699"/>
          <a:ext cx="9208135" cy="385572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627120"/>
                <a:gridCol w="5581015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943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boolean nextBoolean()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随机生成boolean类型的随机数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double nextDouble()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随机生成double类型的随机数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float nextFloat()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随机生成float类型的随机数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long nextLong()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随机生成long类型的随机数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int nextInt()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随机生成int类型的随机数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int nextInt(int n)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随机生成[0~n)之间int类型的随机数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6745" y="3429000"/>
            <a:ext cx="7569835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计算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-4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的绝对值和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的平方根。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求大于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4.5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的最小整数和小于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4.5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的最大整数。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求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2.3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4.5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中的较大值和较小值。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随机产生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100)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区间的整数。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1-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1521460"/>
            <a:ext cx="10271125" cy="570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206625"/>
            <a:ext cx="964755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Example11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计算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-4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的绝对值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Math.abs(-4));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计算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的开平方的结果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"+Math.sqrt(4));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1-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26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015" y="2924810"/>
            <a:ext cx="5338445" cy="202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69469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1449705"/>
            <a:ext cx="10271125" cy="608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1849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206625"/>
            <a:ext cx="964755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Example12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求大于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4.5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的最小整数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Math.ceil(4.5));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求小于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4.5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的最大整数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Math.floor(4.5));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27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020" y="2905125"/>
            <a:ext cx="5133975" cy="2002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2239010"/>
            <a:ext cx="8410575" cy="642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924175"/>
            <a:ext cx="964755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Example13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	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求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2.3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和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4.5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中的较大值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Math.max(2.3, 4.5));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	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求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2.3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和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4.5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中的较小值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 " + Math.min(2.3, 4.5));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3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30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245" y="2853055"/>
            <a:ext cx="4975225" cy="215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05346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1664970"/>
            <a:ext cx="10271125" cy="6146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7726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991360"/>
            <a:ext cx="9647555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java.util.Random;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Example14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 args[])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Random random = new Random();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不传入种子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随机产生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10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个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[0,100)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之间的整数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for (int x = 0; x &lt; 10; x++)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System.out.println(random.nextInt(100));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1252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4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1736725"/>
            <a:ext cx="10271125" cy="772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04902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36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40" y="1951990"/>
            <a:ext cx="4453890" cy="4389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UNIT_TABLE_BEAUTIFY" val="smartTable{5aeef72c-bfbd-4480-af83-99e706a93062}"/>
  <p:tag name="TABLE_ENDDRAG_ORIGIN_RECT" val="725*356"/>
  <p:tag name="TABLE_ENDDRAG_RECT" val="149*124*725*356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UNIT_TABLE_BEAUTIFY" val="smartTable{a0c35118-e421-4ff4-8995-caa1e09ae2f8}"/>
  <p:tag name="TABLE_ENDDRAG_ORIGIN_RECT" val="725*356"/>
  <p:tag name="TABLE_ENDDRAG_RECT" val="149*124*725*356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UNIT_TABLE_BEAUTIFY" val="smartTable{36a60ee0-f2a6-4970-a9ac-ff5adf5cb489}"/>
  <p:tag name="TABLE_ENDDRAG_ORIGIN_RECT" val="725*356"/>
  <p:tag name="TABLE_ENDDRAG_RECT" val="149*124*725*356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UNIT_TABLE_BEAUTIFY" val="smartTable{c479ad40-e17e-49bd-bf13-7ee6ea479f7f}"/>
  <p:tag name="TABLE_ENDDRAG_ORIGIN_RECT" val="725*356"/>
  <p:tag name="TABLE_ENDDRAG_RECT" val="149*124*725*356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4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2479</Words>
  <Application>WPS 演示</Application>
  <PresentationFormat>自定义</PresentationFormat>
  <Paragraphs>304</Paragraphs>
  <Slides>19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Times New Roman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吴静</cp:lastModifiedBy>
  <cp:revision>547</cp:revision>
  <dcterms:created xsi:type="dcterms:W3CDTF">2015-03-26T06:11:00Z</dcterms:created>
  <dcterms:modified xsi:type="dcterms:W3CDTF">2025-08-14T10:09:25Z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4EC96BEE0AD44FF9AA5A0B5D8D366D50_13</vt:lpwstr>
  </property>
</Properties>
</file>