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503" r:id="rId8"/>
    <p:sldId id="502" r:id="rId9"/>
    <p:sldId id="512" r:id="rId10"/>
    <p:sldId id="505" r:id="rId11"/>
    <p:sldId id="456" r:id="rId12"/>
    <p:sldId id="515" r:id="rId13"/>
    <p:sldId id="458" r:id="rId14"/>
    <p:sldId id="347" r:id="rId15"/>
  </p:sldIdLst>
  <p:sldSz cx="12198350" cy="6858000"/>
  <p:notesSz cx="6858000" cy="914400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2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TreeMap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类的集合，并向该集合存储键和值，输出集合中所有指定的键的值。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05588" y="422116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主要方法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2"/>
          <p:cNvSpPr>
            <a:spLocks noChangeArrowheads="1"/>
          </p:cNvSpPr>
          <p:nvPr/>
        </p:nvSpPr>
        <p:spPr bwMode="auto">
          <a:xfrm>
            <a:off x="6602413" y="479647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‌TreeMap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的特点和适用场景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6" grpId="0" bldLvl="0" autoUpdateAnimBg="0"/>
      <p:bldP spid="6" grpId="1"/>
      <p:bldP spid="9" grpId="0" bldLvl="0" autoUpdateAnimBg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集合存储的元素的键值是无序的和不可重复的，为了对集合中的元素的键值进行排序，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接口还有了另一个可以对集合中元素键和值进行排序的实现类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它也是用来存储键值映射关系的，并且不允许出现重复的键。在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内部是通过二叉树的原理来保证键的唯一性，这与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集合存储的原理一样，因此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中所有的键是按照某种顺序排列的。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4445" y="2171700"/>
            <a:ext cx="7442835" cy="4756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TreeMap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类中定义了一些常用方法，具体如表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2642870" y="3068955"/>
          <a:ext cx="6379845" cy="2438400"/>
        </p:xfrm>
        <a:graphic>
          <a:graphicData uri="http://schemas.openxmlformats.org/drawingml/2006/table">
            <a:tbl>
              <a:tblPr/>
              <a:tblGrid>
                <a:gridCol w="2775585"/>
                <a:gridCol w="3604260"/>
              </a:tblGrid>
              <a:tr h="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方法声明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功能描述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put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K key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zh-CN" altLang="en-US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V value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插入键值对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get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key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获取指定键的值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remove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key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移除指定键的值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containsKey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key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检查是否包含指定键。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containsValue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value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检查是否包含指定值。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size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返回映射中的键值对数量。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clear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移除所有映射关系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714625" y="263715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797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9-7 TreeMap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类的常用方法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的特点和适用场景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6835" y="2277110"/>
            <a:ext cx="994981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有序性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‌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：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TreeMap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中的键值对是有序的，遍历时可以按照排序顺序获取或操作元素。</a:t>
            </a:r>
            <a:endParaRPr lang="zh-CN" altLang="en-US" sz="2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动态更新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‌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：支持动态插入、删除和修改键值对操作，且这些操作会保持元素的有序性。</a:t>
            </a:r>
            <a:endParaRPr lang="zh-CN" altLang="en-US" sz="2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范围查询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‌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：提供了一系列的方法来支持范围查询，例如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headMap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tailMap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subMap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等，可以根据指定的范围获取子映射。</a:t>
            </a:r>
            <a:endParaRPr lang="zh-CN" altLang="en-US" sz="24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TreeMap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类的集合，并向该集合存储键和值，输出集合中所有指定的键的值。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根据任务描述以及成员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TreeMap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9-19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9-19 Example18.java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java.util.Iterator;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2import java.util.Set;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3import java.util.TreeMap;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4public class Example18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 TreeMap map = new TreeMap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创建</a:t>
            </a:r>
            <a:r>
              <a:rPr lang="en-US" altLang="zh-CN" sz="2000">
                <a:latin typeface="Times New Roman" panose="02020603050405020304"/>
              </a:rPr>
              <a:t>TreeMap</a:t>
            </a:r>
            <a:r>
              <a:rPr lang="zh-CN" altLang="en-US" sz="2000">
                <a:latin typeface="Times New Roman" panose="02020603050405020304"/>
              </a:rPr>
              <a:t>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3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王智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存储键和值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1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张华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2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李磊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2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李雷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11  Set keySet = map.keySet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根据任务描述以及成员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TreeMap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9-19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9-19 Example18.java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 Iterator it = keySet.iterator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 while 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it.hasNext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（））</a:t>
            </a:r>
            <a:r>
              <a:rPr lang="en-US" altLang="zh-CN" sz="2000">
                <a:latin typeface="Times New Roman" panose="02020603050405020304"/>
                <a:sym typeface="+mn-ea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    Object key = it.next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    Object value = map.get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key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// </a:t>
            </a:r>
            <a:r>
              <a:rPr lang="zh-CN" altLang="en-US" sz="2000">
                <a:latin typeface="Times New Roman" panose="02020603050405020304"/>
                <a:sym typeface="+mn-ea"/>
              </a:rPr>
              <a:t>获取每个键所对应的值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  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key+":"+value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17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18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19 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9-19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9-28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26970" y="443674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9-28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9-19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7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960" y="2708910"/>
            <a:ext cx="4105910" cy="1407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1578</Words>
  <Application>WPS 演示</Application>
  <PresentationFormat>自定义</PresentationFormat>
  <Paragraphs>184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561</cp:revision>
  <dcterms:created xsi:type="dcterms:W3CDTF">2015-03-26T06:11:00Z</dcterms:created>
  <dcterms:modified xsi:type="dcterms:W3CDTF">2025-07-12T02:48:05Z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138AB92F261A4DD6B5C629B662B8A5CF_13</vt:lpwstr>
  </property>
</Properties>
</file>