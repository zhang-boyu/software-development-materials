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39" r:id="rId5"/>
    <p:sldId id="340" r:id="rId6"/>
    <p:sldId id="373" r:id="rId7"/>
    <p:sldId id="386" r:id="rId8"/>
    <p:sldId id="387" r:id="rId9"/>
    <p:sldId id="389" r:id="rId10"/>
    <p:sldId id="388" r:id="rId11"/>
    <p:sldId id="390" r:id="rId12"/>
    <p:sldId id="376" r:id="rId13"/>
    <p:sldId id="377" r:id="rId14"/>
    <p:sldId id="382" r:id="rId15"/>
    <p:sldId id="391" r:id="rId16"/>
    <p:sldId id="383" r:id="rId17"/>
    <p:sldId id="384" r:id="rId18"/>
    <p:sldId id="385" r:id="rId19"/>
    <p:sldId id="347" r:id="rId20"/>
  </p:sldIdLst>
  <p:sldSz cx="12198350" cy="6858000"/>
  <p:notesSz cx="6858000" cy="9144000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36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emf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+mn-ea"/>
                <a:ea typeface="+mn-ea"/>
                <a:cs typeface="+mn-ea"/>
              </a:rPr>
              <a:t>在</a:t>
            </a:r>
            <a:r>
              <a:rPr lang="en-US" altLang="zh-CN" sz="2000">
                <a:latin typeface="+mn-ea"/>
                <a:ea typeface="+mn-ea"/>
                <a:cs typeface="+mn-ea"/>
              </a:rPr>
              <a:t>Eclipse</a:t>
            </a:r>
            <a:r>
              <a:rPr lang="zh-CN" altLang="en-US" sz="2000">
                <a:latin typeface="+mn-ea"/>
                <a:ea typeface="+mn-ea"/>
                <a:cs typeface="+mn-ea"/>
              </a:rPr>
              <a:t>环境下编写程序HelloWorld.java</a:t>
            </a:r>
            <a:endParaRPr lang="zh-CN" altLang="en-US" sz="200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知识链接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8395" y="3716655"/>
            <a:ext cx="406908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Eclipse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项目的导入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06490" y="4362450"/>
            <a:ext cx="406908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Eclipse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项目的导出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112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项目的导入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pic>
        <p:nvPicPr>
          <p:cNvPr id="1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85" y="1917065"/>
            <a:ext cx="3723005" cy="3927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4947285" y="609282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1-17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导入已存在的项目界面一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600" y="2420620"/>
            <a:ext cx="428371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39750" algn="l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）单击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“File”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（文件）菜单，在弹出的下拉菜单中选择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“Import…”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（导入）项。在弹出的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“Import”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对话框中展开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“General”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（常规）节点，选择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“Existing Project into Workspace”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（现有项目到工作空间中）选项，把已存在的项目导入工作区。单击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“Next”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（下一步）按钮，如图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1-17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所示。</a:t>
            </a:r>
            <a:endParaRPr lang="zh-CN" altLang="en-US" sz="1800" dirty="0"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112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项目的导入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874895" y="594931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1-18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导入已存在的项目界面二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600" y="2205355"/>
            <a:ext cx="428371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39750" algn="l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）选中单选按钮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“Select root directory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：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（选择根目录），单击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“Browse…”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（浏览）按钮，选择包含项目的文件夹，则选中的项目会显示在对话框中部的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“Projects”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（项目）列表框中，如图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1-18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所示。继续选中单选按钮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“Select archive file:”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（选择归档文件），单击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“Browse…”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（浏览）按钮，选择包含项目的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zip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压缩包，则选中的项目也会显示在对话框中部的项目列表框中。</a:t>
            </a:r>
            <a:endParaRPr lang="zh-CN" altLang="en-US" sz="1800" dirty="0"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2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2095500"/>
            <a:ext cx="3738245" cy="3571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112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项目的导入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19040" y="566102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1-19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成功导入已存在的项目界面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600" y="2205355"/>
            <a:ext cx="428371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39750" algn="l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）单击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“Finish”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按钮完成项目的导入，如图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1-19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，此时就可以进行项目的编辑运行了。</a:t>
            </a:r>
            <a:endParaRPr lang="zh-CN" altLang="en-US" sz="1800" dirty="0"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2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330" y="2277110"/>
            <a:ext cx="5042535" cy="2999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112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项目的导出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82600" y="2205355"/>
            <a:ext cx="95707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39750" algn="l"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）单击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“File”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（文件）菜单，在下拉菜单中单击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“Export”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（导出）项，然后在弹出的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“Export”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对话框中展开</a:t>
            </a:r>
            <a:r>
              <a:rPr lang="en-US" altLang="zh-CN" sz="1800" dirty="0">
                <a:latin typeface="微软雅黑" panose="020B0503020204020204" pitchFamily="34" charset="-122"/>
                <a:sym typeface="+mn-ea"/>
              </a:rPr>
              <a:t>“General”</a:t>
            </a:r>
            <a:r>
              <a:rPr lang="zh-CN" altLang="en-US" sz="1800" dirty="0">
                <a:latin typeface="微软雅黑" panose="020B0503020204020204" pitchFamily="34" charset="-122"/>
                <a:sym typeface="+mn-ea"/>
              </a:rPr>
              <a:t>（常规）节点。</a:t>
            </a:r>
            <a:endParaRPr lang="zh-CN" altLang="en-US" sz="1800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990" y="3363595"/>
            <a:ext cx="913828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53975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（</a:t>
            </a:r>
            <a:r>
              <a:rPr lang="zh-CN" altLang="en-US" sz="1800" dirty="0">
                <a:latin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）在展开的列表中单击“Archive File”（归档文件）选项，单击“Next”（下一步）按钮，如图1-20，然后在“To archive file：”（至归档文件）输出框中选中要保存的文件名，如“sm1.zip”，或者单击右侧的“Browse...”按钮，输入文件名并设置导出项目的存放位置（见图1-21），然后单击“Finish”按钮导出当前项目。</a:t>
            </a:r>
            <a:endParaRPr lang="zh-CN" altLang="en-US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112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项目的导出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pic>
        <p:nvPicPr>
          <p:cNvPr id="2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80" y="2277110"/>
            <a:ext cx="4127500" cy="2782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8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30" y="2277110"/>
            <a:ext cx="3945890" cy="2831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915035" y="535178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1-20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导出项目界面一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51475" y="535178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1-21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导出项目界面二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26785" y="346519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创建项目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27420" y="3858260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创建一个包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27420" y="465645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编写程序代码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27420" y="429323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50915" y="501459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运行程序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  <p:bldP spid="5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45389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创建项目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890" y="2420620"/>
            <a:ext cx="3166745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创建项目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。单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击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1-19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中的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File”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New”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，然后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单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击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Project”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新建一个工程文件，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弹出如图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1-22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所示的窗口，选择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Finish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，然后进入下一步操作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87240" y="580517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1-22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创建项目界面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4" name="图片 134" descr="截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430" y="1988820"/>
            <a:ext cx="3962400" cy="3775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2645" y="2348865"/>
            <a:ext cx="30099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en-US" altLang="zh-CN" sz="2400"/>
              <a:t>    </a:t>
            </a:r>
            <a:r>
              <a:rPr lang="zh-CN" altLang="en-US" sz="2000">
                <a:latin typeface="Times New Roman" panose="02020603050405020304"/>
              </a:rPr>
              <a:t>（2）创建一个包。在如图1-23界面选中src，右键选择“new”，然后单击“Package”，弹出如图1-24所示的界面，输入chpter1_1，然后选择Finish。</a:t>
            </a:r>
            <a:endParaRPr lang="zh-CN" altLang="en-US" sz="2000">
              <a:latin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23230" y="5156835"/>
            <a:ext cx="334264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1-23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创建包界面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2708910"/>
            <a:ext cx="4892040" cy="202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2645" y="2348865"/>
            <a:ext cx="30099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en-US" altLang="zh-CN" sz="2400"/>
              <a:t>    </a:t>
            </a:r>
            <a:r>
              <a:rPr lang="zh-CN" altLang="en-US" sz="2000">
                <a:latin typeface="Times New Roman" panose="02020603050405020304"/>
              </a:rPr>
              <a:t>（2）创建一个包。在如图1-23界面选中src，右键选择“new”，然后单击“Package”，弹出如图1-24所示的界面，输入chpter1_1，然后选择Finish。</a:t>
            </a:r>
            <a:endParaRPr lang="zh-CN" altLang="en-US" sz="2000">
              <a:latin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23230" y="5494020"/>
            <a:ext cx="334264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1-24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创建包界面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995" y="2564765"/>
            <a:ext cx="4604385" cy="2586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创建一个类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0890" y="2348865"/>
            <a:ext cx="432816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zh-CN" altLang="en-US"/>
              <a:t>（</a:t>
            </a:r>
            <a:r>
              <a:rPr lang="zh-CN" altLang="en-US" sz="2000">
                <a:latin typeface="Times New Roman" panose="02020603050405020304"/>
              </a:rPr>
              <a:t>3）创建一个类。在包chpter1_1右键选择“new”，然后单击“Class”，弹出如图1-25所示的界面，输入HelloWorld，勾选public  static  void main（String[] args）选项，选择Finish。</a:t>
            </a:r>
            <a:endParaRPr lang="zh-CN" altLang="en-US" sz="2000">
              <a:latin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79310" y="5516880"/>
            <a:ext cx="25514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/>
              <a:t>图</a:t>
            </a:r>
            <a:r>
              <a:rPr lang="en-US" altLang="zh-CN" sz="1600"/>
              <a:t>1-25</a:t>
            </a:r>
            <a:r>
              <a:rPr lang="zh-CN" altLang="en-US" sz="1600"/>
              <a:t>创建类界面</a:t>
            </a:r>
            <a:endParaRPr lang="zh-CN" altLang="en-US" sz="1600"/>
          </a:p>
        </p:txBody>
      </p:sp>
      <p:pic>
        <p:nvPicPr>
          <p:cNvPr id="2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85" y="2348865"/>
            <a:ext cx="4429760" cy="28936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编写源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5175" y="2780665"/>
            <a:ext cx="404939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Times New Roman" panose="02020603050405020304"/>
              </a:rPr>
              <a:t>（4）编写程序代码。在编辑区输入代码：System.out.println（"HelloWorld"），代码界面如图1-26所示。</a:t>
            </a:r>
            <a:endParaRPr lang="zh-CN" altLang="en-US" sz="2000">
              <a:latin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3365" y="5373370"/>
            <a:ext cx="26530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1-26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代码界面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3933190"/>
            <a:ext cx="209550" cy="209550"/>
          </a:xfrm>
          <a:prstGeom prst="rect">
            <a:avLst/>
          </a:prstGeom>
        </p:spPr>
      </p:pic>
      <p:pic>
        <p:nvPicPr>
          <p:cNvPr id="146" name="图片 146" descr="截图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430" y="2708910"/>
            <a:ext cx="4985385" cy="23914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运行程序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845" y="2132965"/>
            <a:ext cx="455231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Times New Roman" panose="02020603050405020304"/>
              </a:rPr>
              <a:t>     方法一：鼠标右键单击Package Explore视图中的HelloWorld.java文件，在弹出框中选择“Run As”，然后选择“Java Application”来运行程序；</a:t>
            </a:r>
            <a:endParaRPr lang="zh-CN" altLang="en-US" sz="2000">
              <a:latin typeface="Times New Roman" panose="02020603050405020304"/>
            </a:endParaRPr>
          </a:p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Times New Roman" panose="02020603050405020304"/>
              </a:rPr>
              <a:t>方法二：选中文件后，直接单击工具栏上的按钮运行程序；</a:t>
            </a:r>
            <a:endParaRPr lang="zh-CN" altLang="en-US" sz="2000">
              <a:latin typeface="Times New Roman" panose="02020603050405020304"/>
            </a:endParaRPr>
          </a:p>
          <a:p>
            <a:pPr indent="266700" algn="just" defTabSz="266700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Times New Roman" panose="02020603050405020304"/>
              </a:rPr>
              <a:t>方法三：单击菜单“Run”，选择“Run”或者“Run As”“Java Application”运行结果界面如图1-27所示。</a:t>
            </a:r>
            <a:endParaRPr lang="zh-CN" altLang="en-US" sz="2000">
              <a:latin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94985" y="58766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1-27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代码运行结果界面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3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945" y="2132965"/>
            <a:ext cx="6228715" cy="34016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WPS 演示</Application>
  <PresentationFormat>自定义</PresentationFormat>
  <Paragraphs>178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511</cp:revision>
  <dcterms:created xsi:type="dcterms:W3CDTF">2015-03-26T06:11:00Z</dcterms:created>
  <dcterms:modified xsi:type="dcterms:W3CDTF">2025-09-22T14:42:38Z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D1C926FA68BF4766A6D63248E0446D89_13</vt:lpwstr>
  </property>
</Properties>
</file>