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69" r:id="rId9"/>
    <p:sldId id="472" r:id="rId10"/>
    <p:sldId id="407" r:id="rId11"/>
    <p:sldId id="456" r:id="rId12"/>
    <p:sldId id="478" r:id="rId13"/>
    <p:sldId id="458" r:id="rId14"/>
    <p:sldId id="475" r:id="rId15"/>
    <p:sldId id="477" r:id="rId16"/>
    <p:sldId id="347" r:id="rId17"/>
  </p:sldIdLst>
  <p:sldSz cx="12198350" cy="6858000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30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ArrayList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集合，向该集合中添加字符串，使用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foreach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循环遍历该集合元素并输出。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：修改字符串数组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中的所有元素为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“gh”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并输出。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foreach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605588" y="411130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foreach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循环其语法格式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602413" y="465232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foreach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循环缺陷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3" grpId="0" bldLvl="0" autoUpdateAnimBg="0"/>
      <p:bldP spid="3" grpId="1"/>
      <p:bldP spid="5" grpId="0" bldLvl="0" autoUpdateAnimBg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foreach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2047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虽然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Iterator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可以用来遍历集合中的元素，但写法上比较烦琐，为了简化书写，从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JDK5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开始，提供了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foreach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循环，它是一种更加简洁的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循环，主要用于遍历数组或集合中的元素，也称增强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循环。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41681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foreach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循环其语法格式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（容器中元素类型临时变量：容器变量）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//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执行语句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从上面的格式可以看出，与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循环相比，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foreach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循环不需要获得集合的长度，也不需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要根据索引访问容器中的元素，就能够自动遍历集合中的每个元素。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0247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foreach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循环缺陷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6057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foreach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循环虽然书写起来很简洁，但在使用时也存在一定的局限性。当使用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foreach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循环遍历集合和数组时，只能访问集合中的元素，不能对其中的元素进行修改，具体见子任务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集合，向该集合中添加字符串，使用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foreach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循环遍历该集合元素并输出。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：修改字符串数组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中的所有元素为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“gh”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foreach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循环知识点可以得到文件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9-5 Example05.java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94535" y="278066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1import java.util.*;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2public class Example05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	public staticvoidmain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	      ArrayList list = new ArrayList</a:t>
            </a:r>
            <a:r>
              <a:rPr lang="zh-CN" altLang="en-US" sz="2400">
                <a:latin typeface="Times New Roman" panose="02020603050405020304"/>
              </a:rPr>
              <a:t>（）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创建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	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张华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 // </a:t>
            </a:r>
            <a:r>
              <a:rPr lang="zh-CN" altLang="en-US" sz="2400">
                <a:latin typeface="Times New Roman" panose="02020603050405020304"/>
              </a:rPr>
              <a:t>向</a:t>
            </a:r>
            <a:r>
              <a:rPr lang="en-US" altLang="zh-CN" sz="2400">
                <a:latin typeface="Times New Roman" panose="02020603050405020304"/>
              </a:rPr>
              <a:t>ArrayList</a:t>
            </a:r>
            <a:r>
              <a:rPr lang="zh-CN" altLang="en-US" sz="2400">
                <a:latin typeface="Times New Roman" panose="02020603050405020304"/>
              </a:rPr>
              <a:t>集合中添加字符串元素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	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李方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	list.add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王磊</a:t>
            </a:r>
            <a:r>
              <a:rPr lang="en-US" altLang="zh-CN" sz="2400">
                <a:latin typeface="Times New Roman" panose="02020603050405020304"/>
              </a:rPr>
              <a:t>"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	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foreach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循环知识点可以得到文件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9-5 Example05.java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22780" y="306895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8	for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Object obj : list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{	//</a:t>
            </a:r>
            <a:r>
              <a:rPr lang="zh-CN" altLang="en-US" sz="2400">
                <a:latin typeface="Times New Roman" panose="02020603050405020304"/>
                <a:sym typeface="+mn-ea"/>
              </a:rPr>
              <a:t>使用</a:t>
            </a:r>
            <a:r>
              <a:rPr lang="en-US" altLang="zh-CN" sz="2400">
                <a:latin typeface="Times New Roman" panose="02020603050405020304"/>
                <a:sym typeface="+mn-ea"/>
              </a:rPr>
              <a:t>foreach</a:t>
            </a:r>
            <a:r>
              <a:rPr lang="zh-CN" altLang="en-US" sz="2400">
                <a:latin typeface="Times New Roman" panose="02020603050405020304"/>
                <a:sym typeface="+mn-ea"/>
              </a:rPr>
              <a:t>循环遍历</a:t>
            </a:r>
            <a:r>
              <a:rPr lang="en-US" altLang="zh-CN" sz="2400">
                <a:latin typeface="Times New Roman" panose="02020603050405020304"/>
                <a:sym typeface="+mn-ea"/>
              </a:rPr>
              <a:t>ArrayList</a:t>
            </a:r>
            <a:r>
              <a:rPr lang="zh-CN" altLang="en-US" sz="2400">
                <a:latin typeface="Times New Roman" panose="02020603050405020304"/>
                <a:sym typeface="+mn-ea"/>
              </a:rPr>
              <a:t>对象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9		  System.out.println</a:t>
            </a:r>
            <a:r>
              <a:rPr lang="zh-CN" altLang="en-US" sz="2400">
                <a:latin typeface="Times New Roman" panose="02020603050405020304"/>
                <a:sym typeface="+mn-ea"/>
              </a:rPr>
              <a:t>（</a:t>
            </a:r>
            <a:r>
              <a:rPr lang="en-US" altLang="zh-CN" sz="2400">
                <a:latin typeface="Times New Roman" panose="02020603050405020304"/>
                <a:sym typeface="+mn-ea"/>
              </a:rPr>
              <a:t>obj</a:t>
            </a:r>
            <a:r>
              <a:rPr lang="zh-CN" altLang="en-US" sz="2400">
                <a:latin typeface="Times New Roman" panose="02020603050405020304"/>
                <a:sym typeface="+mn-ea"/>
              </a:rPr>
              <a:t>）</a:t>
            </a:r>
            <a:r>
              <a:rPr lang="en-US" altLang="zh-CN" sz="2400">
                <a:latin typeface="Times New Roman" panose="02020603050405020304"/>
                <a:sym typeface="+mn-ea"/>
              </a:rPr>
              <a:t>;// </a:t>
            </a:r>
            <a:r>
              <a:rPr lang="zh-CN" altLang="en-US" sz="2400">
                <a:latin typeface="Times New Roman" panose="02020603050405020304"/>
                <a:sym typeface="+mn-ea"/>
              </a:rPr>
              <a:t>取出并打印</a:t>
            </a:r>
            <a:r>
              <a:rPr lang="en-US" altLang="zh-CN" sz="2400">
                <a:latin typeface="Times New Roman" panose="02020603050405020304"/>
                <a:sym typeface="+mn-ea"/>
              </a:rPr>
              <a:t>ArrayList</a:t>
            </a:r>
            <a:r>
              <a:rPr lang="zh-CN" altLang="en-US" sz="2400">
                <a:latin typeface="Times New Roman" panose="02020603050405020304"/>
                <a:sym typeface="+mn-ea"/>
              </a:rPr>
              <a:t>集合中的元素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10	 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12 }</a:t>
            </a: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9-5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9-9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62960" y="4653280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9-9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50" y="2708910"/>
            <a:ext cx="4591685" cy="1667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4445" y="206057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：结合任务描述和知识链接中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foreach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循环知识点可以得到文件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9-6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9-6 Example06.java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0520" y="2996565"/>
            <a:ext cx="1170813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1public class Example06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  static String[] strs = { "ab"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 "cd"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 "ef" };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 public static void main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String[] args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   for 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String str : strs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 {// foreach</a:t>
            </a:r>
            <a:r>
              <a:rPr lang="zh-CN" altLang="en-US" sz="2400">
                <a:latin typeface="Times New Roman" panose="02020603050405020304"/>
              </a:rPr>
              <a:t>循环遍历数组</a:t>
            </a:r>
            <a:endParaRPr lang="zh-CN" altLang="en-US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      str = "gh";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System.out.println</a:t>
            </a:r>
            <a:r>
              <a:rPr lang="zh-CN" altLang="en-US" sz="2400">
                <a:latin typeface="Times New Roman" panose="02020603050405020304"/>
              </a:rPr>
              <a:t>（</a:t>
            </a:r>
            <a:r>
              <a:rPr lang="en-US" altLang="zh-CN" sz="2400">
                <a:latin typeface="Times New Roman" panose="02020603050405020304"/>
              </a:rPr>
              <a:t>"foreach</a:t>
            </a:r>
            <a:r>
              <a:rPr lang="zh-CN" altLang="en-US" sz="2400">
                <a:latin typeface="Times New Roman" panose="02020603050405020304"/>
              </a:rPr>
              <a:t>循环修改后的数组：</a:t>
            </a:r>
            <a:r>
              <a:rPr lang="en-US" altLang="zh-CN" sz="2400">
                <a:latin typeface="Times New Roman" panose="02020603050405020304"/>
              </a:rPr>
              <a:t>"+strs[0]+"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"+strs[1]+"</a:t>
            </a:r>
            <a:r>
              <a:rPr lang="zh-CN" altLang="en-US" sz="2400">
                <a:latin typeface="Times New Roman" panose="02020603050405020304"/>
              </a:rPr>
              <a:t>，</a:t>
            </a:r>
            <a:r>
              <a:rPr lang="en-US" altLang="zh-CN" sz="2400">
                <a:latin typeface="Times New Roman" panose="02020603050405020304"/>
              </a:rPr>
              <a:t>"+ strs[2]</a:t>
            </a:r>
            <a:r>
              <a:rPr lang="zh-CN" altLang="en-US" sz="2400">
                <a:latin typeface="Times New Roman" panose="02020603050405020304"/>
              </a:rPr>
              <a:t>）</a:t>
            </a:r>
            <a:r>
              <a:rPr lang="en-US" altLang="zh-CN" sz="2400">
                <a:latin typeface="Times New Roman" panose="02020603050405020304"/>
              </a:rPr>
              <a:t>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}</a:t>
            </a:r>
            <a:endParaRPr lang="en-US" altLang="zh-CN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9-6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运行结果如图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9-10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30525" y="454215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9-10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9-6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1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970" y="2924810"/>
            <a:ext cx="7146290" cy="8477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1658</Words>
  <Application>WPS 演示</Application>
  <PresentationFormat>自定义</PresentationFormat>
  <Paragraphs>173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540</cp:revision>
  <dcterms:created xsi:type="dcterms:W3CDTF">2015-03-26T06:11:00Z</dcterms:created>
  <dcterms:modified xsi:type="dcterms:W3CDTF">2025-07-12T01:16:17Z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33DA3601264D477A88FE80547369DDF0_13</vt:lpwstr>
  </property>
</Properties>
</file>