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338" r:id="rId4"/>
    <p:sldId id="378" r:id="rId6"/>
    <p:sldId id="373" r:id="rId7"/>
    <p:sldId id="344" r:id="rId8"/>
    <p:sldId id="374" r:id="rId9"/>
    <p:sldId id="375" r:id="rId10"/>
    <p:sldId id="376" r:id="rId11"/>
    <p:sldId id="377" r:id="rId12"/>
    <p:sldId id="345" r:id="rId13"/>
    <p:sldId id="346" r:id="rId14"/>
    <p:sldId id="347" r:id="rId15"/>
  </p:sldIdLst>
  <p:sldSz cx="12198350" cy="6858000"/>
  <p:notesSz cx="6858000" cy="9144000"/>
  <p:custDataLst>
    <p:tags r:id="rId1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25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sz="1800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027420" y="3644900"/>
            <a:ext cx="495681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输出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1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～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100 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的所有奇数之和。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任务描述</a:t>
            </a:r>
            <a:endParaRPr lang="en-US" altLang="zh-CN" sz="3600" b="1" dirty="0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bldLvl="0" autoUpdateAnimBg="0"/>
      <p:bldP spid="5137" grpId="0" bldLvl="0" autoUpdateAnimBg="0"/>
      <p:bldP spid="5137" grpId="1" bldLvl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continue语句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0370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return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知识链接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bldLvl="0" autoUpdateAnimBg="0"/>
      <p:bldP spid="5136" grpId="0" bldLvl="0" autoUpdateAnimBg="0"/>
      <p:bldP spid="5137" grpId="0" bldLvl="0" autoUpdateAnimBg="0"/>
      <p:bldP spid="5137" grpId="1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continue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13233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continue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语句只能用于循环结构语句中，其作用是结束本次循环，然后进行下一次循环的执行。它的语法格式如下：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continue; 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其中，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continue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是关键字。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continue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语句也称为循环的短路语句，用在循环结构语句中，使程序执行到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continue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语句时，回到循环的入口，执行下一次循环，此时循环体内写在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continue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语句后的语句不会被执行。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continue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060575"/>
            <a:ext cx="10308590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continue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语句与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break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语句不同的是，它结束的是本次循环，而不是整个循环，所以相对于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break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语句的终止循环功能，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continue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语句的功能应该是中断循环，这种中断是暂时的，下一次循环还是要执行的。例如，以下代码中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while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语句实际上只输出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3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次循环变量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i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的值。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int i=1;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while(i++&lt;=4 ){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if (i==2){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continue;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}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System.out.print(" i=" + i );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2493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return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4445" y="209550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return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语句，称为返回语句，其语法格式也很简单，具体如下：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return;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return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语句并不是专门用于结束循环的，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return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语句的功能是结束一个方法的执行。一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旦在循环体内执行到一条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return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语句，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return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语句将会结束其所在方法的执行，而循环自然也随之结束。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return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语句与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continue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break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语句不同的是，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return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语句直接结束整个方法的执行，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不管这个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return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语句处于多少层循环之内。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2493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return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4445" y="209550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例如以下代码，遇到</a:t>
            </a: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return </a:t>
            </a:r>
            <a:r>
              <a:rPr lang="zh-CN" altLang="en-US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语句时直接结束</a:t>
            </a: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main( )</a:t>
            </a:r>
            <a:r>
              <a:rPr lang="zh-CN" altLang="en-US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方法的执行。</a:t>
            </a:r>
            <a:endParaRPr lang="zh-CN" altLang="en-US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public static void main(String[] args){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for (int i=0;i&lt;2;i++){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for (int j=0; j&lt;2;j++){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if (j==1){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return;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}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System.out.println("j </a:t>
            </a:r>
            <a:r>
              <a:rPr lang="zh-CN" altLang="en-US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的值是</a:t>
            </a: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" + j) ;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}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}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}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905" y="3605530"/>
            <a:ext cx="377571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输出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1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～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100 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的所有奇数之和。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549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实现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bldLvl="0" autoUpdateAnimBg="0"/>
      <p:bldP spid="5137" grpId="0" bldLvl="0" autoUpdateAnimBg="0"/>
      <p:bldP spid="5137" grpId="1" bldLvl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专业字体设计服务/WWW.ZTSGC.COM/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340360" y="1801495"/>
          <a:ext cx="6929755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755"/>
              </a:tblGrid>
              <a:tr h="3931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public class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80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Example06 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8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public static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8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void 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main(</a:t>
                      </a:r>
                      <a:r>
                        <a:rPr lang="zh-CN" altLang="en-US" sz="18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 args) {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8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sum = 0;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//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sum变量用来存放奇数的累加和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8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for 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8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 = 1; i &lt;= 100; i++) {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循环变量i从1遍历到100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  <a:r>
                        <a:rPr lang="zh-CN" altLang="en-US" sz="18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if 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(i % 2 == 0) {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如果i是偶数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</a:t>
                      </a:r>
                      <a:r>
                        <a:rPr lang="zh-CN" altLang="en-US" sz="18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continue;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跳过本次循环，继续下一个i的值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}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sum += i;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如果i是奇数，将i的值累加到sum中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}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// 输出1到100之间的奇数和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System.out.println("1-100奇数之和是：" + sum);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}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}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dash"/>
                    </a:lnL>
                    <a:lnR w="12700">
                      <a:solidFill>
                        <a:schemeClr val="tx1"/>
                      </a:solidFill>
                      <a:prstDash val="dash"/>
                    </a:lnR>
                    <a:lnT w="12700">
                      <a:solidFill>
                        <a:schemeClr val="tx1"/>
                      </a:solidFill>
                      <a:prstDash val="dash"/>
                    </a:lnT>
                    <a:lnB w="12700">
                      <a:solidFill>
                        <a:schemeClr val="tx1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 flipV="1">
            <a:off x="6602095" y="4744085"/>
            <a:ext cx="1155700" cy="317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7971155" y="3789045"/>
            <a:ext cx="300355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运行结果显示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554990" y="1052830"/>
            <a:ext cx="884047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b="1">
                <a:solidFill>
                  <a:schemeClr val="accent1">
                    <a:lumMod val="75000"/>
                  </a:schemeClr>
                </a:solidFill>
              </a:rPr>
              <a:t>使用continue输出1-100之间的所有奇数之和</a:t>
            </a:r>
            <a:endParaRPr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0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545" y="4580890"/>
            <a:ext cx="2613660" cy="3467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TABLE_ENDDRAG_ORIGIN_RECT" val="545*309"/>
  <p:tag name="TABLE_ENDDRAG_RECT" val="66*80*545*309"/>
</p:tagLst>
</file>

<file path=ppt/tags/tag23.xml><?xml version="1.0" encoding="utf-8"?>
<p:tagLst xmlns:p="http://schemas.openxmlformats.org/presentationml/2006/main">
  <p:tag name="KSO_WM_DIAGRAM_VIRTUALLY_FRAME" val="{&quot;height&quot;:324.1,&quot;left&quot;:45.2,&quot;top&quot;:105.55,&quot;width&quot;:828.75}"/>
</p:tagLst>
</file>

<file path=ppt/tags/tag24.xml><?xml version="1.0" encoding="utf-8"?>
<p:tagLst xmlns:p="http://schemas.openxmlformats.org/presentationml/2006/main">
  <p:tag name="KSO_WM_DIAGRAM_VIRTUALLY_FRAME" val="{&quot;height&quot;:324.1,&quot;left&quot;:45.2,&quot;top&quot;:105.55,&quot;width&quot;:828.75}"/>
</p:tagLst>
</file>

<file path=ppt/tags/tag25.xml><?xml version="1.0" encoding="utf-8"?>
<p:tagLst xmlns:p="http://schemas.openxmlformats.org/presentationml/2006/main">
  <p:tag name="COMMONDATA" val="eyJoZGlkIjoiZjNjMmJiYWQ1NjYxMzU5Y2Q4YWViZjliZTZhYjA5ODE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1449</Words>
  <Application>WPS 演示</Application>
  <PresentationFormat>自定义</PresentationFormat>
  <Paragraphs>128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黑体</vt:lpstr>
      <vt:lpstr>Arial Unicode MS</vt:lpstr>
      <vt:lpstr>等线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500</cp:revision>
  <dcterms:created xsi:type="dcterms:W3CDTF">2015-03-26T06:11:00Z</dcterms:created>
  <dcterms:modified xsi:type="dcterms:W3CDTF">2026-01-09T09:15:04Z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DEEA4F14EEFD4FD3A9DCA2A609BBC4D6_13</vt:lpwstr>
  </property>
</Properties>
</file>