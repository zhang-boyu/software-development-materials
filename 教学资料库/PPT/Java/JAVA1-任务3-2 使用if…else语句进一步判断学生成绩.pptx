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395" r:id="rId9"/>
    <p:sldId id="407" r:id="rId10"/>
    <p:sldId id="408" r:id="rId11"/>
    <p:sldId id="341" r:id="rId12"/>
    <p:sldId id="368" r:id="rId13"/>
    <p:sldId id="347" r:id="rId14"/>
  </p:sldIdLst>
  <p:sldSz cx="1219835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4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4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从键盘录入给定某学生成绩，例如从键盘输入数学成绩，如果此成绩大于等于60分，就输出“及格”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否则输出不及格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if...else语句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语法格式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if...else语句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流程图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5" grpId="1"/>
      <p:bldP spid="51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if...else语句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202690" y="3500914"/>
            <a:ext cx="10225106" cy="286131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if(判断条件){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执行语句1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}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else {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执行语句2 </a:t>
            </a:r>
            <a:endParaRPr sz="2000" b="0" dirty="0">
              <a:uFillTx/>
              <a:ea typeface="微软雅黑" panose="020B0503020204020204" pitchFamily="34" charset="-122"/>
            </a:endParaRPr>
          </a:p>
          <a:p>
            <a:pPr marL="266700" indent="0" fontAlgn="auto">
              <a:lnSpc>
                <a:spcPct val="150000"/>
              </a:lnSpc>
            </a:pPr>
            <a:r>
              <a:rPr sz="2000" b="0" dirty="0">
                <a:uFillTx/>
                <a:ea typeface="微软雅黑" panose="020B0503020204020204" pitchFamily="34" charset="-122"/>
              </a:rPr>
              <a:t>}</a:t>
            </a:r>
            <a:endParaRPr sz="2000" b="0" dirty="0">
              <a:uFillTx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if...else语句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执行流程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7" name="对象 -2147482621"/>
          <p:cNvGraphicFramePr>
            <a:graphicFrameLocks noChangeAspect="1"/>
          </p:cNvGraphicFramePr>
          <p:nvPr/>
        </p:nvGraphicFramePr>
        <p:xfrm>
          <a:off x="4154805" y="2348865"/>
          <a:ext cx="3088005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2133600" imgH="2455545" progId="Visio.Drawing.11">
                  <p:embed/>
                </p:oleObj>
              </mc:Choice>
              <mc:Fallback>
                <p:oleObj name="" r:id="rId4" imgW="2133600" imgH="2455545" progId="Visio.Drawing.11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4805" y="2348865"/>
                        <a:ext cx="3088005" cy="356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291205" y="61648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3-3 if…else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语句的执行流程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266700" algn="just" defTabSz="266700">
              <a:lnSpc>
                <a:spcPct val="150000"/>
              </a:lnSpc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从键盘录入给定某学生成绩，例如从键盘输入数学成绩，如果此成绩大于等于60分，就输出“及格”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，否则输出不及格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从键盘输入成绩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判断成绩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4688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输出结果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338137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结合任务3-2中的描述和知识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链接中if else语句知识点可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以得到文件3-2所示的代码：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  <a:p>
            <a:endParaRPr lang="zh-CN" altLang="en-US" sz="2000" b="1">
              <a:latin typeface="+mn-ea"/>
              <a:ea typeface="+mn-ea"/>
              <a:cs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27420" y="1557020"/>
            <a:ext cx="3444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800">
                <a:latin typeface="+mn-ea"/>
                <a:ea typeface="+mn-ea"/>
                <a:cs typeface="+mn-ea"/>
                <a:sym typeface="+mn-ea"/>
              </a:rPr>
              <a:t>文件3-2 Example02.Java</a:t>
            </a:r>
            <a:endParaRPr lang="zh-CN" altLang="en-US" sz="1800">
              <a:latin typeface="+mn-ea"/>
              <a:ea typeface="+mn-ea"/>
              <a:cs typeface="+mn-ea"/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895" y="2060575"/>
            <a:ext cx="5947410" cy="4394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输出结果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5215" y="206025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3-4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23005" y="450881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+mn-ea"/>
                <a:ea typeface="+mn-ea"/>
                <a:cs typeface="+mn-ea"/>
              </a:rPr>
              <a:t>图3-4文件3-2的运行结果</a:t>
            </a:r>
            <a:endParaRPr sz="1800">
              <a:latin typeface="+mn-ea"/>
              <a:ea typeface="+mn-ea"/>
              <a:cs typeface="+mn-ea"/>
            </a:endParaRPr>
          </a:p>
        </p:txBody>
      </p:sp>
      <p:pic>
        <p:nvPicPr>
          <p:cNvPr id="4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070" y="2780665"/>
            <a:ext cx="3891280" cy="10737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175" y="2780665"/>
            <a:ext cx="3767455" cy="10744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WPS 演示</Application>
  <PresentationFormat>自定义</PresentationFormat>
  <Paragraphs>116</Paragraphs>
  <Slides>11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Wonder Arial</vt:lpstr>
      <vt:lpstr>汉仪雅酷黑简</vt:lpstr>
      <vt:lpstr>方正公文小标宋</vt:lpstr>
      <vt:lpstr>汉仪尚巍手书W</vt:lpstr>
      <vt:lpstr>Office 主题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508</cp:revision>
  <dcterms:created xsi:type="dcterms:W3CDTF">2015-03-26T06:11:00Z</dcterms:created>
  <dcterms:modified xsi:type="dcterms:W3CDTF">2025-09-27T11:21:01Z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A9F44B60EB1B4CFE970BB634A5187451_13</vt:lpwstr>
  </property>
</Properties>
</file>