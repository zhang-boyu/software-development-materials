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66" r:id="rId3"/>
    <p:sldId id="373" r:id="rId5"/>
    <p:sldId id="374" r:id="rId6"/>
    <p:sldId id="340" r:id="rId7"/>
    <p:sldId id="353" r:id="rId8"/>
    <p:sldId id="452" r:id="rId9"/>
    <p:sldId id="453" r:id="rId10"/>
    <p:sldId id="462" r:id="rId11"/>
    <p:sldId id="407" r:id="rId12"/>
    <p:sldId id="456" r:id="rId13"/>
    <p:sldId id="458" r:id="rId14"/>
    <p:sldId id="464" r:id="rId15"/>
    <p:sldId id="465" r:id="rId16"/>
    <p:sldId id="347" r:id="rId17"/>
  </p:sldIdLst>
  <p:sldSz cx="12198350" cy="6858000"/>
  <p:notesSz cx="6858000" cy="9144000"/>
  <p:custDataLst>
    <p:tags r:id="rId21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14"/>
        <p:guide pos="39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gs" Target="tags/tag30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1337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定义一个父类Pet，包含shout()方法；定义一个子类Cat继承于父类Pet并重写父类的shout()方法;定义测试类输出Cat相关信息。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方法的重写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6605905" y="4109085"/>
            <a:ext cx="399478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子类重写父类方法时的访问权限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3" grpId="0" bldLvl="0" autoUpdateAnimBg="0"/>
      <p:bldP spid="2" grpId="1"/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方法的重写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420620"/>
            <a:ext cx="9728200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在继承关系中，子类会自动继承父类中定义的方法，但有时在子类中需要对继承的方法进行一些修改，</a:t>
            </a:r>
            <a:r>
              <a:rPr sz="240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即对父类的方法进行重写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。在子类中重写的方法需要和父类被重写的方法具有相同的方法名、参数列表以及返回值类型。例如以下代码：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方法的重写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210435"/>
            <a:ext cx="687387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latin typeface="宋体" panose="02010600030101010101" pitchFamily="2" charset="-122"/>
                <a:cs typeface="宋体" panose="02010600030101010101" pitchFamily="2" charset="-122"/>
              </a:rPr>
              <a:t>1 class Pet {		</a:t>
            </a:r>
            <a:endParaRPr sz="18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latin typeface="宋体" panose="02010600030101010101" pitchFamily="2" charset="-122"/>
                <a:cs typeface="宋体" panose="02010600030101010101" pitchFamily="2" charset="-122"/>
              </a:rPr>
              <a:t>2	public void shout() {			  </a:t>
            </a:r>
            <a:endParaRPr sz="18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latin typeface="宋体" panose="02010600030101010101" pitchFamily="2" charset="-122"/>
                <a:cs typeface="宋体" panose="02010600030101010101" pitchFamily="2" charset="-122"/>
              </a:rPr>
              <a:t>3		System.out.println("动物发出叫声");</a:t>
            </a:r>
            <a:endParaRPr sz="18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latin typeface="宋体" panose="02010600030101010101" pitchFamily="2" charset="-122"/>
                <a:cs typeface="宋体" panose="02010600030101010101" pitchFamily="2" charset="-122"/>
              </a:rPr>
              <a:t>4	}</a:t>
            </a:r>
            <a:endParaRPr sz="18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latin typeface="宋体" panose="02010600030101010101" pitchFamily="2" charset="-122"/>
                <a:cs typeface="宋体" panose="02010600030101010101" pitchFamily="2" charset="-122"/>
              </a:rPr>
              <a:t>5}</a:t>
            </a:r>
            <a:endParaRPr sz="18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latin typeface="宋体" panose="02010600030101010101" pitchFamily="2" charset="-122"/>
                <a:cs typeface="宋体" panose="02010600030101010101" pitchFamily="2" charset="-122"/>
              </a:rPr>
              <a:t>6 class </a:t>
            </a:r>
            <a:r>
              <a:rPr lang="en-US" sz="1800" b="1">
                <a:latin typeface="宋体" panose="02010600030101010101" pitchFamily="2" charset="-122"/>
                <a:cs typeface="宋体" panose="02010600030101010101" pitchFamily="2" charset="-122"/>
              </a:rPr>
              <a:t>Cat</a:t>
            </a:r>
            <a:r>
              <a:rPr sz="1800" b="1">
                <a:latin typeface="宋体" panose="02010600030101010101" pitchFamily="2" charset="-122"/>
                <a:cs typeface="宋体" panose="02010600030101010101" pitchFamily="2" charset="-122"/>
              </a:rPr>
              <a:t> extends Pet {    </a:t>
            </a:r>
            <a:endParaRPr sz="18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latin typeface="宋体" panose="02010600030101010101" pitchFamily="2" charset="-122"/>
                <a:cs typeface="宋体" panose="02010600030101010101" pitchFamily="2" charset="-122"/>
              </a:rPr>
              <a:t>7	public void shout() {			 </a:t>
            </a:r>
            <a:endParaRPr sz="18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latin typeface="宋体" panose="02010600030101010101" pitchFamily="2" charset="-122"/>
                <a:cs typeface="宋体" panose="02010600030101010101" pitchFamily="2" charset="-122"/>
              </a:rPr>
              <a:t>8		System.out.println("喵喵");  </a:t>
            </a:r>
            <a:endParaRPr sz="18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latin typeface="宋体" panose="02010600030101010101" pitchFamily="2" charset="-122"/>
                <a:cs typeface="宋体" panose="02010600030101010101" pitchFamily="2" charset="-122"/>
              </a:rPr>
              <a:t>9	}</a:t>
            </a:r>
            <a:endParaRPr sz="18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latin typeface="宋体" panose="02010600030101010101" pitchFamily="2" charset="-122"/>
                <a:cs typeface="宋体" panose="02010600030101010101" pitchFamily="2" charset="-122"/>
              </a:rPr>
              <a:t>10}</a:t>
            </a:r>
            <a:endParaRPr sz="1800" b="1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5922645" cy="492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子类重写父类方法时的访问权限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19225" y="2421255"/>
            <a:ext cx="9150985" cy="28613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子类重写父类方法时，不能使用比父类中被重写的方法更严格的访问权限。例如，父类中的方法是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public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权限，子类的方法就不能是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private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权限。如果子类在重写父类方法时定义的权限缩小，如以下代码，则在编译时将出现错误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错误提示会在任务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7-2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重写父类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Pet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shout()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方法的实现中进一步说明。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5922645" cy="492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子类重写父类方法时的访问权限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46835" y="2132965"/>
            <a:ext cx="6331585" cy="42462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latin typeface="宋体" panose="02010600030101010101" pitchFamily="2" charset="-122"/>
                <a:cs typeface="宋体" panose="02010600030101010101" pitchFamily="2" charset="-122"/>
              </a:rPr>
              <a:t>1 class Pet {		</a:t>
            </a:r>
            <a:endParaRPr sz="18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latin typeface="宋体" panose="02010600030101010101" pitchFamily="2" charset="-122"/>
                <a:cs typeface="宋体" panose="02010600030101010101" pitchFamily="2" charset="-122"/>
              </a:rPr>
              <a:t>2	public void shout() {			  </a:t>
            </a:r>
            <a:endParaRPr sz="18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latin typeface="宋体" panose="02010600030101010101" pitchFamily="2" charset="-122"/>
                <a:cs typeface="宋体" panose="02010600030101010101" pitchFamily="2" charset="-122"/>
              </a:rPr>
              <a:t>3		System.out.println("动物发出叫声");</a:t>
            </a:r>
            <a:endParaRPr sz="18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latin typeface="宋体" panose="02010600030101010101" pitchFamily="2" charset="-122"/>
                <a:cs typeface="宋体" panose="02010600030101010101" pitchFamily="2" charset="-122"/>
              </a:rPr>
              <a:t>4	}</a:t>
            </a:r>
            <a:endParaRPr sz="18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latin typeface="宋体" panose="02010600030101010101" pitchFamily="2" charset="-122"/>
                <a:cs typeface="宋体" panose="02010600030101010101" pitchFamily="2" charset="-122"/>
              </a:rPr>
              <a:t>5}</a:t>
            </a:r>
            <a:endParaRPr sz="18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latin typeface="宋体" panose="02010600030101010101" pitchFamily="2" charset="-122"/>
                <a:cs typeface="宋体" panose="02010600030101010101" pitchFamily="2" charset="-122"/>
              </a:rPr>
              <a:t>6 class Cat extends Pet {    </a:t>
            </a:r>
            <a:endParaRPr sz="18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latin typeface="宋体" panose="02010600030101010101" pitchFamily="2" charset="-122"/>
                <a:cs typeface="宋体" panose="02010600030101010101" pitchFamily="2" charset="-122"/>
              </a:rPr>
              <a:t>7	private void shout() {			 </a:t>
            </a:r>
            <a:endParaRPr sz="18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latin typeface="宋体" panose="02010600030101010101" pitchFamily="2" charset="-122"/>
                <a:cs typeface="宋体" panose="02010600030101010101" pitchFamily="2" charset="-122"/>
              </a:rPr>
              <a:t>8		System.out.println("喵喵");  </a:t>
            </a:r>
            <a:endParaRPr sz="18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latin typeface="宋体" panose="02010600030101010101" pitchFamily="2" charset="-122"/>
                <a:cs typeface="宋体" panose="02010600030101010101" pitchFamily="2" charset="-122"/>
              </a:rPr>
              <a:t>9	}</a:t>
            </a:r>
            <a:endParaRPr sz="18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latin typeface="宋体" panose="02010600030101010101" pitchFamily="2" charset="-122"/>
                <a:cs typeface="宋体" panose="02010600030101010101" pitchFamily="2" charset="-122"/>
              </a:rPr>
              <a:t>10}</a:t>
            </a:r>
            <a:endParaRPr sz="1800" b="1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1337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定义一个父类Pet，包含shout()方法；定义一个子类Cat继承于父类Pet并重写父类的shout()方法;定义测试类输出Cat相关信息。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结合任务7-2中的描述和知识链接中知识点方法的重写可以得到文件7-3所示的代码：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66925" y="2544445"/>
            <a:ext cx="56718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7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3 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Example0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.Java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2645" y="3068955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 class Pet {		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	public void shout() {			  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3		System.out.println("动物发出叫声");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4	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5}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6 class Cat extends Pet {    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7	public void shout() {			 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8		System.out.println("喵喵");  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9	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10 }</a:t>
            </a:r>
            <a:endParaRPr lang="en-US" altLang="zh-CN" sz="2000">
              <a:latin typeface="Times New Roman" panose="020206030504050203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27420" y="3370580"/>
            <a:ext cx="548195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11public class Example03 {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12	public static void main(String[] args) {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13		 Cat cat = new Cat(); 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14		 cat.shout();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15	}</a:t>
            </a:r>
            <a:endParaRPr lang="en-US" altLang="zh-CN" sz="20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16 }</a:t>
            </a:r>
            <a:endParaRPr lang="en-US" altLang="zh-CN" sz="20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文件7-3的运行结果如图7-3所示：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56690" y="342868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7-3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7-3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1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490" y="2565400"/>
            <a:ext cx="5053330" cy="6483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8590" y="2205355"/>
            <a:ext cx="818134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如果没有重写父类的shout()方法，即将上述Cat类代码改为如下代码所示：</a:t>
            </a:r>
            <a:endParaRPr lang="zh-CN" altLang="en-US"/>
          </a:p>
          <a:p>
            <a:r>
              <a:rPr lang="zh-CN" altLang="en-US"/>
              <a:t>public class Cat extends Pet {</a:t>
            </a:r>
            <a:endParaRPr lang="zh-CN" altLang="en-US"/>
          </a:p>
          <a:p>
            <a:r>
              <a:rPr lang="zh-CN" altLang="en-US"/>
              <a:t>	 }</a:t>
            </a:r>
            <a:endParaRPr lang="zh-CN" altLang="en-US"/>
          </a:p>
          <a:p>
            <a:r>
              <a:rPr lang="zh-CN" altLang="en-US"/>
              <a:t>输出结果如图7-4所示：</a:t>
            </a:r>
            <a:endParaRPr lang="zh-CN" altLang="en-US"/>
          </a:p>
        </p:txBody>
      </p:sp>
      <p:pic>
        <p:nvPicPr>
          <p:cNvPr id="92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315" y="3573145"/>
            <a:ext cx="4100830" cy="534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7" name="文本框 6"/>
          <p:cNvSpPr txBox="1"/>
          <p:nvPr/>
        </p:nvSpPr>
        <p:spPr>
          <a:xfrm>
            <a:off x="1202690" y="422116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7-4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7-3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未重写父类方法的运行结果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90345" y="2493010"/>
            <a:ext cx="6096000" cy="15424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若把文件7-3中第7行代码改为private void shout()时会出现如图7-5的错误提示信息：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            </a:t>
            </a:r>
            <a:r>
              <a:rPr lang="zh-CN" altLang="en-US"/>
              <a:t>图7-5子类方法修改为private权限的运行结果</a:t>
            </a:r>
            <a:endParaRPr lang="zh-CN" altLang="en-US"/>
          </a:p>
        </p:txBody>
      </p:sp>
      <p:pic>
        <p:nvPicPr>
          <p:cNvPr id="93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245" y="3357245"/>
            <a:ext cx="4949190" cy="5765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1618</Words>
  <Application>WPS 演示</Application>
  <PresentationFormat>自定义</PresentationFormat>
  <Paragraphs>179</Paragraphs>
  <Slides>14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532</cp:revision>
  <dcterms:created xsi:type="dcterms:W3CDTF">2015-03-26T06:11:00Z</dcterms:created>
  <dcterms:modified xsi:type="dcterms:W3CDTF">2025-07-07T01:41:02Z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1E2CA4B5C1C94DB39F9243D8560CAE2F_13</vt:lpwstr>
  </property>
</Properties>
</file>