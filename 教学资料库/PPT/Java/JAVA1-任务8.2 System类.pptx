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340" r:id="rId7"/>
    <p:sldId id="353" r:id="rId8"/>
    <p:sldId id="469" r:id="rId9"/>
    <p:sldId id="407" r:id="rId10"/>
    <p:sldId id="456" r:id="rId11"/>
    <p:sldId id="458" r:id="rId12"/>
    <p:sldId id="476" r:id="rId13"/>
    <p:sldId id="477" r:id="rId14"/>
    <p:sldId id="478" r:id="rId15"/>
    <p:sldId id="491" r:id="rId16"/>
    <p:sldId id="479" r:id="rId17"/>
    <p:sldId id="480" r:id="rId18"/>
    <p:sldId id="492" r:id="rId19"/>
    <p:sldId id="493" r:id="rId20"/>
    <p:sldId id="481" r:id="rId21"/>
    <p:sldId id="347" r:id="rId22"/>
  </p:sldIdLst>
  <p:sldSz cx="12198350" cy="6858000"/>
  <p:notesSz cx="6858000" cy="9144000"/>
  <p:custDataLst>
    <p:tags r:id="rId26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5" userDrawn="1">
          <p15:clr>
            <a:srgbClr val="A4A3A4"/>
          </p15:clr>
        </p15:guide>
        <p15:guide id="2" pos="39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25"/>
        <p:guide pos="39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4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36745" y="3429000"/>
            <a:ext cx="7415530" cy="29997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arraycopy( 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方法用于将源数组中的元素复制到目标数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	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currentTimeMillis( 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方法用于获取当前系统的时间，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返回值类型是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long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getProperties( 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方法用于获取当前系统的全部属性。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getProperty( 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方法可以根据系统的属性名获取对应的属性值。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System.gc( 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方法通知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虚拟机立即进行垃圾回收。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67375" y="479742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System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System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6945" y="2420620"/>
            <a:ext cx="10284460" cy="222377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在之前所学知识中，需要打印结果时，使用的打印语句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“System.out.println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（）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;”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中就用到了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System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类。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System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类定义了一些与系统相关的属性和方法，它提供的属性和方法都是静态的，因此，可以使用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System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类直接引用类中的属性和方法。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98171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System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90551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1487805"/>
            <a:ext cx="10284460" cy="9588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System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类的常用方法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如下：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563677" y="2236629"/>
          <a:ext cx="9208135" cy="407733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/>
                <a:gridCol w="5156200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方法名称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static void exit(int status)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该方法用于终止当前正在运行的Java虚拟机，其中参数status表示状态码，若状态码非0 ，则表示异常终止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53340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static void gc()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运行垃圾回收器，并对内存中的垃圾进行回收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52070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static void currentTimeMillis()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返回以毫秒为单位的当前时间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6990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static void arraycopy(Object src,int srcPos,Object dest,int destPos,int length)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从src引用的指定源数组的srcPos位置，复制length个元素，到dest引用的数组的destPos位置 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52006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static Properties getProperties()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获取当前系统全部属性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52006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static String getProperty(String key)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获取指定键描述的系统属性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36745" y="3429000"/>
            <a:ext cx="7569835" cy="29997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arraycopy( 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方法用于将源数组中的元素复制到目标数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	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组。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currentTimeMillis( 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方法用于获取当前系统的时间，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返回值类型是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long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getProperties( 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方法用于获取当前系统的全部属性。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getProperty( 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方法可以根据系统的属性名获取对应的属性值。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System.gc( 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方法通知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Java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虚拟机立即进行垃圾回收。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1-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8590" y="1377950"/>
            <a:ext cx="10271125" cy="570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1776095"/>
            <a:ext cx="9647555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Example07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int[] fromArray = { 10, 11, 12, 13, 14, 15 };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源数组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int[] toArray = { 20, 21, 22, 23, 24, 25, 26 };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目标数组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System.arraycopy(fromArray, 2, toArray, 3, 4);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复制数组元素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打印复制后数组的元素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复制后的数组元素为：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for (int i = 0; i &lt; toArray.length; i++)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System.out.print(toArray[i]+" ");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}  }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1-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15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060" y="2895600"/>
            <a:ext cx="4732655" cy="19634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69469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1234440"/>
            <a:ext cx="10271125" cy="6089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1849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1560830"/>
            <a:ext cx="9647555" cy="5169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Example08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long startTime = System.currentTimeMillis();//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循环开始时的当前时间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int sum = 0;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for (int i = 0; i &lt; 1000000000; i++)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sum += i;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long endTime = System.currentTimeMillis();//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循环结束后的当前时间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程序运行的时间为：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"+(endTime - startTime)+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    "ms");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18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770" y="2997200"/>
            <a:ext cx="4965065" cy="20345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8590" y="2167255"/>
            <a:ext cx="10271125" cy="642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2493645"/>
            <a:ext cx="9647555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java.util.Enumeration;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java.util.Properties;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Example09{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获取当前系统属性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Properties properties = System.getProperties();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获取所有系统属性的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key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，返回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Enumeration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对象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Enumeration propertyNames = properties.propertyNames();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2206625"/>
            <a:ext cx="9647555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while (propertyNames.hasMoreElements())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获取系统属性的键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key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String key = (String) propertyNames.nextElement();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获取当前键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key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对应的值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value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String value = System.getProperty(key);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System.out.println(key + "---&gt;" + value);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3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2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950" y="2204720"/>
            <a:ext cx="7329170" cy="39604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8590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2493645"/>
            <a:ext cx="9647555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class Person{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private String name;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private int age;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Person(String name, int age)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this.name = name;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this.age = age;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//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对象被创建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--&gt;"+this);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06625"/>
            <a:ext cx="9647555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@Override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String toString()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return 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姓名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:"+this.name+"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，年龄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:"+this.age;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下面定义的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finalize()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方法会在垃圾回收前被调用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void finalize() throws Throwable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对象被释放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--&gt;"+this);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1382395"/>
            <a:ext cx="9647555" cy="5169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Example10{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下面是创建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Person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对象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Person p = new Person("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张三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",20);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下面将变量置为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null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，让对象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成为垃圾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p = null;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调用方法进行垃圾回收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System.gc();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for (int i = 0; i &lt; 10000000; i++)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为了延长程序运行的时间，执行空循环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}  }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4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2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825" y="3213100"/>
            <a:ext cx="5870575" cy="1682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UNIT_TABLE_BEAUTIFY" val="smartTable{7063a827-14fc-41cd-9104-71b9d0f80768}"/>
  <p:tag name="TABLE_ENDDRAG_ORIGIN_RECT" val="725*356"/>
  <p:tag name="TABLE_ENDDRAG_RECT" val="149*124*725*356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1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3573</Words>
  <Application>WPS 演示</Application>
  <PresentationFormat>自定义</PresentationFormat>
  <Paragraphs>274</Paragraphs>
  <Slides>19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9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Wonder Arial</vt:lpstr>
      <vt:lpstr>汉仪雅酷黑简</vt:lpstr>
      <vt:lpstr>方正公文小标宋</vt:lpstr>
      <vt:lpstr>汉仪尚巍手书W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吴静</cp:lastModifiedBy>
  <cp:revision>544</cp:revision>
  <dcterms:created xsi:type="dcterms:W3CDTF">2015-03-26T06:11:00Z</dcterms:created>
  <dcterms:modified xsi:type="dcterms:W3CDTF">2025-08-13T09:03:29Z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967524E0292D4780A6210A87FE96F89B_13</vt:lpwstr>
  </property>
</Properties>
</file>