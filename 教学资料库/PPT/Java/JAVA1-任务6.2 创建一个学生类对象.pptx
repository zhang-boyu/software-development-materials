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59" r:id="rId3"/>
    <p:sldId id="373" r:id="rId5"/>
    <p:sldId id="374" r:id="rId6"/>
    <p:sldId id="340" r:id="rId7"/>
    <p:sldId id="353" r:id="rId8"/>
    <p:sldId id="418" r:id="rId9"/>
    <p:sldId id="452" r:id="rId10"/>
    <p:sldId id="453" r:id="rId11"/>
    <p:sldId id="454" r:id="rId12"/>
    <p:sldId id="407" r:id="rId13"/>
    <p:sldId id="341" r:id="rId14"/>
    <p:sldId id="458" r:id="rId15"/>
    <p:sldId id="347" r:id="rId16"/>
  </p:sldIdLst>
  <p:sldSz cx="12198350" cy="6858000"/>
  <p:notesSz cx="6858000" cy="9144000"/>
  <p:custDataLst>
    <p:tags r:id="rId2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9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9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3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在任务6-1基础上，创建一个学生类对象，初始化学生信息：姓名、年龄、性别、爱好，然后输出学生这些信息。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声明对象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创建对象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对象的创建与使用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>
                <a:latin typeface="宋体" panose="02010600030101010101" pitchFamily="2" charset="-122"/>
                <a:cs typeface="宋体" panose="02010600030101010101" pitchFamily="2" charset="-122"/>
              </a:rPr>
              <a:t>当我们创建了一个类，就等同于我们创建了一种新的数据类型，你可以像使用基本数据类型一样地使用类。类定义好之后，我们将用该类定义一个实例，即该类的对象。创建一个类的对象通常包括三个步骤，即声明对象、建立对象和初始化对象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对象的创建与使用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Chevron 3"/>
          <p:cNvSpPr/>
          <p:nvPr>
            <p:custDataLst>
              <p:tags r:id="rId3"/>
            </p:custDataLst>
          </p:nvPr>
        </p:nvSpPr>
        <p:spPr>
          <a:xfrm>
            <a:off x="1292225" y="2065020"/>
            <a:ext cx="23622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34658" y="220497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声明对象</a:t>
            </a:r>
            <a:endParaRPr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62735" y="2924810"/>
            <a:ext cx="9721850" cy="23996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声明对象的作用是创建对象空间的管理者，即对象名，也称为对象句柄。例如：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    Student  stu1,stu2 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该语句声明了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Student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类的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个对象句柄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stu1,stu2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，它们可以被用来引用实际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Student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类对象的空间，但必须明白此时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stu1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stu2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只是两个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Student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类对象的句柄，还没有真正地关联到对象的内存空间。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对象的创建与使用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Chevron 3"/>
          <p:cNvSpPr/>
          <p:nvPr>
            <p:custDataLst>
              <p:tags r:id="rId3"/>
            </p:custDataLst>
          </p:nvPr>
        </p:nvSpPr>
        <p:spPr>
          <a:xfrm>
            <a:off x="1292225" y="2065020"/>
            <a:ext cx="23622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34658" y="220497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建立</a:t>
            </a:r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</a:t>
            </a:r>
            <a:endParaRPr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62735" y="2924810"/>
            <a:ext cx="9721850" cy="33229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</a:rPr>
              <a:t>建立对象，是指用new关键字为对象分配内存空间。在声明对象时，只确定了对象的句柄和它所属的类，并没有为对象分配存储空间，此时对象还不是类的实例。只有通过建立对象这一步，才会为对象分配内存。建立对象的格式如下：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</a:rPr>
              <a:t>对象句柄 = new 构造方法（[参数列表]）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例如：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Student stu1;//声明了一个Student类型的对象stu1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stu1=new Student（）;//建立对象并分配内存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对象的创建与使用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Chevron 3"/>
          <p:cNvSpPr/>
          <p:nvPr>
            <p:custDataLst>
              <p:tags r:id="rId3"/>
            </p:custDataLst>
          </p:nvPr>
        </p:nvSpPr>
        <p:spPr>
          <a:xfrm>
            <a:off x="1292225" y="2065020"/>
            <a:ext cx="23622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34658" y="220497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建立</a:t>
            </a:r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</a:t>
            </a:r>
            <a:endParaRPr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62735" y="2924810"/>
            <a:ext cx="9721850" cy="23996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也可以在声明对象的同时建立对象，这称为创建一个对象。创建对象的格式如下：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类名 对象名=new  类名( )；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例如：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Student  stu1=new Student（）;//声明并创建一个Student类型的对象stu1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Student  stu2=new Student（）;//声明并创建一个Student类型的对象stu2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对象的创建与使用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Chevron 3"/>
          <p:cNvSpPr/>
          <p:nvPr>
            <p:custDataLst>
              <p:tags r:id="rId3"/>
            </p:custDataLst>
          </p:nvPr>
        </p:nvSpPr>
        <p:spPr>
          <a:xfrm>
            <a:off x="1292225" y="2065020"/>
            <a:ext cx="236220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34658" y="220497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建立</a:t>
            </a:r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</a:t>
            </a:r>
            <a:endParaRPr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18590" y="2731135"/>
            <a:ext cx="9721850" cy="37846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创建对象后，可以使用对象访问类中的某个属性或方法，对象属性和方法的访问通过“.”运算符实现，具体格式如下: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对象名称.属性名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对象名称.方法名（）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如给stu1对象的属性name和age赋值：stu1.name=“王华”,stu1.age=18，获取到stu1对象的属性值，然后在控制台输出:System.out.println(stu1.name);System.out.println(stu1.age);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例如：stu1.toString()；调用了stu1对象的toString方法。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在任务6-1基础上，创建一个学生类对象，初始化学生信息：姓名、年龄、性别、爱好，然后输出学生这些信息。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4105" y="2131695"/>
            <a:ext cx="1052385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结合任务6-2中的描述和知识链接中对象的创建与使用知识点可以得到文件6-2所示的代码：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66925" y="2544445"/>
            <a:ext cx="34702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6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2 </a:t>
            </a:r>
            <a:r>
              <a:rPr sz="18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18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8455" y="2780665"/>
            <a:ext cx="6449695" cy="46545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1 public class Student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2   String name;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3   int age;	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4   String sex;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5   String hobby;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6   public String toString(){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7        return name+" "+age+" "+sex+" "+hobby; 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8  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</a:rPr>
              <a:t>9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Times New Roman" panose="020206030504050203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15075" y="2544445"/>
            <a:ext cx="609600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10 public class Example01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11	public static void main(String[] args) {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12	   Student stu1;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13    stu1=new Student();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14    stu1.name="王华";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15    stu1.age=18;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16    stu1.sex="男";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17    stu1.hobby="唱歌";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18    System.out.println(stu1.toString());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19	 }</a:t>
            </a:r>
            <a:endParaRPr lang="en-US" altLang="zh-CN" sz="24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sym typeface="+mn-ea"/>
              </a:rPr>
              <a:t>20 }</a:t>
            </a:r>
            <a:endParaRPr lang="en-US" altLang="zh-CN" sz="24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运行结果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华康俪金黑W8(P)" pitchFamily="2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8590" y="2132648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6-2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6-1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8" name="图片 1"/>
          <p:cNvPicPr>
            <a:picLocks noChangeAspect="1"/>
          </p:cNvPicPr>
          <p:nvPr/>
        </p:nvPicPr>
        <p:blipFill>
          <a:blip r:embed="rId3"/>
          <a:srcRect r="11401" b="7544"/>
          <a:stretch>
            <a:fillRect/>
          </a:stretch>
        </p:blipFill>
        <p:spPr>
          <a:xfrm>
            <a:off x="3362960" y="2780665"/>
            <a:ext cx="4451350" cy="10483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2714625" y="3971608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6-1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6-2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28,&quot;left&quot;:90.05,&quot;top&quot;:87.05,&quot;width&quot;:197.7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28,&quot;left&quot;:90.05,&quot;top&quot;:87.05,&quot;width&quot;:197.7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28,&quot;left&quot;:90.05,&quot;top&quot;:87.05,&quot;width&quot;:197.7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28,&quot;left&quot;:90.05,&quot;top&quot;:87.05,&quot;width&quot;:197.7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1726</Words>
  <Application>WPS 演示</Application>
  <PresentationFormat>自定义</PresentationFormat>
  <Paragraphs>165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黑体</vt:lpstr>
      <vt:lpstr>Arial Unicode MS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533</cp:revision>
  <dcterms:created xsi:type="dcterms:W3CDTF">2015-03-26T06:11:00Z</dcterms:created>
  <dcterms:modified xsi:type="dcterms:W3CDTF">2025-07-07T01:30:21Z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71C44392DFE947C5AF67853FA0B92695_13</vt:lpwstr>
  </property>
</Properties>
</file>