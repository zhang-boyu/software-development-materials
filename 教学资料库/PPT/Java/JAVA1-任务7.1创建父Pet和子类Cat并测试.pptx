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52" r:id="rId9"/>
    <p:sldId id="453" r:id="rId10"/>
    <p:sldId id="418" r:id="rId11"/>
    <p:sldId id="419" r:id="rId12"/>
    <p:sldId id="454" r:id="rId13"/>
    <p:sldId id="455" r:id="rId14"/>
    <p:sldId id="407" r:id="rId15"/>
    <p:sldId id="456" r:id="rId16"/>
    <p:sldId id="457" r:id="rId17"/>
    <p:sldId id="458" r:id="rId18"/>
    <p:sldId id="459" r:id="rId19"/>
    <p:sldId id="460" r:id="rId20"/>
    <p:sldId id="461" r:id="rId21"/>
    <p:sldId id="347" r:id="rId22"/>
  </p:sldIdLst>
  <p:sldSz cx="12198350" cy="6858000"/>
  <p:notesSz cx="6858000" cy="9144000"/>
  <p:custDataLst>
    <p:tags r:id="rId2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05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40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子任务1：定义一个父类Pet，其中包含name、age及其设置和获取方法；定义一个子类Cat继承于父类Pet;定义测试类输出Cat实例相关属性信息。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子任务2：在子任务1的基础上，定义子类Cat的属性color以及设置和获取方法；定义测试类输出Cat实例相关属性信息。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继承的概念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继承的优点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603048" y="44770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继承的注意事项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继承的概念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现实生活中，说到继承，通常会想到子女继承父辈的财产、事业等。在程序中，继承描述的是事物之间的所属关系，通过继承可以使多种事物之间形成一种关系体系。例如，猫和狗都属于动物，程序中便可以描述为猫和狗继承自动物，同理，波斯猫和巴厘猫继承猫科，而沙皮狗和斑点狗继承自犬科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继承的概念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在Java中，</a:t>
            </a:r>
            <a:r>
              <a:rPr sz="24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继承是一种面向对象编程的特性，它允许我们定义一个类（称为子类或派生类）来继承另一个类（称为父类或基类）的属性和方法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。通过继承，子类可以重用父类的代码即属性和方法，使得子类具有父类的特征和行为。并且还可以添加或覆盖父类中的方法以提供特定的功能。这种机制促进了代码的复用和模块化。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继承的概念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8545" y="2277110"/>
            <a:ext cx="435038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继承的语法格式</a:t>
            </a:r>
            <a:r>
              <a:rPr lang="zh-CN" sz="1800" b="1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latin typeface="宋体" panose="02010600030101010101" pitchFamily="2" charset="-122"/>
                <a:cs typeface="宋体" panose="02010600030101010101" pitchFamily="2" charset="-122"/>
              </a:rPr>
              <a:t>class 父类{</a:t>
            </a:r>
            <a:endParaRPr sz="14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latin typeface="宋体" panose="02010600030101010101" pitchFamily="2" charset="-122"/>
                <a:cs typeface="宋体" panose="02010600030101010101" pitchFamily="2" charset="-122"/>
              </a:rPr>
              <a:t>  ……</a:t>
            </a:r>
            <a:endParaRPr sz="14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latin typeface="宋体" panose="02010600030101010101" pitchFamily="2" charset="-122"/>
                <a:cs typeface="宋体" panose="02010600030101010101" pitchFamily="2" charset="-122"/>
              </a:rPr>
              <a:t> }</a:t>
            </a:r>
            <a:endParaRPr sz="14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latin typeface="宋体" panose="02010600030101010101" pitchFamily="2" charset="-122"/>
                <a:cs typeface="宋体" panose="02010600030101010101" pitchFamily="2" charset="-122"/>
              </a:rPr>
              <a:t>class 子类 extends 父类{</a:t>
            </a:r>
            <a:endParaRPr sz="14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latin typeface="宋体" panose="02010600030101010101" pitchFamily="2" charset="-122"/>
                <a:cs typeface="宋体" panose="02010600030101010101" pitchFamily="2" charset="-122"/>
              </a:rPr>
              <a:t>  …… </a:t>
            </a:r>
            <a:endParaRPr sz="14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sz="14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400" b="1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90795" y="1628775"/>
            <a:ext cx="5764530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latin typeface="宋体" panose="02010600030101010101" pitchFamily="2" charset="-122"/>
                <a:cs typeface="宋体" panose="02010600030101010101" pitchFamily="2" charset="-122"/>
              </a:rPr>
              <a:t>如：</a:t>
            </a:r>
            <a:endParaRPr lang="zh-CN" altLang="en-US"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宋体" panose="02010600030101010101" pitchFamily="2" charset="-122"/>
                <a:cs typeface="宋体" panose="02010600030101010101" pitchFamily="2" charset="-122"/>
              </a:rPr>
              <a:t>class Pet {  </a:t>
            </a:r>
            <a:endParaRPr sz="16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宋体" panose="02010600030101010101" pitchFamily="2" charset="-122"/>
                <a:cs typeface="宋体" panose="02010600030101010101" pitchFamily="2" charset="-122"/>
              </a:rPr>
              <a:t>    String name;  </a:t>
            </a:r>
            <a:endParaRPr sz="16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宋体" panose="02010600030101010101" pitchFamily="2" charset="-122"/>
                <a:cs typeface="宋体" panose="02010600030101010101" pitchFamily="2" charset="-122"/>
              </a:rPr>
              <a:t>      void eat() {  </a:t>
            </a:r>
            <a:endParaRPr sz="16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宋体" panose="02010600030101010101" pitchFamily="2" charset="-122"/>
                <a:cs typeface="宋体" panose="02010600030101010101" pitchFamily="2" charset="-122"/>
              </a:rPr>
              <a:t>        System.out.println(name + " is eating.");  </a:t>
            </a:r>
            <a:endParaRPr sz="16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宋体" panose="02010600030101010101" pitchFamily="2" charset="-122"/>
                <a:cs typeface="宋体" panose="02010600030101010101" pitchFamily="2" charset="-122"/>
              </a:rPr>
              <a:t>    }  </a:t>
            </a:r>
            <a:endParaRPr sz="16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宋体" panose="02010600030101010101" pitchFamily="2" charset="-122"/>
                <a:cs typeface="宋体" panose="02010600030101010101" pitchFamily="2" charset="-122"/>
              </a:rPr>
              <a:t>}  </a:t>
            </a:r>
            <a:endParaRPr sz="16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宋体" panose="02010600030101010101" pitchFamily="2" charset="-122"/>
                <a:cs typeface="宋体" panose="02010600030101010101" pitchFamily="2" charset="-122"/>
              </a:rPr>
              <a:t>class Cat extends Pet {  </a:t>
            </a:r>
            <a:endParaRPr sz="16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宋体" panose="02010600030101010101" pitchFamily="2" charset="-122"/>
                <a:cs typeface="宋体" panose="02010600030101010101" pitchFamily="2" charset="-122"/>
              </a:rPr>
              <a:t>    void hobby() {  </a:t>
            </a:r>
            <a:endParaRPr sz="16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宋体" panose="02010600030101010101" pitchFamily="2" charset="-122"/>
                <a:cs typeface="宋体" panose="02010600030101010101" pitchFamily="2" charset="-122"/>
              </a:rPr>
              <a:t>        System.out.println(name + " 喜欢晒太阳.");  </a:t>
            </a:r>
            <a:endParaRPr sz="16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宋体" panose="02010600030101010101" pitchFamily="2" charset="-122"/>
                <a:cs typeface="宋体" panose="02010600030101010101" pitchFamily="2" charset="-122"/>
              </a:rPr>
              <a:t>    }  </a:t>
            </a:r>
            <a:endParaRPr sz="1600" b="1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继承的优点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代码复用：通过继承，子类可以重用父类的代码，减少代码冗余。</a:t>
            </a:r>
            <a:endParaRPr 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可扩展性：子类可以添加新的属性和方法，或者覆盖父类的方法来扩展其功能。</a:t>
            </a:r>
            <a:endParaRPr 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多态性基础：继承是多态性实现的基础之一，通过继承可以使得子类对象可以被当作父类对象来处理。</a:t>
            </a:r>
            <a:endParaRPr 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继承的注意事项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5080" y="1628775"/>
            <a:ext cx="9742805" cy="18859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ea typeface="宋体" panose="02010600030101010101" pitchFamily="2" charset="-122"/>
              </a:rPr>
              <a:t>   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1.避免过度使用继承：虽然继承是强大的，但过度使用会导致类层次结构过于复杂，难以理解和维护。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2.注意继承的层次：Java中不支持多重继承（即一个类不能同时继承多个父类）。例如下面这种情况是不合法的。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class A{}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class B{}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class C extends A,B{}  // C类不可以同时继承A类和B类</a:t>
            </a:r>
            <a:endParaRPr sz="240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继承的注意事项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06121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3.多个类可以继承一个父类，例如下面这种情况是允许的。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class A{}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class B extends A{}   //类B继承类A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class C extends A{}   //类C继承类A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支持多层继承（即一个类可以继承一个类，而这个类又可以继承另一个类，以此类推）例如，C类继承自B类，而B类又可以继承自类A，这时，C类也可称作A类的子类。</a:t>
            </a:r>
            <a:endParaRPr sz="24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继承的注意事项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061210"/>
            <a:ext cx="9742805" cy="369316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例如下面这种情况是允许的。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class A{}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class B extends A{}   // 类B继承类A，类B是类A的子类</a:t>
            </a:r>
            <a:endParaRPr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ym typeface="+mn-ea"/>
              </a:rPr>
              <a:t>class C extends B{}   // 类C继承类B，类C是类B的子类，同时也是类</a:t>
            </a:r>
            <a:r>
              <a:rPr lang="en-US" sz="2400">
                <a:sym typeface="+mn-ea"/>
              </a:rPr>
              <a:t> </a:t>
            </a:r>
            <a:r>
              <a:rPr sz="2400">
                <a:sym typeface="+mn-ea"/>
              </a:rPr>
              <a:t>A的子类</a:t>
            </a:r>
            <a:endParaRPr sz="2400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子任务1：定义一个父类Pet，其中包含name、age及其设置和获取方法；定义一个子类Cat继承于父类Pet;定义测试类输出Cat实例相关属性信息。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子任务1：结合任务描述和知识链接中继承知识点可以得到文件7-1所示的代码：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66925" y="2544445"/>
            <a:ext cx="56718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 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4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9135" y="306895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1public class Pet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2	 private String name;         		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3	 private int age;             		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4	 public String getName()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5	        return name;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6	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7	 public void setName(String name)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8	       this.name = name;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9	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27420" y="3370580"/>
            <a:ext cx="548195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10	 public int getAge()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11	        return age;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12	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13	 public void setAge(int age)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14	        this.age = age;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15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16	}</a:t>
            </a:r>
            <a:endParaRPr lang="en-US" altLang="zh-CN" sz="24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子任务1：结合任务描述和知识链接中继承知识点可以得到文件7-1所示的代码：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58770" y="2544445"/>
            <a:ext cx="56718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 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4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6720" y="3068955"/>
            <a:ext cx="581152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17public class Cat extends Pet {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// 子类未定义任何属性和方法，只是继承于父类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18public class Example01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19	public static void main(String[] args)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20		 Cat cat = new Cat(); // 创建并实例化Cat对象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800">
              <a:latin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83275" y="3213100"/>
            <a:ext cx="548195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21		 cat.setName("花花");// 访问父类Pet中的方法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22		 cat.setAge(3);       // 访问父类Pet中的方法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23		 System.out.println("这只小猫叫"+cat.getName()+"今年"+cat.getAge()+"岁了");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24	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25}</a:t>
            </a:r>
            <a:endParaRPr lang="en-US" altLang="zh-CN" sz="18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文件7-1的运行结果如图7-1所示: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89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780" y="2749550"/>
            <a:ext cx="4882515" cy="5848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1850390" y="350107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7-1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：结合任务描述和知识链接中继承知识点可以得到文件7-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66925" y="2544445"/>
            <a:ext cx="56718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4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9135" y="306895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 public class Pet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2	 private String name;         		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3	 private int age;             		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4	 public String getName()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5	        return name;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6	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7	 public void setName(String name)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8	       this.name = name;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9	    }</a:t>
            </a:r>
            <a:endParaRPr lang="en-US" altLang="zh-CN" sz="2400">
              <a:latin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27420" y="3370580"/>
            <a:ext cx="548195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10	 public int getAge() {</a:t>
            </a:r>
            <a:endParaRPr lang="en-US" altLang="zh-CN" sz="24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11	        return age;</a:t>
            </a:r>
            <a:endParaRPr lang="en-US" altLang="zh-CN" sz="24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12	    }</a:t>
            </a:r>
            <a:endParaRPr lang="en-US" altLang="zh-CN" sz="24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13	 public void setAge(int age) {</a:t>
            </a:r>
            <a:endParaRPr lang="en-US" altLang="zh-CN" sz="24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14	        this.age = age;</a:t>
            </a:r>
            <a:endParaRPr lang="en-US" altLang="zh-CN" sz="24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15	    }</a:t>
            </a:r>
            <a:endParaRPr lang="en-US" altLang="zh-CN" sz="24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16	}</a:t>
            </a:r>
            <a:endParaRPr lang="en-US" altLang="zh-CN" sz="24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子任务1：结合任务描述和知识链接中继承知识点可以得到文件7-1所示的代码：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58770" y="2544445"/>
            <a:ext cx="56718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 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4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6720" y="3068955"/>
            <a:ext cx="581152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17 public class Cat extends Pet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18	 private String color;        // 声明color属性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19	    public String getColor()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20	        return color;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21	       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22	   public void setColor(String color) {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23	        this.color = color;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24	   }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25}</a:t>
            </a:r>
            <a:endParaRPr lang="en-US" altLang="zh-CN" sz="1800">
              <a:latin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39055" y="3140710"/>
            <a:ext cx="620839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26 public class Example02 {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27	public static void main(String[] args) {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28		 Cat cat = new Cat(); // 创建并实例化Cat对象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29		 cat.setName("花花");// 访问父类Pet中的方法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30		 cat.setAge(3);       // 访问父类Pet中的方法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31		 cat.setColor("黑色");// 访问子类Cat中的方法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32	     System.out.println("这只小猫叫"+cat.getName()+"今年"+cat.getAge()+"岁了，"+ "颜色是"+cat.getColor());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33	}</a:t>
            </a:r>
            <a:endParaRPr lang="en-US" altLang="zh-CN" sz="18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  <a:sym typeface="+mn-ea"/>
              </a:rPr>
              <a:t>34}</a:t>
            </a:r>
            <a:endParaRPr lang="en-US" altLang="zh-CN" sz="18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文件7-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的运行结果如图7-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50390" y="350107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7-2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435" y="2660650"/>
            <a:ext cx="5173345" cy="637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0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3508</Words>
  <Application>WPS 演示</Application>
  <PresentationFormat>自定义</PresentationFormat>
  <Paragraphs>293</Paragraphs>
  <Slides>19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529</cp:revision>
  <dcterms:created xsi:type="dcterms:W3CDTF">2015-03-26T06:11:00Z</dcterms:created>
  <dcterms:modified xsi:type="dcterms:W3CDTF">2025-07-07T01:39:51Z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64087245242C44FFA959C2D0E1F539CA_13</vt:lpwstr>
  </property>
</Properties>
</file>