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38" r:id="rId4"/>
    <p:sldId id="376" r:id="rId6"/>
    <p:sldId id="375" r:id="rId7"/>
    <p:sldId id="378" r:id="rId8"/>
    <p:sldId id="377" r:id="rId9"/>
    <p:sldId id="379" r:id="rId10"/>
    <p:sldId id="380" r:id="rId11"/>
    <p:sldId id="381" r:id="rId12"/>
    <p:sldId id="383" r:id="rId13"/>
    <p:sldId id="384" r:id="rId14"/>
    <p:sldId id="347" r:id="rId15"/>
  </p:sldIdLst>
  <p:sldSz cx="12198350" cy="6858000"/>
  <p:notesSz cx="6858000" cy="9144000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2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800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850" y="332785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br>
              <a:rPr lang="zh-CN" altLang="en-US"/>
            </a:br>
            <a:r>
              <a:rPr lang="zh-CN" altLang="en-US" b="1"/>
              <a:t>九九乘法表</a:t>
            </a:r>
            <a:endParaRPr lang="zh-CN" altLang="en-US" b="1"/>
          </a:p>
        </p:txBody>
      </p:sp>
      <p:pic>
        <p:nvPicPr>
          <p:cNvPr id="6" name="内容占位符 5" descr="图片1"/>
          <p:cNvPicPr>
            <a:picLocks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8112"/>
          <a:stretch>
            <a:fillRect/>
          </a:stretch>
        </p:blipFill>
        <p:spPr>
          <a:xfrm>
            <a:off x="915035" y="1988820"/>
            <a:ext cx="10521950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905" y="3605530"/>
            <a:ext cx="4777105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for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语句的嵌套，输出九九乘法表。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循环嵌套</a:t>
            </a:r>
            <a:endParaRPr lang="en-US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for循环嵌套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语句的语法格式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知识链接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循环嵌套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49301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在解决某些复杂问题时，若在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for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do...while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语句的循环体内再包含一条循环结构语句，就形成了循环嵌套。这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3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种循环结构语句之间可相互嵌套，其中较常见的是在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for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语句中嵌套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for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语句。在多层循环嵌套中，外层的循环称为外循环，内层的循环称为内循环。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if...else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语句的嵌套一样，理论上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Java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支持多层循环嵌套，但从可读性的角度考虑，建议循环嵌套不超过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3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层。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753872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循环嵌套语句的语法格式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49301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for(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1;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2;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3) {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...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  for(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1;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2;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3) {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    ...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}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...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27420" y="3717290"/>
            <a:ext cx="469519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for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语句的嵌套，输出九九乘法表。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4.4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中的描述和知识链接</a:t>
            </a:r>
            <a:r>
              <a:rPr lang="zh-CN" sz="2000">
                <a:latin typeface="+mn-ea"/>
                <a:ea typeface="+mn-ea"/>
                <a:cs typeface="+mn-ea"/>
                <a:sym typeface="+mn-ea"/>
              </a:rPr>
              <a:t>得到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925" y="2544445"/>
            <a:ext cx="34702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ctr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文件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4-4 Example04.java 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94535" y="2996565"/>
            <a:ext cx="6329680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 public class Example04 {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 public static void main(String[] args) {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3 for(int i=1;i&lt;=9; i++ ) {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4 for ( int j=1;j&lt;=i;j++) {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5 System.out.print( j + "*" +i+ "=" + i*j + "\t");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6 }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7 System.out.println();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8 }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9 }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10 }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宋体" panose="02010600030101010101" pitchFamily="2" charset="-122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的运行结果如图</a:t>
            </a:r>
            <a:r>
              <a:rPr lang="en-US" altLang="zh-CN" sz="2000">
                <a:latin typeface="Times New Roman" panose="02020603050405020304"/>
                <a:sym typeface="+mn-ea"/>
              </a:rPr>
              <a:t>4-10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所示。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94535" y="2996565"/>
            <a:ext cx="6329680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400">
                <a:latin typeface="宋体" panose="02010600030101010101" pitchFamily="2" charset="-122"/>
                <a:sym typeface="+mn-ea"/>
              </a:rPr>
              <a:t>   </a:t>
            </a:r>
            <a:endParaRPr lang="en-US" altLang="zh-CN" sz="2400">
              <a:latin typeface="宋体" panose="02010600030101010101" pitchFamily="2" charset="-122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宋体" panose="02010600030101010101" pitchFamily="2" charset="-122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图</a:t>
            </a:r>
            <a:r>
              <a:rPr lang="en-US" altLang="zh-CN" sz="2000">
                <a:latin typeface="Times New Roman" panose="02020603050405020304"/>
                <a:sym typeface="+mn-ea"/>
              </a:rPr>
              <a:t>4-10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的运行结果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5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635" y="2853055"/>
            <a:ext cx="6671310" cy="200977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</Words>
  <Application>WPS 演示</Application>
  <PresentationFormat>自定义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黑体</vt:lpstr>
      <vt:lpstr>Arial Unicode MS</vt:lpstr>
      <vt:lpstr>等线</vt:lpstr>
      <vt:lpstr>Office 主题</vt:lpstr>
      <vt:lpstr>2_Office 主题</vt:lpstr>
      <vt:lpstr>PowerPoint 演示文稿</vt:lpstr>
      <vt:lpstr>PowerPoint 演示文稿</vt:lpstr>
      <vt:lpstr> 九九乘法表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508</cp:revision>
  <dcterms:created xsi:type="dcterms:W3CDTF">2015-03-26T06:11:00Z</dcterms:created>
  <dcterms:modified xsi:type="dcterms:W3CDTF">2026-01-10T14:14:29Z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DA7ACF0F2C0A41F1AA130C7C0FB9EC9F_13</vt:lpwstr>
  </property>
</Properties>
</file>