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98" r:id="rId10"/>
    <p:sldId id="496" r:id="rId11"/>
    <p:sldId id="497" r:id="rId12"/>
    <p:sldId id="407" r:id="rId13"/>
    <p:sldId id="456" r:id="rId14"/>
    <p:sldId id="499" r:id="rId15"/>
    <p:sldId id="458" r:id="rId16"/>
    <p:sldId id="476" r:id="rId17"/>
    <p:sldId id="500" r:id="rId18"/>
    <p:sldId id="477" r:id="rId19"/>
    <p:sldId id="347" r:id="rId20"/>
  </p:sldIdLst>
  <p:sldSz cx="12198350" cy="6858000"/>
  <p:notesSz cx="6858000" cy="9144000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3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41553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BigInteger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定义的两个大整数的和、差、积、商，并比较出两个数字的较大值与较小值。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BigDecimal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定义的两个小数的和、差、积、商，并比较出两个数字的较大值与较小值。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BigInteger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05588" y="40039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BigDecimal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BigInteger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420620"/>
            <a:ext cx="10284460" cy="357060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当程序需要处理一个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非常大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整数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时，如果这个数值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超出了long类型的取值范围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，则无法使用基本类型接收。早期程序开发者使用String类进行大整数的接收，使用String类接收大整数之后，再采用拆分的方式进行计算，操作过程非常麻烦。为了解决这个问题，Java提供了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BigInteger类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。BigInteger表示大整数类，定义在java.math包中，如果在开发时需要定义一个超出long类型的整型数据，可以使用BigInteger类的对象接收该数据。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BigInteger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BigInteger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70357" y="2200434"/>
          <a:ext cx="9208135" cy="32924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27120"/>
                <a:gridCol w="558101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BigInteger(String val)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将字符串val变为BigInteger类型的数据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 add(BigInteger val)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返回当前对象与val的和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 subtract(BigInteger val)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返回当前对象与val的差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 multiply(BigInteger val)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返回当前对象与val的积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 divide(BigInteger val)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返回当前对象与val的商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BigInteger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BigInteger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70357" y="2415699"/>
          <a:ext cx="9208135" cy="27000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27120"/>
                <a:gridCol w="558101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 max(BigInteger val)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返回当前对象与val之中的较大值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 min(BigInteger val)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返回当前对象与val之中的较小值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BigInteger[] divideAndRemainder(BigInteger val)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除法操作，计算当前对象/val的结果，返回一个数组，数组的第1个元素为商，第2个元素为余数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BigDecimal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420620"/>
            <a:ext cx="10284460" cy="282956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在进行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浮点数运算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的时候，float类型和double类型很容易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丢失精度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，为了能够精确的表示、计算浮点数，Java提供了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BigDecimal类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。BigDecimal类可以表示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任意精度的小数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，多用于数字精度要求高的场景，例如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商业计算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货币值计算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BigDecimal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BigDecimal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450340" y="2136140"/>
          <a:ext cx="9254490" cy="3854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9260"/>
                <a:gridCol w="5015230"/>
              </a:tblGrid>
              <a:tr h="4552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en-US" sz="17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en-US" sz="17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54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BigDecimal(String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将字符串val转为BigDecimal类型的数据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48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static BigDecimal valueOf(double d)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将double类型的数据转为BigDecimal类型的数据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48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add(BigDecimal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返回当前对象与val的和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48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subtract(BigDecimal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返回当前对象与val的差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41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multiply(BigDecimal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返回当前对象与val的积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608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divide(BigDecimal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返回当前对象与val的商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41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max(BigDecimal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返回当前对象与val之中的较大值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48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BigDecimal min(BigDecimal val)</a:t>
                      </a:r>
                      <a:endParaRPr lang="en-US" sz="1500" b="0" spc="12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返回当前对象与val之中的较小值</a:t>
                      </a:r>
                      <a:endParaRPr lang="en-US" sz="15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BigInteger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定义的两个大整数的和、差、积、商，并比较出两个数字的较大值与较小值。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BigDecimal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定义的两个小数的和、差、积、商，并比较出两个数字的较大值与较小值。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52146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0662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java.math.BigInteger;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Example15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BigInteger bi1 = new BigInteger("123456789");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创建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BigInteger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BigInteger bi2 = new BigInteger("987654321");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创建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BigInteger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System.out.println("bi2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的和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bi2.add(bi1));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System.out.println("bi2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的差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bi2.subtract(bi1));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System.out.println("bi2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的积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bi2.multiply(bi1));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06625"/>
            <a:ext cx="964755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System.out.println("bi2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的商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bi2.divide(bi1));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System.out.println("bi2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之间的较大值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bi2.max(bi1));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System.out.println("bi2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之间的较小值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bi2.min(bi1));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8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260" y="2778125"/>
            <a:ext cx="5248275" cy="27070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991360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java.math.BigDecimal;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Example16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BigDecimal bd1 = new BigDecimal("0.001");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创建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BigDecimal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BigDecimal bd2 = BigDecimal.valueOf(0.009);//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创建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BigDecimal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System.out.println("bd2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bd1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的和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bd2.add(bd1));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System.out.println("bd2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bd1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的差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bd2.subtract(bd1));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System.out.println("bd2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bd1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的积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bd2.multiply(bd1));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991360"/>
            <a:ext cx="964755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System.out.println("bd2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bd1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的商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bd2.divide(bd1));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System.out.println("bd2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bd1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之间的较大值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bd2.max(bd1));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System.out.println("bd2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bd1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之间的较小值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bd2.min(bd1));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05" y="2708910"/>
            <a:ext cx="4681220" cy="3202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TABLE_BEAUTIFY" val="smartTable{a7723a47-1bfd-425e-a7e3-a31b5fc4c544}"/>
  <p:tag name="TABLE_ENDDRAG_ORIGIN_RECT" val="725*356"/>
  <p:tag name="TABLE_ENDDRAG_RECT" val="149*124*725*356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TABLE_BEAUTIFY" val="smartTable{03bbeffa-84ca-495b-ac3b-974d09b0e1c6}"/>
  <p:tag name="TABLE_ENDDRAG_ORIGIN_RECT" val="725*356"/>
  <p:tag name="TABLE_ENDDRAG_RECT" val="149*124*725*356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UNIT_TABLE_BEAUTIFY" val="smartTable{3b06fe31-c09d-4e7a-9e57-a9a251064ac4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3082</Words>
  <Application>WPS 演示</Application>
  <PresentationFormat>自定义</PresentationFormat>
  <Paragraphs>264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黑体</vt:lpstr>
      <vt:lpstr>等线</vt:lpstr>
      <vt:lpstr>Wonder Arial</vt:lpstr>
      <vt:lpstr>汉仪雅酷黑简</vt:lpstr>
      <vt:lpstr>方正公文小标宋</vt:lpstr>
      <vt:lpstr>汉仪尚巍手书W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550</cp:revision>
  <dcterms:created xsi:type="dcterms:W3CDTF">2015-03-26T06:11:00Z</dcterms:created>
  <dcterms:modified xsi:type="dcterms:W3CDTF">2025-08-15T03:34:40Z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1A6F6A374058420FABCF17D474731247_13</vt:lpwstr>
  </property>
</Properties>
</file>