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8" r:id="rId3"/>
    <p:sldId id="373" r:id="rId5"/>
    <p:sldId id="374" r:id="rId6"/>
    <p:sldId id="340" r:id="rId7"/>
    <p:sldId id="353" r:id="rId8"/>
    <p:sldId id="408" r:id="rId9"/>
    <p:sldId id="344" r:id="rId10"/>
    <p:sldId id="341" r:id="rId11"/>
    <p:sldId id="368" r:id="rId12"/>
    <p:sldId id="347" r:id="rId13"/>
  </p:sldIdLst>
  <p:sldSz cx="12198350" cy="6858000"/>
  <p:notesSz cx="6858000" cy="9144000"/>
  <p:custDataLst>
    <p:tags r:id="rId17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9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159"/>
        <p:guide pos="39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22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7425" y="3645535"/>
            <a:ext cx="7105015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定义整数类型变量a的值为10,计算 a + 3*a与(a+3) * a的值。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运算符</a:t>
            </a: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优先级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9" name="矩形 6"/>
          <p:cNvSpPr>
            <a:spLocks noChangeArrowheads="1"/>
          </p:cNvSpPr>
          <p:nvPr/>
        </p:nvSpPr>
        <p:spPr bwMode="auto">
          <a:xfrm>
            <a:off x="6605588" y="468534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矩形 6"/>
          <p:cNvSpPr>
            <a:spLocks noChangeArrowheads="1"/>
          </p:cNvSpPr>
          <p:nvPr/>
        </p:nvSpPr>
        <p:spPr bwMode="auto">
          <a:xfrm>
            <a:off x="6603048" y="504856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5" grpId="0" bldLvl="0" autoUpdateAnimBg="0"/>
      <p:bldP spid="5139" grpId="0" bldLvl="0" autoUpdateAnimBg="0"/>
      <p:bldP spid="3" grpId="0" bldLvl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649345" y="1224280"/>
            <a:ext cx="7882890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sz="2000" b="0">
                <a:solidFill>
                  <a:srgbClr val="59595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复杂的表达式进行运算时，要明确表达式中所有运算符参与运算的先后顺序，通常把这种顺序称作</a:t>
            </a:r>
            <a:r>
              <a:rPr sz="2000" b="0">
                <a:solidFill>
                  <a:srgbClr val="1369B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运算符的优先级</a:t>
            </a:r>
            <a:r>
              <a:rPr sz="2000" b="0">
                <a:solidFill>
                  <a:srgbClr val="59595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。运算符的优先级</a:t>
            </a:r>
            <a:r>
              <a:rPr lang="zh-CN" sz="2000" b="0">
                <a:solidFill>
                  <a:srgbClr val="59595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如下表所示。</a:t>
            </a:r>
            <a:endParaRPr lang="zh-CN" sz="2000" b="0">
              <a:solidFill>
                <a:srgbClr val="595959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89382" y="2737644"/>
          <a:ext cx="9208135" cy="411162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691255"/>
                <a:gridCol w="5516880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优先级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运算符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.  []  ()</a:t>
                      </a: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{}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2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++  --  ~  !  (数据类型)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3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*  /  %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4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+  -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5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&lt;&lt;  &gt;&gt;  &gt;&gt;&gt;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6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&lt;  &gt; &lt;=  &gt;=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7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==  !=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6" name="Chevron 3"/>
          <p:cNvSpPr/>
          <p:nvPr>
            <p:custDataLst>
              <p:tags r:id="rId2"/>
            </p:custDataLst>
          </p:nvPr>
        </p:nvSpPr>
        <p:spPr>
          <a:xfrm>
            <a:off x="973455" y="1342390"/>
            <a:ext cx="255587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15888" y="1482349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运算符</a:t>
            </a:r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的优先级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Chevron 3"/>
          <p:cNvSpPr/>
          <p:nvPr>
            <p:custDataLst>
              <p:tags r:id="rId1"/>
            </p:custDataLst>
          </p:nvPr>
        </p:nvSpPr>
        <p:spPr>
          <a:xfrm>
            <a:off x="973455" y="983615"/>
            <a:ext cx="255587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15888" y="1123574"/>
            <a:ext cx="196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运算符</a:t>
            </a:r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的优先级</a:t>
            </a:r>
            <a:endParaRPr lang="zh-CN"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489382" y="1876584"/>
          <a:ext cx="9208135" cy="366268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691255"/>
                <a:gridCol w="5516880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优先级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运算符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8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&amp;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9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^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10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|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11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&amp;&amp;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12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||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13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?: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4489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14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=  *=  /=  %=  +=  -=  &lt;&lt;=  &gt;&gt;=  &gt;&gt;&gt;=  &amp;=  ^=  |=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973455" y="5539105"/>
            <a:ext cx="446151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注意：数字越小优先级越高。</a:t>
            </a:r>
            <a:endParaRPr lang="zh-CN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97425" y="3645535"/>
            <a:ext cx="7167245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定义整数类型变量a的值为10,计算 a + 3*a与(a+3) * a的值。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实现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88210"/>
            <a:ext cx="964755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  public class Example15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2	 public static void main(String[] args)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3		int a =10;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4		int b1 = a + 3*a;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5		int b2 = (a+3) * a;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6		System.out.println("b1="+b1);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7		System.out.println("b2="+b2);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8	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9 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运行结果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42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850" y="2938780"/>
            <a:ext cx="4733925" cy="1882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UNIT_TABLE_BEAUTIFY" val="smartTable{d1df52a2-760b-4946-9eb3-9df819317f5e}"/>
  <p:tag name="TABLE_ENDDRAG_ORIGIN_RECT" val="725*356"/>
  <p:tag name="TABLE_ENDDRAG_RECT" val="149*124*725*356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TABLE_BEAUTIFY" val="smartTable{1c1f46c1-1a22-4587-a1be-2e906e0a59b8}"/>
  <p:tag name="TABLE_ENDDRAG_ORIGIN_RECT" val="725*356"/>
  <p:tag name="TABLE_ENDDRAG_RECT" val="149*124*725*356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COMMONDATA" val="eyJoZGlkIjoiZjNjMmJiYWQ1NjYxMzU5Y2Q4YWViZjliZTZhYjA5ODEifQ=="/>
  <p:tag name="commondata" val="eyJoZGlkIjoiMDNkY2NkMDM0NDA1YWViZGM2YTRhMjRjYmMxZWU1ODg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</Words>
  <Application>WPS 演示</Application>
  <PresentationFormat>自定义</PresentationFormat>
  <Paragraphs>146</Paragraphs>
  <Slides>10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吴静</cp:lastModifiedBy>
  <cp:revision>511</cp:revision>
  <dcterms:created xsi:type="dcterms:W3CDTF">2015-03-26T06:11:00Z</dcterms:created>
  <dcterms:modified xsi:type="dcterms:W3CDTF">2024-10-16T08:03:43Z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D1B8AFCBC44044159D6AA320BBA52329_13</vt:lpwstr>
  </property>
</Properties>
</file>