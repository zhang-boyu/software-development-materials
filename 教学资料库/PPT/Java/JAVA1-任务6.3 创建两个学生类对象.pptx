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0" r:id="rId3"/>
    <p:sldId id="373" r:id="rId5"/>
    <p:sldId id="374" r:id="rId6"/>
    <p:sldId id="340" r:id="rId7"/>
    <p:sldId id="353" r:id="rId8"/>
    <p:sldId id="418" r:id="rId9"/>
    <p:sldId id="459" r:id="rId10"/>
    <p:sldId id="407" r:id="rId11"/>
    <p:sldId id="341" r:id="rId12"/>
    <p:sldId id="458" r:id="rId13"/>
    <p:sldId id="347" r:id="rId14"/>
  </p:sldIdLst>
  <p:sldSz cx="12198350" cy="6858000"/>
  <p:notesSz cx="6858000" cy="9144000"/>
  <p:custDataLst>
    <p:tags r:id="rId1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4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2168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在任务6-1基础上，创建一个学生类对象stu1并对其实例化，创建stu2对象，但不对其进行实例化；stu1给stu2分配空间使用权；初始化stu1对象信息：姓名、年龄、性别、爱好，初始化stu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对象的年龄信息；输出这两个学生类对象的信息。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传值引用与传址引用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堆内存和栈内存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传值引用与传址引用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49301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00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类属于引用数据类型</a:t>
            </a:r>
            <a:r>
              <a:rPr sz="2000">
                <a:latin typeface="宋体" panose="02010600030101010101" pitchFamily="2" charset="-122"/>
                <a:cs typeface="宋体" panose="02010600030101010101" pitchFamily="2" charset="-122"/>
              </a:rPr>
              <a:t>，引用数据类型就是指内存空间可以同时被多个栈内存引用。在Java程序中，当变量间发生赋值动作时，涉及到传值引用与传址引用的问题。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所谓传值</a:t>
            </a:r>
            <a:r>
              <a:rPr sz="2000">
                <a:latin typeface="宋体" panose="02010600030101010101" pitchFamily="2" charset="-122"/>
                <a:cs typeface="宋体" panose="02010600030101010101" pitchFamily="2" charset="-122"/>
              </a:rPr>
              <a:t>，即指“＝”号两端变量各自具有独立的存放值的内存空间，右端变量把自身的变量值复制给左端变量，这种方式发生在基本数据类型变量间的赋值操作。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所谓传址</a:t>
            </a:r>
            <a:r>
              <a:rPr sz="2000">
                <a:latin typeface="宋体" panose="02010600030101010101" pitchFamily="2" charset="-122"/>
                <a:cs typeface="宋体" panose="02010600030101010101" pitchFamily="2" charset="-122"/>
              </a:rPr>
              <a:t>，即右端变量把自身引用（管理）的内存空间的首地址复制给左端变量，这样“＝”号两端变量共同引用（管理）一个内存空间，这种方式发生在对象变量间的赋值操作及数组间的赋值操作。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堆内存和栈内存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94105" y="2171700"/>
            <a:ext cx="9721850" cy="42462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</a:rPr>
              <a:t>堆内存和栈内存是Java中重要的概念，它们有以下区别：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内存分配方式：</a:t>
            </a:r>
            <a:endParaRPr sz="2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</a:rPr>
              <a:t>栈（Stack）：由编译器自动分配和释放，存放函数的参数值、局部变量的值等。其操作方式类似于数据结构中的栈。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</a:rPr>
              <a:t>堆（Heap）：一般由程序员分配和释放，若程序员不释放，程序结束时由操作系统回收。其操作类似于数据结构中的堆。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内存管理方式：</a:t>
            </a:r>
            <a:endParaRPr sz="2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</a:rPr>
              <a:t>栈：由编译器自动管理，无需手动控制，但容量有限。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</a:rPr>
              <a:t>堆：需要手动分配和释放，容量大，但容易产生碎片。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堆内存和栈内存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94105" y="2171700"/>
            <a:ext cx="9721850" cy="37846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</a:rPr>
              <a:t>堆内存和栈内存是Java中重要的概念，它们有以下区别：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存储内容：</a:t>
            </a:r>
            <a:endParaRPr sz="2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</a:rPr>
              <a:t>栈：主要存放局部变量和对象引用，作用域结束后变量消失。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</a:rPr>
              <a:t>堆：存放所有new出来的对象和数组，可以被多个栈中的变量引用，不使用时需要手动回收。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</a:rPr>
              <a:t>效率：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</a:rPr>
              <a:t>栈：效率较高，但存储空间有限。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</a:rPr>
              <a:t>堆：效率较低，但空间大。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在任务6-1基础上，创建一个学生类对象stu1并对其实例化，创建stu2对象，但不对其进行实例化；stu1给stu2分配空间使用权；初始化stu1对象信息：姓名、年龄、性别、爱好，初始化stu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对象的年龄信息；输出这两个学生类对象的信息。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4105" y="2131695"/>
            <a:ext cx="1074610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结合任务6-3中的描述和知识链接中传值引用与传址引用知识点可以得到文件6-3所示的代码：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66925" y="2544445"/>
            <a:ext cx="34702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6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3</a:t>
            </a:r>
            <a:r>
              <a:rPr sz="18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1800">
                <a:latin typeface="+mn-ea"/>
                <a:ea typeface="+mn-ea"/>
                <a:cs typeface="+mn-ea"/>
                <a:sym typeface="+mn-ea"/>
              </a:rPr>
              <a:t>3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0845" y="2924810"/>
            <a:ext cx="6329680" cy="46545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1 public class Student {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2   String name;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3   int age;	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4   String sex;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5   String hobby;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6   public String toString(){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7     return name+" "+age+" "+sex+" "+hobby; 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8   }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9 }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10  class Example02 {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11 	  public static void main(String[] args){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40145" y="2943225"/>
            <a:ext cx="5958205" cy="3046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		 Student stu1 = new Student();  //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stu1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对象并实例化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		Student stu2 = null; //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stu2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对象，但不对其进行实例化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4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		 stu2 = stu1;              //stu1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给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stu2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分配空间使用权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5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		stu1.name = "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王华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"; //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stu1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对象的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name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属性赋值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6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		stu1.age = 18;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7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		stu1.sex="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男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";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8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		stu1.hobby="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唱歌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";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19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		stu2.age = 20;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20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		System.out.println(stu1.toString());   //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调用对象的方法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21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		System.out.println(stu2.toString());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		}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	}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运行结果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华康俪金黑W8(P)" pitchFamily="2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8590" y="213264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6-2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6-2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70480" y="422052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ea typeface="宋体" panose="02010600030101010101" pitchFamily="2" charset="-122"/>
              </a:rPr>
              <a:t>图6-2文件6-3的运行结果</a:t>
            </a:r>
            <a:endParaRPr sz="2000">
              <a:ea typeface="宋体" panose="02010600030101010101" pitchFamily="2" charset="-122"/>
            </a:endParaRPr>
          </a:p>
        </p:txBody>
      </p:sp>
      <p:pic>
        <p:nvPicPr>
          <p:cNvPr id="69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480" y="2834005"/>
            <a:ext cx="5640705" cy="1222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1686</Words>
  <Application>WPS 演示</Application>
  <PresentationFormat>自定义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5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Times New Roman</vt:lpstr>
      <vt:lpstr>黑体</vt:lpstr>
      <vt:lpstr>Arial Unicode MS</vt:lpstr>
      <vt:lpstr>等线</vt:lpstr>
      <vt:lpstr>专业字体设计服务/WWW.ZTSGC.COM/</vt:lpstr>
      <vt:lpstr>华康俪金黑W8(P)</vt:lpstr>
      <vt:lpstr>经典繁仿黑</vt:lpstr>
      <vt:lpstr>ksdb</vt:lpstr>
      <vt:lpstr>Wonder Arial</vt:lpstr>
      <vt:lpstr>汉仪中黑繁</vt:lpstr>
      <vt:lpstr>Metrolite 2 Com Roman</vt:lpstr>
      <vt:lpstr>华康俪金黑W8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537</cp:revision>
  <dcterms:created xsi:type="dcterms:W3CDTF">2015-03-26T06:11:00Z</dcterms:created>
  <dcterms:modified xsi:type="dcterms:W3CDTF">2025-12-09T00:25:56Z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757653DAA62C45049EDC908B2CA2E99C_13</vt:lpwstr>
  </property>
</Properties>
</file>