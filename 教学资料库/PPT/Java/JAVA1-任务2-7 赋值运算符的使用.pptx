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53" r:id="rId8"/>
    <p:sldId id="408" r:id="rId9"/>
    <p:sldId id="411" r:id="rId10"/>
    <p:sldId id="344" r:id="rId11"/>
    <p:sldId id="341" r:id="rId12"/>
    <p:sldId id="368" r:id="rId13"/>
    <p:sldId id="347" r:id="rId14"/>
  </p:sldIdLst>
  <p:sldSz cx="12198350" cy="6858000"/>
  <p:notesSz cx="6858000" cy="9144000"/>
  <p:custDataLst>
    <p:tags r:id="rId1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9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59"/>
        <p:guide pos="39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2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7425" y="3645535"/>
            <a:ext cx="694944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定义短整型变量s的值是3，整数型变量i的值是5，用+=运算符计算s与i的和赋值给s。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赋值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运算符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9" name="矩形 6"/>
          <p:cNvSpPr>
            <a:spLocks noChangeArrowheads="1"/>
          </p:cNvSpPr>
          <p:nvPr/>
        </p:nvSpPr>
        <p:spPr bwMode="auto">
          <a:xfrm>
            <a:off x="6605588" y="468534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矩形 6"/>
          <p:cNvSpPr>
            <a:spLocks noChangeArrowheads="1"/>
          </p:cNvSpPr>
          <p:nvPr/>
        </p:nvSpPr>
        <p:spPr bwMode="auto">
          <a:xfrm>
            <a:off x="6603048" y="504856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9" grpId="0" bldLvl="0" autoUpdateAnimBg="0"/>
      <p:bldP spid="3" grpId="0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69970" y="1296035"/>
            <a:ext cx="789051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sz="2000" b="0">
                <a:solidFill>
                  <a:srgbClr val="59595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赋值运算符的作用就是将常量、变量或表达式的值赋给某一个变量。Java中的赋值运算符及用法</a:t>
            </a:r>
            <a:r>
              <a:rPr lang="zh-CN" sz="2000" b="0">
                <a:solidFill>
                  <a:srgbClr val="59595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具体如下表所示。</a:t>
            </a:r>
            <a:endParaRPr lang="zh-CN" sz="2000" b="0">
              <a:solidFill>
                <a:srgbClr val="595959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191692" y="2595404"/>
          <a:ext cx="7484745" cy="355155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19225"/>
                <a:gridCol w="1939925"/>
                <a:gridCol w="2792095"/>
                <a:gridCol w="1333500"/>
              </a:tblGrid>
              <a:tr h="462915"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运算符</a:t>
                      </a:r>
                      <a:endParaRPr lang="en-US" alt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    </a:t>
                      </a: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范例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结果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=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赋值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a=3;b=2;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a=3;b=2;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+=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加等于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a=3;b=2;a+=b;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a=5;b=2;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232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-=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减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等于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a=3;b=2;a-=b;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a=1;b=2;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232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*=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乘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等于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a=3;b=2;a*=b;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a=6;b=2;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/=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除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等于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a=3;b=2;a/=b;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a=1;b=2;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%=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模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等于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a=3;b=2;a%=b;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a=1;b=2;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Chevron 3"/>
          <p:cNvSpPr/>
          <p:nvPr>
            <p:custDataLst>
              <p:tags r:id="rId2"/>
            </p:custDataLst>
          </p:nvPr>
        </p:nvSpPr>
        <p:spPr>
          <a:xfrm>
            <a:off x="928370" y="1464310"/>
            <a:ext cx="255587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27293" y="1604269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赋值</a:t>
            </a:r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运算符及用法</a:t>
            </a:r>
            <a:endParaRPr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24949" y="1914854"/>
            <a:ext cx="98640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中可以通过一条赋值语句对多个变量进行赋值，具体示例如下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57124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42558" y="1245494"/>
            <a:ext cx="323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使用赋值</a:t>
            </a:r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</a:t>
            </a:r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的注意事项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470910" y="2879090"/>
            <a:ext cx="5247640" cy="1101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 x, y, z; 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 = y = z = 5;// 为三个变量同时赋值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342390" y="4519930"/>
            <a:ext cx="64706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/>
            <a:r>
              <a:rPr lang="zh-CN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注意：下面的这种写法在Java中是不可以的。</a:t>
            </a:r>
            <a:endParaRPr lang="zh-CN" altLang="zh-CN" sz="20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471545" y="5332730"/>
            <a:ext cx="5247640" cy="68707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1" algn="l" fontAlgn="auto">
              <a:lnSpc>
                <a:spcPct val="150000"/>
              </a:lnSpc>
            </a:pP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 x = y = z = 5;// 这样写是错误的</a:t>
            </a:r>
            <a:endParaRPr lang="zh-CN" altLang="en-US" sz="18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63376" y="2691659"/>
            <a:ext cx="98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）除了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”，其他的都是特殊的赋值运算符，以“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+=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”为例，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+= 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就相当于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= x + 3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，表达式首先会进行加法运算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x+3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，再将运算结果赋值给变量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-=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*=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/=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%=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赋值运算符都可以此类推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Chevron 3"/>
          <p:cNvSpPr/>
          <p:nvPr>
            <p:custDataLst>
              <p:tags r:id="rId1"/>
            </p:custDataLst>
          </p:nvPr>
        </p:nvSpPr>
        <p:spPr>
          <a:xfrm>
            <a:off x="1143635" y="1105535"/>
            <a:ext cx="3571240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2558" y="1245494"/>
            <a:ext cx="323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使用赋值</a:t>
            </a:r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</a:t>
            </a:r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的注意事项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97425" y="3645535"/>
            <a:ext cx="694944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定义短整型变量s的值是3，整数型变量i的值是5，用+=运算符计算s与i的和赋值给s。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实现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403475"/>
            <a:ext cx="964755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  public class Example11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2    public static void main(String[] args)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3	    short s = 3;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		int i = 5;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5		s += i;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6		System.out.println("s = " + s);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7	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8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运行结果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37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920" y="3005455"/>
            <a:ext cx="4577080" cy="1572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UNIT_TABLE_BEAUTIFY" val="smartTable{15f29d7f-f8c6-471c-84b0-8c698e81149e}"/>
  <p:tag name="TABLE_ENDDRAG_ORIGIN_RECT" val="589*280"/>
  <p:tag name="TABLE_ENDDRAG_RECT" val="256*179*589*280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52.45,&quot;left&quot;:90.05,&quot;top&quot;:87.05,&quot;width&quot;:281.2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867</Words>
  <Application>WPS 演示</Application>
  <PresentationFormat>自定义</PresentationFormat>
  <Paragraphs>151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Times New Roman</vt:lpstr>
      <vt:lpstr>黑体</vt:lpstr>
      <vt:lpstr>Arial Unicode MS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512</cp:revision>
  <dcterms:created xsi:type="dcterms:W3CDTF">2015-03-26T06:11:00Z</dcterms:created>
  <dcterms:modified xsi:type="dcterms:W3CDTF">2026-01-10T13:56:34Z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0770CCA7812D487DA96A00C2BEC66BBB_13</vt:lpwstr>
  </property>
</Properties>
</file>