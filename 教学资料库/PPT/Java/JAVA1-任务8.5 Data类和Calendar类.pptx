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96" r:id="rId9"/>
    <p:sldId id="497" r:id="rId10"/>
    <p:sldId id="501" r:id="rId11"/>
    <p:sldId id="502" r:id="rId12"/>
    <p:sldId id="407" r:id="rId13"/>
    <p:sldId id="456" r:id="rId14"/>
    <p:sldId id="458" r:id="rId15"/>
    <p:sldId id="476" r:id="rId16"/>
    <p:sldId id="503" r:id="rId17"/>
    <p:sldId id="477" r:id="rId18"/>
    <p:sldId id="347" r:id="rId19"/>
  </p:sldIdLst>
  <p:sldSz cx="1219835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35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10735" y="3429000"/>
            <a:ext cx="724154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类中的方法获取当前日期和时间以及当前日期和时间后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的时间。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Calendar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类中的方法获取当前的年月日时分秒。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Data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6605588" y="40039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Calendar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277110"/>
            <a:ext cx="10284460" cy="357060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JDK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java.util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包提供了一个</a:t>
            </a:r>
            <a:r>
              <a:rPr lang="en-US"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Date</a:t>
            </a:r>
            <a:r>
              <a:rPr lang="zh-CN"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用于表示</a:t>
            </a:r>
            <a:r>
              <a:rPr lang="zh-CN"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日期和时间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Date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类在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JDK 1.0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时就已经开始使用。随着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JDK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版本的不断升级和发展，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Date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类中大部分的构造方法和普通方法都已经不再推荐使用。在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JDK 11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</a:t>
            </a:r>
            <a:r>
              <a:rPr 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Date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类只有下面两个构造方法是实际开发中经常被应用到的。</a:t>
            </a:r>
            <a:endParaRPr lang="zh-CN"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lang="en-US" alt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Date()：用于创建当前日期时间的Date对象</a:t>
            </a: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Date(long date)：用于创建指定时间的Date对象，其中date参数表示1970年1月1日0时0分0（称为历元）以来的毫秒数，即时间戳。</a:t>
            </a:r>
            <a:endParaRPr lang="zh-CN" altLang="en-US"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Calendar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420620"/>
            <a:ext cx="10284460" cy="282956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使用Date类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获取计算机的当前日期和时间，但是Date类输出的日期格式不符合国内的日期标准格式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所以从 JDK 1.1 开始，Java提供了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Calendar类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，用Calendar类中的方法取代了Date类的相应功能。Calendar类也用于完成日期和时间字段的操作，它可以通过特定的方法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设置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读取日期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特定部分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，比如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年、月、日、时、分、秒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r>
              <a:rPr lang="zh-CN"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Calendar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1487805"/>
            <a:ext cx="10284460" cy="9588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Calendar类是一个抽象类，不可以被实例化，如果想在程序中获取一个Calendar实例，则需要调用Calendar类的静态方法getInstance()。通过调用getInstance()方法获取Calendar实例的具体示例如下。</a:t>
            </a:r>
            <a:endParaRPr lang="en-US" altLang="zh-CN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543935" y="3862705"/>
            <a:ext cx="4775200" cy="999490"/>
            <a:chOff x="6146" y="6083"/>
            <a:chExt cx="7520" cy="157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6" y="6083"/>
              <a:ext cx="7520" cy="157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328" y="6585"/>
              <a:ext cx="7157" cy="57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fontAlgn="auto">
                <a:lnSpc>
                  <a:spcPct val="11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Calendar calendar = Calendar.getInstance();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Calendar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9815" y="1487805"/>
            <a:ext cx="10284460" cy="6737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Calendar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类的常用方法：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44957" y="2155984"/>
          <a:ext cx="9208135" cy="33299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 get(int field)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返回指定日历字段field的值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void add(int field,int amount)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根据日历规则，为指定的日历字段增加或减去指定的时间量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void set(int field,int value)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将指定日历字段field的值设置为value 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void set(int year,int month,int date)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设置Calendar对象的年、月、日三个字段的值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void set(int year.int month,int date,int hourOfDay,int minute,int second)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设置Calendar对象的年、月、日、时、分、秒六个字段的值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98171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Calendar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0551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88390" y="1664970"/>
            <a:ext cx="1030097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表中的大多数方法都用到了int类型的参数field，该参数需要接收Calendar类中定义的常量值，这些常量值分别表示不同的字段，Calendar类常用的常量值如下所示。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Calendar.YEAR</a:t>
            </a: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：用于获取当前年份。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Calendar.MONTH</a:t>
            </a: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：用于获取当前月份，需要注意的是，在使Calendar.MONTH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None/>
            </a:pP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字段时，月份的起始值是从0开始的，而不是从1开始，因此要获取当前的月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None/>
            </a:pP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需要在Calendar.MONTH的基础上加1。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Calendar.DATE</a:t>
            </a: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：用于获取当前日。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Calendar.HOUR</a:t>
            </a: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：用于获取时。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Calendar.MINUTE</a:t>
            </a: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：用于获取分。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 fontAlgn="auto">
              <a:lnSpc>
                <a:spcPct val="150000"/>
              </a:lnSpc>
              <a:buClr>
                <a:srgbClr val="595959"/>
              </a:buClr>
              <a:buFont typeface="Wingdings" panose="05000000000000000000" charset="0"/>
              <a:buChar char="l"/>
            </a:pPr>
            <a:r>
              <a:rPr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Calendar.SECOND</a:t>
            </a:r>
            <a:r>
              <a:rPr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：用于获取秒。</a:t>
            </a:r>
            <a:endParaRPr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569835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Data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类中的方法获取当前日期和时间以及当前日期和时间后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的时间。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Calendar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类中的方法获取当前的年月日时分秒。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306195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632585"/>
            <a:ext cx="96475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java.util.Date;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Example17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创建表示当前时间的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Date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Date date1 = new Date();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获取当前时间后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秒的时间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Date date2 = new Date(System.currentTimeMillis() + 1000);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System.out.println(date1);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System.out.println(date2);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3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090" y="2919730"/>
            <a:ext cx="4674235" cy="1613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991360"/>
            <a:ext cx="964755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java.util.Calendar;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Example18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获取表示当前时间的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Calendar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对象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Calendar calendar = Calendar.getInstance();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 year = calendar.get(Calendar.YEAR);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获取当前年份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 month = calendar.get(Calendar.MONTH) + 1;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获取当前月份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 date = calendar.get(Calendar.DATE);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获取当前日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 hour = calendar.get(Calendar.HOUR);    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获取时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991360"/>
            <a:ext cx="964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 minute = calendar.get(Calendar.MINUTE);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获取分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int second = calendar.get(Calendar.SECOND);   //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获取秒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当前时间为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:" + year +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年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" + month +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月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"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        + date +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日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"+ hour +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" + minute +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分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" + second + 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秒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 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4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955" y="2971800"/>
            <a:ext cx="5795010" cy="1408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UNIT_TABLE_BEAUTIFY" val="smartTable{fae474fc-39b4-46e3-9b3a-aeafc7155e2f}"/>
  <p:tag name="TABLE_ENDDRAG_ORIGIN_RECT" val="725*356"/>
  <p:tag name="TABLE_ENDDRAG_RECT" val="149*124*725*356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2765</Words>
  <Application>WPS 演示</Application>
  <PresentationFormat>自定义</PresentationFormat>
  <Paragraphs>211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等线</vt:lpstr>
      <vt:lpstr>黑体</vt:lpstr>
      <vt:lpstr>Wonder Arial</vt:lpstr>
      <vt:lpstr>汉仪雅酷黑简</vt:lpstr>
      <vt:lpstr>方正公文小标宋</vt:lpstr>
      <vt:lpstr>汉仪尚巍手书W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551</cp:revision>
  <dcterms:created xsi:type="dcterms:W3CDTF">2015-03-26T06:11:00Z</dcterms:created>
  <dcterms:modified xsi:type="dcterms:W3CDTF">2025-08-15T03:48:20Z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58673F8ECEB445D6AEBA50ABA5513BE7_13</vt:lpwstr>
  </property>
</Properties>
</file>