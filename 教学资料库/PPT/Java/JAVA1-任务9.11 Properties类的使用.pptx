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503" r:id="rId8"/>
    <p:sldId id="502" r:id="rId9"/>
    <p:sldId id="505" r:id="rId10"/>
    <p:sldId id="456" r:id="rId11"/>
    <p:sldId id="458" r:id="rId12"/>
    <p:sldId id="347" r:id="rId13"/>
  </p:sldIdLst>
  <p:sldSz cx="12198350" cy="6858000"/>
  <p:notesSz cx="6858000" cy="9144000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Properties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类的对象，设置该对象的属性如下：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Backgroup-color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Font-size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16px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Language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chinese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；通过遍历输出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Properties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类对象的键和值。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‌Properties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‌‌Properties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类常用方法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Properties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‌Properties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中用于处理配置文件的一个实用工具类，它继承自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Hashtable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，具备键值对的存储结构。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Properties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类主要用于读取和写入配置信息，广泛应用于配置文件的读写、数据库连接参数的管理、国际化资源的管理等场景。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Properties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主要用于存储字符串类型的键和值。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‌‌Properties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类常用方法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14625" y="2637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797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0935" y="2204720"/>
            <a:ext cx="9335770" cy="43230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设置属性方法：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setProperty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setProperty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方法添加或修改属性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如：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Properties p=new Properties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  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p.setProperty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"database.username"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"user123"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获取属性方法：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getProperty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getProperty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方法按键名获取对应的值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如：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Properties p=new Properties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  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String value = p.getProperty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"key1"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如果指定的键不存在，也可以提供一个默认值，如：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Properties p=new Properties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67183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String value=p.getProperty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"key2"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"defaultValue"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类的对象，设置该对象的属性如下：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Backgroup-color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blue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Font-size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16px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Language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chinese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；通过遍历输出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类对象的键和值。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‌Properties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类常用方法知识点可以得到文件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9-20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9-20 Example19.java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8680" y="263715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1import java.util.*;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2public class Example19 {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3public static void main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String[] args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 {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4   Properties p=new Properties</a:t>
            </a:r>
            <a:r>
              <a:rPr lang="zh-CN" altLang="en-US" sz="1600">
                <a:latin typeface="Times New Roman" panose="02020603050405020304"/>
              </a:rPr>
              <a:t>（）</a:t>
            </a:r>
            <a:r>
              <a:rPr lang="en-US" altLang="zh-CN" sz="1600">
                <a:latin typeface="Times New Roman" panose="02020603050405020304"/>
              </a:rPr>
              <a:t>; // </a:t>
            </a:r>
            <a:r>
              <a:rPr lang="zh-CN" altLang="en-US" sz="1600">
                <a:latin typeface="Times New Roman" panose="02020603050405020304"/>
              </a:rPr>
              <a:t>创建</a:t>
            </a:r>
            <a:r>
              <a:rPr lang="en-US" altLang="zh-CN" sz="1600">
                <a:latin typeface="Times New Roman" panose="02020603050405020304"/>
              </a:rPr>
              <a:t>Properties</a:t>
            </a:r>
            <a:r>
              <a:rPr lang="zh-CN" altLang="en-US" sz="1600">
                <a:latin typeface="Times New Roman" panose="02020603050405020304"/>
              </a:rPr>
              <a:t>对象</a:t>
            </a:r>
            <a:endParaRPr lang="zh-CN" altLang="en-US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5   p.setProperty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"Backgroup-color"</a:t>
            </a:r>
            <a:r>
              <a:rPr lang="zh-CN" altLang="en-US" sz="1600">
                <a:latin typeface="Times New Roman" panose="02020603050405020304"/>
              </a:rPr>
              <a:t>，</a:t>
            </a:r>
            <a:r>
              <a:rPr lang="en-US" altLang="zh-CN" sz="1600">
                <a:latin typeface="Times New Roman" panose="02020603050405020304"/>
              </a:rPr>
              <a:t> "blue"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6   p.setProperty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"Font-size"</a:t>
            </a:r>
            <a:r>
              <a:rPr lang="zh-CN" altLang="en-US" sz="1600">
                <a:latin typeface="Times New Roman" panose="02020603050405020304"/>
              </a:rPr>
              <a:t>，</a:t>
            </a:r>
            <a:r>
              <a:rPr lang="en-US" altLang="zh-CN" sz="1600">
                <a:latin typeface="Times New Roman" panose="02020603050405020304"/>
              </a:rPr>
              <a:t> "16px"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7   p.setProperty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"Language"</a:t>
            </a:r>
            <a:r>
              <a:rPr lang="zh-CN" altLang="en-US" sz="1600">
                <a:latin typeface="Times New Roman" panose="02020603050405020304"/>
              </a:rPr>
              <a:t>，</a:t>
            </a:r>
            <a:r>
              <a:rPr lang="en-US" altLang="zh-CN" sz="1600">
                <a:latin typeface="Times New Roman" panose="02020603050405020304"/>
              </a:rPr>
              <a:t> "chinese"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8   Enumeration names = p.propertyNames</a:t>
            </a:r>
            <a:r>
              <a:rPr lang="zh-CN" altLang="en-US" sz="1600">
                <a:latin typeface="Times New Roman" panose="02020603050405020304"/>
              </a:rPr>
              <a:t>（）</a:t>
            </a:r>
            <a:r>
              <a:rPr lang="en-US" altLang="zh-CN" sz="1600">
                <a:latin typeface="Times New Roman" panose="02020603050405020304"/>
              </a:rPr>
              <a:t>;//</a:t>
            </a:r>
            <a:r>
              <a:rPr lang="zh-CN" altLang="en-US" sz="1600">
                <a:latin typeface="Times New Roman" panose="02020603050405020304"/>
              </a:rPr>
              <a:t>获取</a:t>
            </a:r>
            <a:r>
              <a:rPr lang="en-US" altLang="zh-CN" sz="1600">
                <a:latin typeface="Times New Roman" panose="02020603050405020304"/>
              </a:rPr>
              <a:t>Enumeration</a:t>
            </a:r>
            <a:r>
              <a:rPr lang="zh-CN" altLang="en-US" sz="1600">
                <a:latin typeface="Times New Roman" panose="02020603050405020304"/>
              </a:rPr>
              <a:t>对象所有键枚举</a:t>
            </a:r>
            <a:endParaRPr lang="zh-CN" altLang="en-US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9   while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names.hasMoreElements</a:t>
            </a:r>
            <a:r>
              <a:rPr lang="zh-CN" altLang="en-US" sz="1600">
                <a:latin typeface="Times New Roman" panose="02020603050405020304"/>
              </a:rPr>
              <a:t>（））</a:t>
            </a:r>
            <a:r>
              <a:rPr lang="en-US" altLang="zh-CN" sz="1600">
                <a:latin typeface="Times New Roman" panose="02020603050405020304"/>
              </a:rPr>
              <a:t>{ //</a:t>
            </a:r>
            <a:r>
              <a:rPr lang="zh-CN" altLang="en-US" sz="1600">
                <a:latin typeface="Times New Roman" panose="02020603050405020304"/>
              </a:rPr>
              <a:t>循环遍历所有的键</a:t>
            </a:r>
            <a:endParaRPr lang="zh-CN" altLang="en-US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10      String key=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String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 names.nextElement</a:t>
            </a:r>
            <a:r>
              <a:rPr lang="zh-CN" altLang="en-US" sz="1600">
                <a:latin typeface="Times New Roman" panose="02020603050405020304"/>
              </a:rPr>
              <a:t>（）</a:t>
            </a:r>
            <a:r>
              <a:rPr lang="en-US" altLang="zh-CN" sz="1600">
                <a:latin typeface="Times New Roman" panose="02020603050405020304"/>
              </a:rPr>
              <a:t>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11      String value=p.getProperty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key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; // </a:t>
            </a:r>
            <a:r>
              <a:rPr lang="zh-CN" altLang="en-US" sz="1600">
                <a:latin typeface="Times New Roman" panose="02020603050405020304"/>
              </a:rPr>
              <a:t>获取对应键的值</a:t>
            </a:r>
            <a:endParaRPr lang="zh-CN" altLang="en-US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12      System.out.println</a:t>
            </a:r>
            <a:r>
              <a:rPr lang="zh-CN" altLang="en-US" sz="1600">
                <a:latin typeface="Times New Roman" panose="02020603050405020304"/>
              </a:rPr>
              <a:t>（</a:t>
            </a:r>
            <a:r>
              <a:rPr lang="en-US" altLang="zh-CN" sz="1600">
                <a:latin typeface="Times New Roman" panose="02020603050405020304"/>
              </a:rPr>
              <a:t>key+" = "+value</a:t>
            </a:r>
            <a:r>
              <a:rPr lang="zh-CN" altLang="en-US" sz="1600">
                <a:latin typeface="Times New Roman" panose="02020603050405020304"/>
              </a:rPr>
              <a:t>）</a:t>
            </a:r>
            <a:r>
              <a:rPr lang="en-US" altLang="zh-CN" sz="1600">
                <a:latin typeface="Times New Roman" panose="02020603050405020304"/>
              </a:rPr>
              <a:t>;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13  }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14 }</a:t>
            </a:r>
            <a:endParaRPr lang="en-US" altLang="zh-CN" sz="16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</a:rPr>
              <a:t>15 }</a:t>
            </a:r>
            <a:endParaRPr lang="en-US" altLang="zh-CN" sz="16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9-20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9-29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15" y="2853055"/>
            <a:ext cx="3909060" cy="1317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WPS 演示</Application>
  <PresentationFormat>自定义</PresentationFormat>
  <Paragraphs>128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563</cp:revision>
  <dcterms:created xsi:type="dcterms:W3CDTF">2015-03-26T06:11:00Z</dcterms:created>
  <dcterms:modified xsi:type="dcterms:W3CDTF">2025-07-12T02:55:39Z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81719542CC884544A0A463C9112E48F9_13</vt:lpwstr>
  </property>
</Properties>
</file>