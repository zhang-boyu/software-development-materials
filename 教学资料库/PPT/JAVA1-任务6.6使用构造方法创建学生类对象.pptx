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5" r:id="rId3"/>
    <p:sldId id="373" r:id="rId5"/>
    <p:sldId id="374" r:id="rId6"/>
    <p:sldId id="340" r:id="rId7"/>
    <p:sldId id="353" r:id="rId8"/>
    <p:sldId id="467" r:id="rId9"/>
    <p:sldId id="473" r:id="rId10"/>
    <p:sldId id="468" r:id="rId11"/>
    <p:sldId id="460" r:id="rId12"/>
    <p:sldId id="469" r:id="rId13"/>
    <p:sldId id="474" r:id="rId14"/>
    <p:sldId id="407" r:id="rId15"/>
    <p:sldId id="341" r:id="rId16"/>
    <p:sldId id="470" r:id="rId17"/>
    <p:sldId id="458" r:id="rId18"/>
    <p:sldId id="466" r:id="rId19"/>
    <p:sldId id="472" r:id="rId20"/>
    <p:sldId id="347" r:id="rId21"/>
  </p:sldIdLst>
  <p:sldSz cx="12198350" cy="6858000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3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84200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使用构造方法创建两个学生类对象stu1、stu2，通过调用无参构造方法创建stu1；通过有参构造方法创建stu2包含姓名、年龄、性别、爱好四个属性并输出。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构造方法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默认构造方法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2413" y="44770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无参构造方法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605588" y="479710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有参构造方法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2" grpId="1"/>
      <p:bldP spid="3" grpId="0"/>
      <p:bldP spid="3" grpId="1"/>
      <p:bldP spid="4" grpId="0"/>
      <p:bldP spid="4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在 Java 的每个类中都有一种特殊的成员方法，它的方法名和类名是一致的,创建对象时，调用这种特殊方法对成员变量进行初始化，这种方法称为构造方法。创建构造方法与创建成员方法的格式相同，但要注意以下几点: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1)构造方法的名字与其所属类的类名相同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2)构造方法是给对象赋初值，没有返回值。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3)构造方法不能被程序显式调用，而是在new构造对象时系统自动调用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4)构造方法可以有零个或多个形式参数。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5)构造方法可在类中由用户定义，若用户没有定义，系统将自动生成一个无参数的空构造方法。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6)构造方法可以通过重载实现不同的初始化方法。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默认构造方法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Java中的每个类都至少有一个构造方法，如果在一个类中没有定义构造方法，系统会自动为这个类创建一个默认的构造方法，这个方法就叫默认构造方法。该方法没有参数，方法体中没有任何代码，但是，该构造方法会将实例变量初始化为其缺省值。成员变量如果是基本数据类型，其初始化是缺省的byte, char, short, int, long, float 和 double变量，其缺省的初始值是0，boolean变量缺省的初始值是 false。	成员变量如果是引用类型，其缺省的初始值是null。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默认构造方法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户也可以定义自己的构造方法来根据自己的需要初始化对象。值得注意的是，在一个类中，如果已经显示地声明了一个构造方法，那么程序编译时就不会再生成默认的构造方法了，所以在定义类时，若要显示地写出有参数的构造方法，最好写上无参数的构造方法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无参构造方法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在一个类中除了默认构造方法，也可以定义无参构造方法，如以下代码: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1public class Student{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	public Student() {  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		System.out.println("调用了无参构造方法");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	}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有参构造方法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0305" y="227711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>
                <a:latin typeface="宋体" panose="02010600030101010101" pitchFamily="2" charset="-122"/>
                <a:cs typeface="宋体" panose="02010600030101010101" pitchFamily="2" charset="-122"/>
              </a:rPr>
              <a:t>在一个类中除了可以定义无参构造方法外,还可以定义有参构造方法,通过有参构造方可以实现对属性的赋值。如以下代码：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1public class Student{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2   private String name;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3   private int age;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4   private int 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5   private int hobby;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6   public Student(String n, int a,String s,String h) {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7       name = n;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8       age = a;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9       sex=s;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10      hobby=h;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11       System.out.println("调用了有参构造方法");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12   }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构造方法的重载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0305" y="227711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在同一类中定义了多个同名而不同内容的成员方法时，称这些方法是重载(override)的方法。重载的方法主要通过形式参数列表中参数的个数、参数的数据类型和参数的顺序的不同来区分。在编译期间，Java编译器检查每个方法所用的参数数目和类型然后调用正确的方法。构造方法可以通过重载实现不同的初始化方法。如以下代码：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构造方法的重载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0305" y="227711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1public class Student{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2   private String name;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3   private int age;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4   private int 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5   private int hobby;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6   public Student(String n) {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7       name = n;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8       System.out.println("调用了一个参数的构造方法");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9 }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10  public Student(String n, int a) {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11      name = n;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12      age = a;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13       System.out.println("调用了两个参数的构造方法");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latin typeface="宋体" panose="02010600030101010101" pitchFamily="2" charset="-122"/>
                <a:cs typeface="宋体" panose="02010600030101010101" pitchFamily="2" charset="-122"/>
              </a:rPr>
              <a:t>14 }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使用构造方法创建两个学生类对象stu1、stu2，通过调用无参构造方法创建stu1；通过有参构造方法创建stu2包含姓名、年龄、性别、爱好四个属性并输出。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结合任务6-6中的描述和知识链接中构造方法相关知识点可以得到文件6-7所示的代码：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     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文件6-7 Example06.Java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292481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1public class Student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	private int age 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	private String name;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4	private String sex;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5	private String hobby;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6	public Student()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7		System.out.println("调用了无参构造方法");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8	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6830" y="3068955"/>
            <a:ext cx="5958205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9	public Student(String n, int a,String s,String h) 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10	      name = n;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11		  age = a;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12		  sex=s;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13	      hobby=h;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14		     System.out.println("调用了有参构造方法");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15		  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结合任务6-6中的描述和知识链接中构造方法相关知识点可以得到文件6-7所示的代码：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     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文件6-7 Example06.Java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292481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16	public void show()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17	    System.out.println(name+" "+age+" "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+sex+" "+hobby);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18	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19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70930" y="2492375"/>
            <a:ext cx="595820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20public class Example05 {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21	public static void main(String[] args) {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22		 Student stu1=new Student();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23	     Student stu2=new Student("李红",17,"女","唱歌");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24	     stu1.show();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25		 stu2.show();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26	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运行结果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华康俪金黑W8(P)" pitchFamily="2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38680" y="2204561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6-7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6-8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2787015" y="2884805"/>
            <a:ext cx="3432175" cy="11480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931160" y="43651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6-8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6-7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说明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9180" y="234886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latinLnBrk="0">
              <a:lnSpc>
                <a:spcPct val="150000"/>
              </a:lnSpc>
            </a:pPr>
            <a:r>
              <a:rPr sz="2000">
                <a:latin typeface="+mn-ea"/>
                <a:ea typeface="+mn-ea"/>
                <a:cs typeface="+mn-ea"/>
                <a:sym typeface="+mn-ea"/>
              </a:rPr>
              <a:t>1.以上运行结果中name、sex、hobby都是字符串类型，属于引用类型，所以其缺省的初始值是null，age是整型，其缺省的初始值是0。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pPr marL="0" indent="0" latinLnBrk="0">
              <a:lnSpc>
                <a:spcPct val="150000"/>
              </a:lnSpc>
            </a:pPr>
            <a:r>
              <a:rPr sz="2000">
                <a:latin typeface="+mn-ea"/>
                <a:ea typeface="+mn-ea"/>
                <a:cs typeface="+mn-ea"/>
                <a:sym typeface="+mn-ea"/>
              </a:rPr>
              <a:t>2.如果去掉6-8行代码，就会出现如图6-9的提示信息。这是因为在一个类中，如果已经显示地声明了一个构造方法，那么程序编译时就不会再生成默认的构造方法了，所以在定义类时，若显示地写出有参数的构造方法，最好写上无参数的构造方法，否则无法创建无参构造方法的实例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说明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362960" y="2493010"/>
            <a:ext cx="4723130" cy="14230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42645" y="4653280"/>
            <a:ext cx="983488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public Student() { }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public Student(String n, int a,String s,String h{ }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这两个方法属于构造方法的重载。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51175" y="40773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600">
                <a:latin typeface="Times New Roman" panose="02020603050405020304"/>
                <a:sym typeface="+mn-ea"/>
              </a:rPr>
              <a:t>6-9</a:t>
            </a:r>
            <a:r>
              <a:rPr lang="zh-CN" altLang="en-US" sz="1600">
                <a:latin typeface="宋体" panose="02010600030101010101" pitchFamily="2" charset="-122"/>
                <a:sym typeface="+mn-ea"/>
              </a:rPr>
              <a:t>未定义无参构造方法的运行结果</a:t>
            </a:r>
            <a:endParaRPr lang="zh-CN" altLang="en-US" sz="160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3055</Words>
  <Application>WPS 演示</Application>
  <PresentationFormat>自定义</PresentationFormat>
  <Paragraphs>243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黑体</vt:lpstr>
      <vt:lpstr>Times New Roman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545</cp:revision>
  <dcterms:created xsi:type="dcterms:W3CDTF">2015-03-26T06:11:00Z</dcterms:created>
  <dcterms:modified xsi:type="dcterms:W3CDTF">2025-07-07T01:35:31Z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DF5DF349D6C7402C8AA792F7E3A1B63D_13</vt:lpwstr>
  </property>
</Properties>
</file>