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361" r:id="rId3"/>
    <p:sldId id="362" r:id="rId4"/>
    <p:sldId id="366" r:id="rId5"/>
    <p:sldId id="363" r:id="rId6"/>
    <p:sldId id="367" r:id="rId7"/>
    <p:sldId id="368" r:id="rId8"/>
    <p:sldId id="369" r:id="rId9"/>
    <p:sldId id="364" r:id="rId10"/>
    <p:sldId id="375" r:id="rId11"/>
    <p:sldId id="374" r:id="rId12"/>
    <p:sldId id="373" r:id="rId13"/>
    <p:sldId id="372" r:id="rId14"/>
    <p:sldId id="371" r:id="rId15"/>
    <p:sldId id="370" r:id="rId16"/>
    <p:sldId id="365" r:id="rId17"/>
    <p:sldId id="376" r:id="rId18"/>
    <p:sldId id="377" r:id="rId19"/>
    <p:sldId id="378" r:id="rId20"/>
    <p:sldId id="299" r:id="rId2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>
          <p15:clr>
            <a:srgbClr val="A4A3A4"/>
          </p15:clr>
        </p15:guide>
        <p15:guide id="2" orient="horz" pos="346">
          <p15:clr>
            <a:srgbClr val="A4A3A4"/>
          </p15:clr>
        </p15:guide>
        <p15:guide id="3" orient="horz" pos="3702">
          <p15:clr>
            <a:srgbClr val="A4A3A4"/>
          </p15:clr>
        </p15:guide>
        <p15:guide id="4" orient="horz" pos="572">
          <p15:clr>
            <a:srgbClr val="A4A3A4"/>
          </p15:clr>
        </p15:guide>
        <p15:guide id="5" pos="2880">
          <p15:clr>
            <a:srgbClr val="A4A3A4"/>
          </p15:clr>
        </p15:guide>
        <p15:guide id="6" pos="272">
          <p15:clr>
            <a:srgbClr val="A4A3A4"/>
          </p15:clr>
        </p15:guide>
        <p15:guide id="7" pos="5488">
          <p15:clr>
            <a:srgbClr val="A4A3A4"/>
          </p15:clr>
        </p15:guide>
        <p15:guide id="8" pos="3833">
          <p15:clr>
            <a:srgbClr val="A4A3A4"/>
          </p15:clr>
        </p15:guide>
        <p15:guide id="9" pos="4180">
          <p15:clr>
            <a:srgbClr val="A4A3A4"/>
          </p15:clr>
        </p15:guide>
        <p15:guide id="10" pos="15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2802F"/>
    <a:srgbClr val="FFFFFF"/>
    <a:srgbClr val="B1D3EC"/>
    <a:srgbClr val="0D0D0D"/>
    <a:srgbClr val="3A383B"/>
    <a:srgbClr val="07ABB5"/>
    <a:srgbClr val="383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5"/>
    <p:restoredTop sz="94660"/>
  </p:normalViewPr>
  <p:slideViewPr>
    <p:cSldViewPr snapToGrid="0" showGuides="1">
      <p:cViewPr varScale="1">
        <p:scale>
          <a:sx n="60" d="100"/>
          <a:sy n="60" d="100"/>
        </p:scale>
        <p:origin x="1504" y="36"/>
      </p:cViewPr>
      <p:guideLst>
        <p:guide orient="horz" pos="2146"/>
        <p:guide orient="horz" pos="346"/>
        <p:guide orient="horz" pos="3702"/>
        <p:guide orient="horz" pos="572"/>
        <p:guide pos="2880"/>
        <p:guide pos="272"/>
        <p:guide pos="5488"/>
        <p:guide pos="3833"/>
        <p:guide pos="4180"/>
        <p:guide pos="15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2018/7/20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97632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986734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02043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14900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66180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934054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40352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13092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92269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52230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79513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53707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99603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83541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062858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512371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91210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92496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751C-E6EA-4D38-9B67-2E7BFD8C4C1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D88907-6C4F-4C89-B6CA-A82B149232D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Tx/>
              <a:buNone/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728563" y="3555036"/>
            <a:ext cx="41344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第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章 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综合案例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46"/>
          <p:cNvGrpSpPr>
            <a:grpSpLocks/>
          </p:cNvGrpSpPr>
          <p:nvPr/>
        </p:nvGrpSpPr>
        <p:grpSpPr bwMode="auto">
          <a:xfrm>
            <a:off x="0" y="284163"/>
            <a:ext cx="1692275" cy="530225"/>
            <a:chOff x="0" y="284389"/>
            <a:chExt cx="1692275" cy="529772"/>
          </a:xfrm>
        </p:grpSpPr>
        <p:sp>
          <p:nvSpPr>
            <p:cNvPr id="40" name="矩形 39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8720138" y="6043613"/>
            <a:ext cx="423862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2837588" y="1735138"/>
            <a:ext cx="0" cy="3387725"/>
          </a:xfrm>
          <a:prstGeom prst="line">
            <a:avLst/>
          </a:prstGeom>
          <a:ln>
            <a:solidFill>
              <a:srgbClr val="0174A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3212687" y="2059714"/>
            <a:ext cx="4410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8-1 1024px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网站制作</a:t>
            </a:r>
            <a:endParaRPr lang="zh-HK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212687" y="2817811"/>
            <a:ext cx="4953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8-2 </a:t>
            </a: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博客</a:t>
            </a:r>
            <a:r>
              <a:rPr lang="en-US" altLang="zh-CN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(blog)</a:t>
            </a: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网站制作</a:t>
            </a:r>
            <a:endParaRPr lang="zh-HK" altLang="en-US" sz="2400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18"/>
          <p:cNvGrpSpPr>
            <a:grpSpLocks/>
          </p:cNvGrpSpPr>
          <p:nvPr/>
        </p:nvGrpSpPr>
        <p:grpSpPr bwMode="auto">
          <a:xfrm>
            <a:off x="692735" y="2450037"/>
            <a:ext cx="1411944" cy="1407337"/>
            <a:chOff x="1709739" y="2636838"/>
            <a:chExt cx="1590160" cy="1584325"/>
          </a:xfrm>
        </p:grpSpPr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1709739" y="2636838"/>
              <a:ext cx="1468102" cy="1467130"/>
            </a:xfrm>
            <a:custGeom>
              <a:avLst/>
              <a:gdLst>
                <a:gd name="T0" fmla="*/ 2147483646 w 1276"/>
                <a:gd name="T1" fmla="*/ 2147483646 h 1274"/>
                <a:gd name="T2" fmla="*/ 2147483646 w 1276"/>
                <a:gd name="T3" fmla="*/ 2147483646 h 1274"/>
                <a:gd name="T4" fmla="*/ 2147483646 w 1276"/>
                <a:gd name="T5" fmla="*/ 2147483646 h 1274"/>
                <a:gd name="T6" fmla="*/ 2147483646 w 1276"/>
                <a:gd name="T7" fmla="*/ 2147483646 h 1274"/>
                <a:gd name="T8" fmla="*/ 2147483646 w 1276"/>
                <a:gd name="T9" fmla="*/ 2147483646 h 1274"/>
                <a:gd name="T10" fmla="*/ 2147483646 w 1276"/>
                <a:gd name="T11" fmla="*/ 2147483646 h 1274"/>
                <a:gd name="T12" fmla="*/ 2147483646 w 1276"/>
                <a:gd name="T13" fmla="*/ 2147483646 h 1274"/>
                <a:gd name="T14" fmla="*/ 0 w 1276"/>
                <a:gd name="T15" fmla="*/ 2147483646 h 1274"/>
                <a:gd name="T16" fmla="*/ 0 w 1276"/>
                <a:gd name="T17" fmla="*/ 2147483646 h 1274"/>
                <a:gd name="T18" fmla="*/ 2147483646 w 1276"/>
                <a:gd name="T19" fmla="*/ 0 h 1274"/>
                <a:gd name="T20" fmla="*/ 2147483646 w 1276"/>
                <a:gd name="T21" fmla="*/ 0 h 1274"/>
                <a:gd name="T22" fmla="*/ 2147483646 w 1276"/>
                <a:gd name="T23" fmla="*/ 2147483646 h 1274"/>
                <a:gd name="T24" fmla="*/ 2147483646 w 1276"/>
                <a:gd name="T25" fmla="*/ 2147483646 h 1274"/>
                <a:gd name="T26" fmla="*/ 2147483646 w 1276"/>
                <a:gd name="T27" fmla="*/ 2147483646 h 1274"/>
                <a:gd name="T28" fmla="*/ 2147483646 w 1276"/>
                <a:gd name="T29" fmla="*/ 2147483646 h 1274"/>
                <a:gd name="T30" fmla="*/ 2147483646 w 1276"/>
                <a:gd name="T31" fmla="*/ 2147483646 h 1274"/>
                <a:gd name="T32" fmla="*/ 2147483646 w 1276"/>
                <a:gd name="T33" fmla="*/ 2147483646 h 1274"/>
                <a:gd name="T34" fmla="*/ 2147483646 w 1276"/>
                <a:gd name="T35" fmla="*/ 2147483646 h 1274"/>
                <a:gd name="T36" fmla="*/ 2147483646 w 1276"/>
                <a:gd name="T37" fmla="*/ 2147483646 h 1274"/>
                <a:gd name="T38" fmla="*/ 2147483646 w 1276"/>
                <a:gd name="T39" fmla="*/ 2147483646 h 1274"/>
                <a:gd name="T40" fmla="*/ 2147483646 w 1276"/>
                <a:gd name="T41" fmla="*/ 2147483646 h 1274"/>
                <a:gd name="T42" fmla="*/ 2147483646 w 1276"/>
                <a:gd name="T43" fmla="*/ 2147483646 h 1274"/>
                <a:gd name="T44" fmla="*/ 2147483646 w 1276"/>
                <a:gd name="T45" fmla="*/ 2147483646 h 12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76"/>
                <a:gd name="T70" fmla="*/ 0 h 1274"/>
                <a:gd name="T71" fmla="*/ 1276 w 1276"/>
                <a:gd name="T72" fmla="*/ 1274 h 127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76" h="1274">
                  <a:moveTo>
                    <a:pt x="691" y="1168"/>
                  </a:moveTo>
                  <a:cubicBezTo>
                    <a:pt x="681" y="1203"/>
                    <a:pt x="672" y="1235"/>
                    <a:pt x="662" y="1267"/>
                  </a:cubicBezTo>
                  <a:cubicBezTo>
                    <a:pt x="661" y="1270"/>
                    <a:pt x="657" y="1272"/>
                    <a:pt x="654" y="1273"/>
                  </a:cubicBezTo>
                  <a:cubicBezTo>
                    <a:pt x="651" y="1274"/>
                    <a:pt x="647" y="1274"/>
                    <a:pt x="643" y="1274"/>
                  </a:cubicBezTo>
                  <a:cubicBezTo>
                    <a:pt x="486" y="1274"/>
                    <a:pt x="329" y="1273"/>
                    <a:pt x="172" y="1274"/>
                  </a:cubicBezTo>
                  <a:cubicBezTo>
                    <a:pt x="140" y="1274"/>
                    <a:pt x="109" y="1269"/>
                    <a:pt x="81" y="1253"/>
                  </a:cubicBezTo>
                  <a:cubicBezTo>
                    <a:pt x="29" y="1221"/>
                    <a:pt x="1" y="1174"/>
                    <a:pt x="1" y="1113"/>
                  </a:cubicBezTo>
                  <a:cubicBezTo>
                    <a:pt x="0" y="1039"/>
                    <a:pt x="0" y="966"/>
                    <a:pt x="0" y="892"/>
                  </a:cubicBezTo>
                  <a:cubicBezTo>
                    <a:pt x="0" y="651"/>
                    <a:pt x="0" y="411"/>
                    <a:pt x="0" y="170"/>
                  </a:cubicBezTo>
                  <a:cubicBezTo>
                    <a:pt x="0" y="68"/>
                    <a:pt x="68" y="0"/>
                    <a:pt x="170" y="0"/>
                  </a:cubicBezTo>
                  <a:cubicBezTo>
                    <a:pt x="483" y="0"/>
                    <a:pt x="797" y="0"/>
                    <a:pt x="1110" y="0"/>
                  </a:cubicBezTo>
                  <a:cubicBezTo>
                    <a:pt x="1194" y="0"/>
                    <a:pt x="1258" y="51"/>
                    <a:pt x="1273" y="131"/>
                  </a:cubicBezTo>
                  <a:cubicBezTo>
                    <a:pt x="1276" y="143"/>
                    <a:pt x="1276" y="156"/>
                    <a:pt x="1276" y="168"/>
                  </a:cubicBezTo>
                  <a:cubicBezTo>
                    <a:pt x="1276" y="322"/>
                    <a:pt x="1276" y="475"/>
                    <a:pt x="1276" y="629"/>
                  </a:cubicBezTo>
                  <a:cubicBezTo>
                    <a:pt x="1276" y="634"/>
                    <a:pt x="1276" y="638"/>
                    <a:pt x="1275" y="645"/>
                  </a:cubicBezTo>
                  <a:cubicBezTo>
                    <a:pt x="1239" y="640"/>
                    <a:pt x="1205" y="643"/>
                    <a:pt x="1171" y="659"/>
                  </a:cubicBezTo>
                  <a:cubicBezTo>
                    <a:pt x="1171" y="509"/>
                    <a:pt x="1171" y="362"/>
                    <a:pt x="1171" y="214"/>
                  </a:cubicBezTo>
                  <a:cubicBezTo>
                    <a:pt x="816" y="214"/>
                    <a:pt x="462" y="214"/>
                    <a:pt x="106" y="214"/>
                  </a:cubicBezTo>
                  <a:cubicBezTo>
                    <a:pt x="106" y="219"/>
                    <a:pt x="106" y="224"/>
                    <a:pt x="106" y="230"/>
                  </a:cubicBezTo>
                  <a:cubicBezTo>
                    <a:pt x="106" y="521"/>
                    <a:pt x="106" y="812"/>
                    <a:pt x="105" y="1102"/>
                  </a:cubicBezTo>
                  <a:cubicBezTo>
                    <a:pt x="105" y="1141"/>
                    <a:pt x="125" y="1169"/>
                    <a:pt x="171" y="1168"/>
                  </a:cubicBezTo>
                  <a:cubicBezTo>
                    <a:pt x="338" y="1167"/>
                    <a:pt x="504" y="1168"/>
                    <a:pt x="671" y="1168"/>
                  </a:cubicBezTo>
                  <a:cubicBezTo>
                    <a:pt x="677" y="1168"/>
                    <a:pt x="683" y="1168"/>
                    <a:pt x="691" y="1168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"/>
            <p:cNvSpPr>
              <a:spLocks noEditPoints="1"/>
            </p:cNvSpPr>
            <p:nvPr/>
          </p:nvSpPr>
          <p:spPr bwMode="auto">
            <a:xfrm>
              <a:off x="2571440" y="3653665"/>
              <a:ext cx="569443" cy="567498"/>
            </a:xfrm>
            <a:custGeom>
              <a:avLst/>
              <a:gdLst>
                <a:gd name="T0" fmla="*/ 2147483646 w 495"/>
                <a:gd name="T1" fmla="*/ 2147483646 h 493"/>
                <a:gd name="T2" fmla="*/ 2147483646 w 495"/>
                <a:gd name="T3" fmla="*/ 2147483646 h 493"/>
                <a:gd name="T4" fmla="*/ 2147483646 w 495"/>
                <a:gd name="T5" fmla="*/ 2147483646 h 493"/>
                <a:gd name="T6" fmla="*/ 2147483646 w 495"/>
                <a:gd name="T7" fmla="*/ 2147483646 h 493"/>
                <a:gd name="T8" fmla="*/ 2147483646 w 495"/>
                <a:gd name="T9" fmla="*/ 2147483646 h 493"/>
                <a:gd name="T10" fmla="*/ 2147483646 w 495"/>
                <a:gd name="T11" fmla="*/ 2147483646 h 493"/>
                <a:gd name="T12" fmla="*/ 2147483646 w 495"/>
                <a:gd name="T13" fmla="*/ 2147483646 h 493"/>
                <a:gd name="T14" fmla="*/ 2147483646 w 495"/>
                <a:gd name="T15" fmla="*/ 2147483646 h 493"/>
                <a:gd name="T16" fmla="*/ 2147483646 w 495"/>
                <a:gd name="T17" fmla="*/ 2147483646 h 493"/>
                <a:gd name="T18" fmla="*/ 2147483646 w 495"/>
                <a:gd name="T19" fmla="*/ 2147483646 h 493"/>
                <a:gd name="T20" fmla="*/ 2147483646 w 495"/>
                <a:gd name="T21" fmla="*/ 2147483646 h 493"/>
                <a:gd name="T22" fmla="*/ 2147483646 w 495"/>
                <a:gd name="T23" fmla="*/ 2147483646 h 493"/>
                <a:gd name="T24" fmla="*/ 2147483646 w 495"/>
                <a:gd name="T25" fmla="*/ 2147483646 h 493"/>
                <a:gd name="T26" fmla="*/ 2147483646 w 495"/>
                <a:gd name="T27" fmla="*/ 2147483646 h 493"/>
                <a:gd name="T28" fmla="*/ 2147483646 w 495"/>
                <a:gd name="T29" fmla="*/ 2147483646 h 493"/>
                <a:gd name="T30" fmla="*/ 2147483646 w 495"/>
                <a:gd name="T31" fmla="*/ 2147483646 h 493"/>
                <a:gd name="T32" fmla="*/ 2147483646 w 495"/>
                <a:gd name="T33" fmla="*/ 2147483646 h 493"/>
                <a:gd name="T34" fmla="*/ 2147483646 w 495"/>
                <a:gd name="T35" fmla="*/ 2147483646 h 493"/>
                <a:gd name="T36" fmla="*/ 2147483646 w 495"/>
                <a:gd name="T37" fmla="*/ 2147483646 h 493"/>
                <a:gd name="T38" fmla="*/ 2147483646 w 495"/>
                <a:gd name="T39" fmla="*/ 2147483646 h 493"/>
                <a:gd name="T40" fmla="*/ 2147483646 w 495"/>
                <a:gd name="T41" fmla="*/ 2147483646 h 49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95"/>
                <a:gd name="T64" fmla="*/ 0 h 493"/>
                <a:gd name="T65" fmla="*/ 495 w 495"/>
                <a:gd name="T66" fmla="*/ 493 h 49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95" h="493">
                  <a:moveTo>
                    <a:pt x="328" y="1"/>
                  </a:moveTo>
                  <a:cubicBezTo>
                    <a:pt x="384" y="56"/>
                    <a:pt x="439" y="112"/>
                    <a:pt x="495" y="167"/>
                  </a:cubicBezTo>
                  <a:cubicBezTo>
                    <a:pt x="473" y="190"/>
                    <a:pt x="450" y="213"/>
                    <a:pt x="427" y="236"/>
                  </a:cubicBezTo>
                  <a:cubicBezTo>
                    <a:pt x="365" y="298"/>
                    <a:pt x="303" y="360"/>
                    <a:pt x="240" y="421"/>
                  </a:cubicBezTo>
                  <a:cubicBezTo>
                    <a:pt x="233" y="428"/>
                    <a:pt x="225" y="433"/>
                    <a:pt x="216" y="436"/>
                  </a:cubicBezTo>
                  <a:cubicBezTo>
                    <a:pt x="157" y="454"/>
                    <a:pt x="98" y="471"/>
                    <a:pt x="40" y="488"/>
                  </a:cubicBezTo>
                  <a:cubicBezTo>
                    <a:pt x="28" y="492"/>
                    <a:pt x="18" y="493"/>
                    <a:pt x="9" y="484"/>
                  </a:cubicBezTo>
                  <a:cubicBezTo>
                    <a:pt x="0" y="475"/>
                    <a:pt x="3" y="464"/>
                    <a:pt x="6" y="454"/>
                  </a:cubicBezTo>
                  <a:cubicBezTo>
                    <a:pt x="23" y="395"/>
                    <a:pt x="40" y="335"/>
                    <a:pt x="58" y="276"/>
                  </a:cubicBezTo>
                  <a:cubicBezTo>
                    <a:pt x="60" y="270"/>
                    <a:pt x="63" y="264"/>
                    <a:pt x="67" y="259"/>
                  </a:cubicBezTo>
                  <a:cubicBezTo>
                    <a:pt x="154" y="173"/>
                    <a:pt x="240" y="87"/>
                    <a:pt x="327" y="1"/>
                  </a:cubicBezTo>
                  <a:cubicBezTo>
                    <a:pt x="328" y="1"/>
                    <a:pt x="329" y="0"/>
                    <a:pt x="328" y="1"/>
                  </a:cubicBezTo>
                  <a:close/>
                  <a:moveTo>
                    <a:pt x="102" y="292"/>
                  </a:moveTo>
                  <a:cubicBezTo>
                    <a:pt x="91" y="327"/>
                    <a:pt x="81" y="362"/>
                    <a:pt x="72" y="396"/>
                  </a:cubicBezTo>
                  <a:cubicBezTo>
                    <a:pt x="71" y="399"/>
                    <a:pt x="72" y="403"/>
                    <a:pt x="74" y="405"/>
                  </a:cubicBezTo>
                  <a:cubicBezTo>
                    <a:pt x="87" y="423"/>
                    <a:pt x="92" y="425"/>
                    <a:pt x="113" y="418"/>
                  </a:cubicBezTo>
                  <a:cubicBezTo>
                    <a:pt x="125" y="415"/>
                    <a:pt x="136" y="411"/>
                    <a:pt x="148" y="408"/>
                  </a:cubicBezTo>
                  <a:cubicBezTo>
                    <a:pt x="165" y="403"/>
                    <a:pt x="182" y="398"/>
                    <a:pt x="200" y="393"/>
                  </a:cubicBezTo>
                  <a:cubicBezTo>
                    <a:pt x="195" y="365"/>
                    <a:pt x="190" y="341"/>
                    <a:pt x="185" y="316"/>
                  </a:cubicBezTo>
                  <a:cubicBezTo>
                    <a:pt x="185" y="313"/>
                    <a:pt x="181" y="309"/>
                    <a:pt x="178" y="308"/>
                  </a:cubicBezTo>
                  <a:cubicBezTo>
                    <a:pt x="153" y="302"/>
                    <a:pt x="128" y="297"/>
                    <a:pt x="102" y="29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8"/>
            <p:cNvSpPr>
              <a:spLocks/>
            </p:cNvSpPr>
            <p:nvPr/>
          </p:nvSpPr>
          <p:spPr bwMode="auto">
            <a:xfrm>
              <a:off x="2262162" y="3371619"/>
              <a:ext cx="608346" cy="119627"/>
            </a:xfrm>
            <a:custGeom>
              <a:avLst/>
              <a:gdLst>
                <a:gd name="T0" fmla="*/ 0 w 529"/>
                <a:gd name="T1" fmla="*/ 2147483646 h 104"/>
                <a:gd name="T2" fmla="*/ 0 w 529"/>
                <a:gd name="T3" fmla="*/ 0 h 104"/>
                <a:gd name="T4" fmla="*/ 2147483646 w 529"/>
                <a:gd name="T5" fmla="*/ 0 h 104"/>
                <a:gd name="T6" fmla="*/ 2147483646 w 529"/>
                <a:gd name="T7" fmla="*/ 2147483646 h 104"/>
                <a:gd name="T8" fmla="*/ 0 w 529"/>
                <a:gd name="T9" fmla="*/ 2147483646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9"/>
                <a:gd name="T16" fmla="*/ 0 h 104"/>
                <a:gd name="T17" fmla="*/ 529 w 529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9" h="104">
                  <a:moveTo>
                    <a:pt x="0" y="104"/>
                  </a:moveTo>
                  <a:cubicBezTo>
                    <a:pt x="0" y="69"/>
                    <a:pt x="0" y="35"/>
                    <a:pt x="0" y="0"/>
                  </a:cubicBezTo>
                  <a:cubicBezTo>
                    <a:pt x="177" y="0"/>
                    <a:pt x="352" y="0"/>
                    <a:pt x="529" y="0"/>
                  </a:cubicBezTo>
                  <a:cubicBezTo>
                    <a:pt x="529" y="35"/>
                    <a:pt x="529" y="69"/>
                    <a:pt x="529" y="104"/>
                  </a:cubicBezTo>
                  <a:cubicBezTo>
                    <a:pt x="353" y="104"/>
                    <a:pt x="177" y="104"/>
                    <a:pt x="0" y="104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9"/>
            <p:cNvSpPr>
              <a:spLocks/>
            </p:cNvSpPr>
            <p:nvPr/>
          </p:nvSpPr>
          <p:spPr bwMode="auto">
            <a:xfrm>
              <a:off x="2263134" y="3127502"/>
              <a:ext cx="607373" cy="119627"/>
            </a:xfrm>
            <a:custGeom>
              <a:avLst/>
              <a:gdLst>
                <a:gd name="T0" fmla="*/ 2147483646 w 528"/>
                <a:gd name="T1" fmla="*/ 0 h 104"/>
                <a:gd name="T2" fmla="*/ 2147483646 w 528"/>
                <a:gd name="T3" fmla="*/ 2147483646 h 104"/>
                <a:gd name="T4" fmla="*/ 0 w 528"/>
                <a:gd name="T5" fmla="*/ 2147483646 h 104"/>
                <a:gd name="T6" fmla="*/ 0 w 528"/>
                <a:gd name="T7" fmla="*/ 0 h 104"/>
                <a:gd name="T8" fmla="*/ 2147483646 w 528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04"/>
                <a:gd name="T17" fmla="*/ 528 w 528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04">
                  <a:moveTo>
                    <a:pt x="528" y="0"/>
                  </a:moveTo>
                  <a:cubicBezTo>
                    <a:pt x="528" y="35"/>
                    <a:pt x="528" y="69"/>
                    <a:pt x="528" y="104"/>
                  </a:cubicBezTo>
                  <a:cubicBezTo>
                    <a:pt x="352" y="104"/>
                    <a:pt x="177" y="104"/>
                    <a:pt x="0" y="104"/>
                  </a:cubicBezTo>
                  <a:cubicBezTo>
                    <a:pt x="0" y="70"/>
                    <a:pt x="0" y="36"/>
                    <a:pt x="0" y="0"/>
                  </a:cubicBezTo>
                  <a:cubicBezTo>
                    <a:pt x="176" y="0"/>
                    <a:pt x="352" y="0"/>
                    <a:pt x="528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10"/>
            <p:cNvSpPr>
              <a:spLocks/>
            </p:cNvSpPr>
            <p:nvPr/>
          </p:nvSpPr>
          <p:spPr bwMode="auto">
            <a:xfrm>
              <a:off x="2263134" y="3615735"/>
              <a:ext cx="549991" cy="120599"/>
            </a:xfrm>
            <a:custGeom>
              <a:avLst/>
              <a:gdLst>
                <a:gd name="T0" fmla="*/ 0 w 478"/>
                <a:gd name="T1" fmla="*/ 0 h 105"/>
                <a:gd name="T2" fmla="*/ 2147483646 w 478"/>
                <a:gd name="T3" fmla="*/ 0 h 105"/>
                <a:gd name="T4" fmla="*/ 2147483646 w 478"/>
                <a:gd name="T5" fmla="*/ 2147483646 h 105"/>
                <a:gd name="T6" fmla="*/ 2147483646 w 478"/>
                <a:gd name="T7" fmla="*/ 2147483646 h 105"/>
                <a:gd name="T8" fmla="*/ 2147483646 w 478"/>
                <a:gd name="T9" fmla="*/ 2147483646 h 105"/>
                <a:gd name="T10" fmla="*/ 2147483646 w 478"/>
                <a:gd name="T11" fmla="*/ 2147483646 h 105"/>
                <a:gd name="T12" fmla="*/ 0 w 478"/>
                <a:gd name="T13" fmla="*/ 2147483646 h 105"/>
                <a:gd name="T14" fmla="*/ 0 w 478"/>
                <a:gd name="T15" fmla="*/ 0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78"/>
                <a:gd name="T25" fmla="*/ 0 h 105"/>
                <a:gd name="T26" fmla="*/ 478 w 478"/>
                <a:gd name="T27" fmla="*/ 105 h 1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78" h="105">
                  <a:moveTo>
                    <a:pt x="0" y="0"/>
                  </a:moveTo>
                  <a:cubicBezTo>
                    <a:pt x="159" y="0"/>
                    <a:pt x="318" y="0"/>
                    <a:pt x="478" y="0"/>
                  </a:cubicBezTo>
                  <a:cubicBezTo>
                    <a:pt x="476" y="3"/>
                    <a:pt x="474" y="6"/>
                    <a:pt x="472" y="8"/>
                  </a:cubicBezTo>
                  <a:cubicBezTo>
                    <a:pt x="443" y="38"/>
                    <a:pt x="413" y="68"/>
                    <a:pt x="383" y="97"/>
                  </a:cubicBezTo>
                  <a:cubicBezTo>
                    <a:pt x="379" y="101"/>
                    <a:pt x="372" y="104"/>
                    <a:pt x="366" y="104"/>
                  </a:cubicBezTo>
                  <a:cubicBezTo>
                    <a:pt x="247" y="105"/>
                    <a:pt x="127" y="105"/>
                    <a:pt x="8" y="105"/>
                  </a:cubicBezTo>
                  <a:cubicBezTo>
                    <a:pt x="6" y="105"/>
                    <a:pt x="3" y="104"/>
                    <a:pt x="0" y="104"/>
                  </a:cubicBezTo>
                  <a:cubicBezTo>
                    <a:pt x="0" y="69"/>
                    <a:pt x="0" y="35"/>
                    <a:pt x="0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11"/>
            <p:cNvSpPr>
              <a:spLocks/>
            </p:cNvSpPr>
            <p:nvPr/>
          </p:nvSpPr>
          <p:spPr bwMode="auto">
            <a:xfrm>
              <a:off x="3016880" y="3492218"/>
              <a:ext cx="283019" cy="281074"/>
            </a:xfrm>
            <a:custGeom>
              <a:avLst/>
              <a:gdLst>
                <a:gd name="T0" fmla="*/ 0 w 246"/>
                <a:gd name="T1" fmla="*/ 2147483646 h 244"/>
                <a:gd name="T2" fmla="*/ 2147483646 w 246"/>
                <a:gd name="T3" fmla="*/ 2147483646 h 244"/>
                <a:gd name="T4" fmla="*/ 2147483646 w 246"/>
                <a:gd name="T5" fmla="*/ 2147483646 h 244"/>
                <a:gd name="T6" fmla="*/ 2147483646 w 246"/>
                <a:gd name="T7" fmla="*/ 2147483646 h 244"/>
                <a:gd name="T8" fmla="*/ 2147483646 w 246"/>
                <a:gd name="T9" fmla="*/ 2147483646 h 244"/>
                <a:gd name="T10" fmla="*/ 2147483646 w 246"/>
                <a:gd name="T11" fmla="*/ 2147483646 h 244"/>
                <a:gd name="T12" fmla="*/ 0 w 246"/>
                <a:gd name="T13" fmla="*/ 2147483646 h 2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6"/>
                <a:gd name="T22" fmla="*/ 0 h 244"/>
                <a:gd name="T23" fmla="*/ 246 w 246"/>
                <a:gd name="T24" fmla="*/ 244 h 2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6" h="244">
                  <a:moveTo>
                    <a:pt x="0" y="87"/>
                  </a:moveTo>
                  <a:cubicBezTo>
                    <a:pt x="22" y="64"/>
                    <a:pt x="43" y="41"/>
                    <a:pt x="66" y="20"/>
                  </a:cubicBezTo>
                  <a:cubicBezTo>
                    <a:pt x="87" y="1"/>
                    <a:pt x="118" y="0"/>
                    <a:pt x="139" y="20"/>
                  </a:cubicBezTo>
                  <a:cubicBezTo>
                    <a:pt x="169" y="48"/>
                    <a:pt x="198" y="76"/>
                    <a:pt x="225" y="106"/>
                  </a:cubicBezTo>
                  <a:cubicBezTo>
                    <a:pt x="245" y="127"/>
                    <a:pt x="246" y="158"/>
                    <a:pt x="227" y="178"/>
                  </a:cubicBezTo>
                  <a:cubicBezTo>
                    <a:pt x="205" y="202"/>
                    <a:pt x="181" y="223"/>
                    <a:pt x="159" y="244"/>
                  </a:cubicBezTo>
                  <a:cubicBezTo>
                    <a:pt x="107" y="193"/>
                    <a:pt x="54" y="140"/>
                    <a:pt x="0" y="87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12"/>
            <p:cNvSpPr>
              <a:spLocks/>
            </p:cNvSpPr>
            <p:nvPr/>
          </p:nvSpPr>
          <p:spPr bwMode="auto">
            <a:xfrm>
              <a:off x="2017073" y="3372591"/>
              <a:ext cx="119627" cy="117682"/>
            </a:xfrm>
            <a:custGeom>
              <a:avLst/>
              <a:gdLst>
                <a:gd name="T0" fmla="*/ 0 w 104"/>
                <a:gd name="T1" fmla="*/ 2147483646 h 102"/>
                <a:gd name="T2" fmla="*/ 0 w 104"/>
                <a:gd name="T3" fmla="*/ 0 h 102"/>
                <a:gd name="T4" fmla="*/ 2147483646 w 104"/>
                <a:gd name="T5" fmla="*/ 0 h 102"/>
                <a:gd name="T6" fmla="*/ 2147483646 w 104"/>
                <a:gd name="T7" fmla="*/ 2147483646 h 102"/>
                <a:gd name="T8" fmla="*/ 0 w 104"/>
                <a:gd name="T9" fmla="*/ 21474836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02"/>
                <a:gd name="T17" fmla="*/ 104 w 104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02">
                  <a:moveTo>
                    <a:pt x="0" y="102"/>
                  </a:moveTo>
                  <a:cubicBezTo>
                    <a:pt x="0" y="68"/>
                    <a:pt x="0" y="34"/>
                    <a:pt x="0" y="0"/>
                  </a:cubicBezTo>
                  <a:cubicBezTo>
                    <a:pt x="35" y="0"/>
                    <a:pt x="69" y="0"/>
                    <a:pt x="104" y="0"/>
                  </a:cubicBezTo>
                  <a:cubicBezTo>
                    <a:pt x="104" y="34"/>
                    <a:pt x="104" y="67"/>
                    <a:pt x="104" y="102"/>
                  </a:cubicBezTo>
                  <a:cubicBezTo>
                    <a:pt x="70" y="102"/>
                    <a:pt x="36" y="102"/>
                    <a:pt x="0" y="10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13"/>
            <p:cNvSpPr>
              <a:spLocks/>
            </p:cNvSpPr>
            <p:nvPr/>
          </p:nvSpPr>
          <p:spPr bwMode="auto">
            <a:xfrm>
              <a:off x="2018045" y="3128475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4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4"/>
                    <a:pt x="103" y="68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14"/>
            <p:cNvSpPr>
              <a:spLocks/>
            </p:cNvSpPr>
            <p:nvPr/>
          </p:nvSpPr>
          <p:spPr bwMode="auto">
            <a:xfrm>
              <a:off x="2018045" y="3616708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5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3"/>
                    <a:pt x="103" y="67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226545" y="4131938"/>
            <a:ext cx="2235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spc="300" dirty="0">
                <a:solidFill>
                  <a:srgbClr val="0174A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CONTANTS</a:t>
            </a:r>
            <a:endParaRPr lang="zh-HK" altLang="en-US" sz="2400" b="1" spc="300" dirty="0">
              <a:solidFill>
                <a:srgbClr val="0174A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212687" y="3544896"/>
            <a:ext cx="3719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8-3 </a:t>
            </a: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企业网站制作</a:t>
            </a:r>
            <a:endParaRPr lang="zh-HK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212687" y="4302993"/>
            <a:ext cx="3379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8-4 </a:t>
            </a:r>
            <a:r>
              <a:rPr lang="zh-CN" altLang="en-US" sz="2400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</a:t>
            </a:r>
            <a:endParaRPr lang="zh-HK" altLang="en-US" sz="2400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159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4278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1024px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64998"/>
            <a:ext cx="9144000" cy="493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6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4278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1024px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1793"/>
            <a:ext cx="9144000" cy="493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0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1083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博客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(blog)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107" y="0"/>
            <a:ext cx="4094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9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1083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博客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(blog)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283" y="0"/>
            <a:ext cx="48534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9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1083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博客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(blog)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940" y="0"/>
            <a:ext cx="4790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7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1083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博客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(blog)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482" y="0"/>
            <a:ext cx="64810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4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045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企业网站制作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717" y="0"/>
            <a:ext cx="3202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77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045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企业网站制作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911" y="0"/>
            <a:ext cx="38501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3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045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企业网站制作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127" y="0"/>
            <a:ext cx="37777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3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045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企业网站制作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123" y="0"/>
            <a:ext cx="65337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46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33638" y="6043613"/>
            <a:ext cx="51036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045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企业网站制作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911" y="0"/>
            <a:ext cx="38501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7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045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企业网站制作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911" y="0"/>
            <a:ext cx="38501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7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80474" y="6043613"/>
            <a:ext cx="56352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045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企业网站制作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19" y="0"/>
            <a:ext cx="3496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4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80474" y="6043613"/>
            <a:ext cx="56352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3539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期末大作业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8-4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4" y="2084610"/>
            <a:ext cx="82549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4-1.模板选择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班级有学生N名，准备好N幅难度相同的网站图片，人手一图，各不相同。先选先得。</a:t>
            </a:r>
          </a:p>
        </p:txBody>
      </p:sp>
    </p:spTree>
    <p:extLst>
      <p:ext uri="{BB962C8B-B14F-4D97-AF65-F5344CB8AC3E}">
        <p14:creationId xmlns:p14="http://schemas.microsoft.com/office/powerpoint/2010/main" val="357514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80474" y="6043613"/>
            <a:ext cx="56352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3539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期末大作业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8-4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7079" y="1859340"/>
            <a:ext cx="871188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4-2.需求分析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.设计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主题，例如：家乡、美食、游戏、汽车、游戏、电影、专业、校园、班级、室友等等，收集文字、图片、音视频等网站素材。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.设计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好网站的栏目、栏目对应的页面名称。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.设计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好网页的大块，每大块分别放什么内容，哪些地方放什么特效。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.将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设计好的网站模块及每个模块放置的内容整理成电子文档。</a:t>
            </a:r>
          </a:p>
        </p:txBody>
      </p:sp>
    </p:spTree>
    <p:extLst>
      <p:ext uri="{BB962C8B-B14F-4D97-AF65-F5344CB8AC3E}">
        <p14:creationId xmlns:p14="http://schemas.microsoft.com/office/powerpoint/2010/main" val="234751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80474" y="6043613"/>
            <a:ext cx="56352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3539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期末大作业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8-4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2738" y="1864998"/>
            <a:ext cx="855978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4-3.作业要求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.页面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不得低于10个，页面名称一律采用英文表示，页面都以图片为模板进行修改。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.开发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分辨率在1024*768以上，采用google浏览器调试。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.自己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处理的图片至少5个，类型不得相同，至少下载5种非windows字体，图片需要保存好，后缀为psd。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.需要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使用5个以上的jquery特效（例如：无间隙滚动，天气预报，图片弹出带阴影背景，轮转图片等等，单独的marquee标记不为特效）。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5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.每个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网站需要有主题和logo（自己找logo制作工具开发）。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6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.联系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我们采用内嵌地图，QQ在线服务。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7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.每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一个链接都需点通，每页都要有醒目的返回首页的链接。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8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.css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样式和html代码必须分离，网页中不得出现样式。</a:t>
            </a:r>
          </a:p>
        </p:txBody>
      </p:sp>
    </p:spTree>
    <p:extLst>
      <p:ext uri="{BB962C8B-B14F-4D97-AF65-F5344CB8AC3E}">
        <p14:creationId xmlns:p14="http://schemas.microsoft.com/office/powerpoint/2010/main" val="350083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80474" y="6043613"/>
            <a:ext cx="56352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3539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期末大作业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8-4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4" y="2084610"/>
            <a:ext cx="851400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-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评分标准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.每次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制作都是单独的录像，开发录像格式.mp4，总计不得不得低于50个小时(30分)。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.普通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PC网站(25分)。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.响应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式网站(25分)。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.每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周集体演示一次，每次2分，共5次(10分)。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5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.需求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文档齐全(10分)。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6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.凡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出现以下情况一律不及格：修改现成模板、网页另存、只有文字和图片的网页、录像在消磨时间、和模板出入过大。</a:t>
            </a:r>
          </a:p>
        </p:txBody>
      </p:sp>
    </p:spTree>
    <p:extLst>
      <p:ext uri="{BB962C8B-B14F-4D97-AF65-F5344CB8AC3E}">
        <p14:creationId xmlns:p14="http://schemas.microsoft.com/office/powerpoint/2010/main" val="241921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728563" y="3555036"/>
            <a:ext cx="41344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第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8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章 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综合案例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578</TotalTime>
  <Words>703</Words>
  <Application>Microsoft Office PowerPoint</Application>
  <PresentationFormat>全屏显示(4:3)</PresentationFormat>
  <Paragraphs>119</Paragraphs>
  <Slides>20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方正粗活意简体</vt:lpstr>
      <vt:lpstr>方正水柱简体</vt:lpstr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TJ</cp:lastModifiedBy>
  <cp:revision>401</cp:revision>
  <dcterms:created xsi:type="dcterms:W3CDTF">2014-11-08T02:42:00Z</dcterms:created>
  <dcterms:modified xsi:type="dcterms:W3CDTF">2018-07-20T14:18:09Z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