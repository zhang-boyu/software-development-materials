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91" r:id="rId3"/>
    <p:sldId id="373" r:id="rId5"/>
    <p:sldId id="374" r:id="rId6"/>
    <p:sldId id="340" r:id="rId7"/>
    <p:sldId id="353" r:id="rId8"/>
    <p:sldId id="452" r:id="rId9"/>
    <p:sldId id="466" r:id="rId10"/>
    <p:sldId id="487" r:id="rId11"/>
    <p:sldId id="488" r:id="rId12"/>
    <p:sldId id="478" r:id="rId13"/>
    <p:sldId id="479" r:id="rId14"/>
    <p:sldId id="481" r:id="rId15"/>
    <p:sldId id="407" r:id="rId16"/>
    <p:sldId id="456" r:id="rId17"/>
    <p:sldId id="490" r:id="rId18"/>
    <p:sldId id="489" r:id="rId19"/>
    <p:sldId id="477" r:id="rId20"/>
    <p:sldId id="458" r:id="rId21"/>
    <p:sldId id="347" r:id="rId22"/>
  </p:sldIdLst>
  <p:sldSz cx="12198350" cy="6858000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5"/>
        <p:guide pos="39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关键字修饰类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关键字修饰成员方法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关键字修饰变量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final关键字修饰类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905" y="4109085"/>
            <a:ext cx="399478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l" defTabSz="266700">
              <a:lnSpc>
                <a:spcPct val="150000"/>
              </a:lnSpc>
              <a:buClrTx/>
              <a:buSzTx/>
              <a:buFontTx/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final关键字修饰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成员方法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5905" y="4652645"/>
            <a:ext cx="399478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l" defTabSz="266700">
              <a:lnSpc>
                <a:spcPct val="150000"/>
              </a:lnSpc>
              <a:buClrTx/>
              <a:buSzTx/>
              <a:buFontTx/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final关键字修饰变量  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final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3770" y="2210435"/>
            <a:ext cx="1038161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关键字是一个非常重要的修饰符，它可以用于变量、方法和类。使用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关键字可以指示某个变量、方法或类的不可变性，即一旦被赋值（对于变量）、定义（对于方法）或创建（对于类），就不能再被改变。下面分别介绍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在这三种情况下的使用：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final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关键字修饰类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当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修饰一个类时，这个类就不能被继承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也就是不能派生子类。这通常用于那些你确信不需要被扩展的类，或者出于安全考虑，防止类被恶意扩展。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中使用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关键字修饰的类不可以被继承。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final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6835" y="2132965"/>
            <a:ext cx="915098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当一个类的方法被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关键字修饰后，该类的子类将不能重写该方法。</a:t>
            </a: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90980" y="3416300"/>
            <a:ext cx="91509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3.final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关键字修饰变量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5140" y="4220845"/>
            <a:ext cx="833374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修饰一个变量时，这个变量就变成了常量，常量只能在声明时被赋值一次，其值一旦被初始化之后就不能再被改变。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变量必须在声明时或者在构造方法中被初始化。如果再次对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修饰的常量赋值，则程序会在编译时报错。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final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6835" y="2132965"/>
            <a:ext cx="91509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8590" y="2277110"/>
            <a:ext cx="91509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3.final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关键字修饰变量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78635" y="2853055"/>
            <a:ext cx="833374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修饰一个变量时，这个变量就变成了常量，常量只能在声明时被赋值一次，其值一旦被初始化之后就不能再被改变。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变量必须在声明时或者在构造方法中被初始化。如果再次对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修饰的常量赋值，则程序会在编译时报错。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78635" y="4725035"/>
            <a:ext cx="800862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基本类型变量：final修饰的基本类型变量的值在初始化后不能被改变。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引用类型变量：final修饰的引用类型变量不能指向新的对象，但是对象本身的状态是可以被修改的（除非对象本身也是不可变的）。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final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6835" y="2132965"/>
            <a:ext cx="91509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8590" y="2277110"/>
            <a:ext cx="91509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3.final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关键字修饰变量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78635" y="2853055"/>
            <a:ext cx="833374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关键字在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中用于表示不可变性，它可以用于变量、方法和类。通过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，你可以确保你的变量不会被意外修改，你的方法不会被子类覆盖，以及你的类不会成为其他类的基类。这些特性在增强代码的可读性、安全性和维护性方面都非常有用。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关键字修饰类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final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关键字修饰类知识点可以得到文件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7-6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64765"/>
            <a:ext cx="56718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2645" y="30689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1public final class Pet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2	String name = "</a:t>
            </a:r>
            <a:r>
              <a:rPr lang="zh-CN" altLang="en-US" sz="2000">
                <a:latin typeface="Times New Roman" panose="02020603050405020304"/>
                <a:sym typeface="+mn-ea"/>
              </a:rPr>
              <a:t>花花</a:t>
            </a:r>
            <a:r>
              <a:rPr lang="en-US" altLang="zh-CN" sz="2000">
                <a:latin typeface="Times New Roman" panose="02020603050405020304"/>
                <a:sym typeface="+mn-ea"/>
              </a:rPr>
              <a:t>";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3   void shout()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4        System.out.println("</a:t>
            </a:r>
            <a:r>
              <a:rPr lang="zh-CN" altLang="en-US" sz="2000">
                <a:latin typeface="Times New Roman" panose="02020603050405020304"/>
                <a:sym typeface="+mn-ea"/>
              </a:rPr>
              <a:t>宠物发出叫声</a:t>
            </a:r>
            <a:r>
              <a:rPr lang="en-US" altLang="zh-CN" sz="2000">
                <a:latin typeface="Times New Roman" panose="02020603050405020304"/>
                <a:sym typeface="+mn-ea"/>
              </a:rPr>
              <a:t>");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5}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6    }</a:t>
            </a:r>
            <a:endParaRPr lang="en-US" altLang="zh-CN" sz="20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83275" y="2924810"/>
            <a:ext cx="548195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7public class Cat extends Pet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8		 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9public class Example06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10	public static void main(String[] args)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		Cat cat = new Cat();  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	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13}</a:t>
            </a:r>
            <a:endParaRPr lang="en-US" altLang="zh-CN" sz="20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7-6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7-9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1922780" y="2853055"/>
            <a:ext cx="6739255" cy="10680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83355" y="4004945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7-9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7-6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51025" y="4509135"/>
            <a:ext cx="8600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en-US" altLang="zh-CN"/>
              <a:t>       </a:t>
            </a:r>
            <a:r>
              <a:rPr lang="zh-CN" altLang="en-US"/>
              <a:t>从上图可以看出，编译器报</a:t>
            </a:r>
            <a:r>
              <a:rPr lang="en-US" altLang="zh-CN"/>
              <a:t>“</a:t>
            </a:r>
            <a:r>
              <a:rPr lang="zh-CN" altLang="en-US"/>
              <a:t>无法从最终类</a:t>
            </a:r>
            <a:r>
              <a:rPr lang="en-US" altLang="zh-CN"/>
              <a:t>Pet</a:t>
            </a:r>
            <a:r>
              <a:rPr lang="zh-CN" altLang="en-US"/>
              <a:t>进行继承</a:t>
            </a:r>
            <a:r>
              <a:rPr lang="en-US" altLang="zh-CN"/>
              <a:t>”</a:t>
            </a:r>
            <a:r>
              <a:rPr lang="zh-CN" altLang="en-US"/>
              <a:t>错误，说明</a:t>
            </a:r>
            <a:r>
              <a:rPr lang="en-US" altLang="zh-CN"/>
              <a:t>Cat</a:t>
            </a:r>
            <a:r>
              <a:rPr lang="zh-CN" altLang="en-US"/>
              <a:t>类不能继承使用</a:t>
            </a:r>
            <a:r>
              <a:rPr lang="en-US" altLang="zh-CN"/>
              <a:t>final</a:t>
            </a:r>
            <a:r>
              <a:rPr lang="zh-CN" altLang="en-US"/>
              <a:t>修饰的</a:t>
            </a:r>
            <a:r>
              <a:rPr lang="en-US" altLang="zh-CN"/>
              <a:t>Pet</a:t>
            </a:r>
            <a:r>
              <a:rPr lang="zh-CN" altLang="en-US"/>
              <a:t>类。由此可见，被</a:t>
            </a:r>
            <a:r>
              <a:rPr lang="en-US" altLang="zh-CN"/>
              <a:t>final</a:t>
            </a:r>
            <a:r>
              <a:rPr lang="zh-CN" altLang="en-US"/>
              <a:t>关键字修饰的类不能被其他类继承。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关键字修饰成员方法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61210"/>
            <a:ext cx="1064704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final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关键字修饰成员方法识点可以得到文件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64765"/>
            <a:ext cx="56718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2645" y="3213100"/>
            <a:ext cx="5539105" cy="292608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1public  class Pet {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	String name = "</a:t>
            </a:r>
            <a:r>
              <a:rPr lang="zh-CN" altLang="en-US" sz="1800">
                <a:latin typeface="Times New Roman" panose="02020603050405020304"/>
                <a:sym typeface="+mn-ea"/>
              </a:rPr>
              <a:t>花花</a:t>
            </a:r>
            <a:r>
              <a:rPr lang="en-US" altLang="zh-CN" sz="1800">
                <a:latin typeface="Times New Roman" panose="02020603050405020304"/>
                <a:sym typeface="+mn-ea"/>
              </a:rPr>
              <a:t>";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3    public final void shout() {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4        System.out.println("</a:t>
            </a:r>
            <a:r>
              <a:rPr lang="zh-CN" altLang="en-US" sz="1800">
                <a:latin typeface="Times New Roman" panose="02020603050405020304"/>
                <a:sym typeface="+mn-ea"/>
              </a:rPr>
              <a:t>宠物发出叫声</a:t>
            </a:r>
            <a:r>
              <a:rPr lang="en-US" altLang="zh-CN" sz="1800">
                <a:latin typeface="Times New Roman" panose="02020603050405020304"/>
                <a:sym typeface="+mn-ea"/>
              </a:rPr>
              <a:t>");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5}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6    }</a:t>
            </a:r>
            <a:endParaRPr lang="en-US" altLang="zh-CN" sz="18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43320" y="3284855"/>
            <a:ext cx="516191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7public class Cat extends Pet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8	public void shout()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9        System.out.println("</a:t>
            </a:r>
            <a:r>
              <a:rPr lang="zh-CN" altLang="en-US" sz="2000">
                <a:latin typeface="Times New Roman" panose="02020603050405020304"/>
                <a:sym typeface="+mn-ea"/>
              </a:rPr>
              <a:t>喵喵</a:t>
            </a:r>
            <a:r>
              <a:rPr lang="en-US" altLang="zh-CN" sz="2000">
                <a:latin typeface="Times New Roman" panose="02020603050405020304"/>
                <a:sym typeface="+mn-ea"/>
              </a:rPr>
              <a:t>……"); 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10	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	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12public class Example07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	Cat cat = new Cat();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14}</a:t>
            </a:r>
            <a:endParaRPr lang="en-US" altLang="zh-CN" sz="20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348865"/>
            <a:ext cx="8741410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7-7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运行时会出现以下错误提示：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main"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.lang.IncompatibleClassChangeError: class chpter7.Cat overrides final method chpter7.Pet.shout()</a:t>
            </a:r>
            <a:endParaRPr lang="en-US" altLang="zh-CN" sz="2000">
              <a:solidFill>
                <a:srgbClr val="FF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由此可见，使用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关键字修饰父类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shout()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方法，在子类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Cat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类中重写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shout()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方法时，编译报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“Cat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shout()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无法覆盖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shout()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被覆盖的方法为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错误。这是因为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shout()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方法被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关键字修饰，而子类不能对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关键字修饰的方法进行重写。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关键字修饰变量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6121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结合任务描述和知识链接中</a:t>
            </a:r>
            <a:r>
              <a:rPr lang="en-US" altLang="zh-CN" sz="1800">
                <a:latin typeface="+mn-ea"/>
                <a:ea typeface="+mn-ea"/>
                <a:cs typeface="+mn-ea"/>
                <a:sym typeface="+mn-ea"/>
              </a:rPr>
              <a:t>final</a:t>
            </a:r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关键字修饰变量识点可以得到文件</a:t>
            </a:r>
            <a:r>
              <a:rPr lang="en-US" altLang="zh-CN" sz="1800">
                <a:latin typeface="+mn-ea"/>
                <a:ea typeface="+mn-ea"/>
                <a:cs typeface="+mn-ea"/>
                <a:sym typeface="+mn-ea"/>
              </a:rPr>
              <a:t>7-8</a:t>
            </a:r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800">
              <a:latin typeface="+mn-ea"/>
              <a:ea typeface="+mn-ea"/>
              <a:cs typeface="+mn-ea"/>
              <a:sym typeface="+mn-ea"/>
            </a:endParaRPr>
          </a:p>
          <a:p>
            <a:endParaRPr sz="18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5260" y="2493010"/>
            <a:ext cx="56718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8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8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8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18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5170" y="31407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1public class Example08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	public static void main(String[] args)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		  final int AGE = 6;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        AGE = 7;    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5	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6}</a:t>
            </a:r>
            <a:endParaRPr lang="en-US" altLang="zh-CN" sz="18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7-10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所示：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2645" y="3573145"/>
            <a:ext cx="9767570" cy="2538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7-10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从上图可以看出，程序编译时报错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无法为最终变量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AGE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分配值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，这是因为使用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定义的常量本身不可被修改。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注意：在使用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final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声明变量时，变量的名称要求全部的字母大写。如果一个程序中的变量使用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public static final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声明，则此变量将成为全局常量，如下面代码所示。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public static final String NAME="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花花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";</a:t>
            </a:r>
            <a:endParaRPr lang="en-US" altLang="zh-CN" sz="18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9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35" y="2708910"/>
            <a:ext cx="8289290" cy="720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2739</Words>
  <Application>WPS 演示</Application>
  <PresentationFormat>自定义</PresentationFormat>
  <Paragraphs>263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2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黑体</vt:lpstr>
      <vt:lpstr>Arial Unicode MS</vt:lpstr>
      <vt:lpstr>等线</vt:lpstr>
      <vt:lpstr>Times New Roman</vt:lpstr>
      <vt:lpstr>专业字体设计服务/WWW.ZTSGC.COM/</vt:lpstr>
      <vt:lpstr>华康俪金黑W8(P)</vt:lpstr>
      <vt:lpstr>经典繁仿黑</vt:lpstr>
      <vt:lpstr>Wonder Arial</vt:lpstr>
      <vt:lpstr>汉仪中黑繁</vt:lpstr>
      <vt:lpstr>Metrolite 2 Com Roman</vt:lpstr>
      <vt:lpstr>华康俪金黑W8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545</cp:revision>
  <dcterms:created xsi:type="dcterms:W3CDTF">2015-03-26T06:11:00Z</dcterms:created>
  <dcterms:modified xsi:type="dcterms:W3CDTF">2025-12-23T03:30:33Z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3C287F488D9F4834AC6BD70CCCD69E2A_13</vt:lpwstr>
  </property>
</Properties>
</file>