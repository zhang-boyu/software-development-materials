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p:sldMasterIdLst>
    <p:sldMasterId id="2147483648" r:id="rId1"/>
    <p:sldMasterId id="2147483651" r:id="rId3"/>
    <p:sldMasterId id="2147483663" r:id="rId4"/>
    <p:sldMasterId id="2147483677" r:id="rId5"/>
  </p:sldMasterIdLst>
  <p:notesMasterIdLst>
    <p:notesMasterId r:id="rId7"/>
  </p:notesMasterIdLst>
  <p:sldIdLst>
    <p:sldId id="2814" r:id="rId6"/>
    <p:sldId id="2833" r:id="rId8"/>
    <p:sldId id="2834" r:id="rId9"/>
    <p:sldId id="2829" r:id="rId10"/>
    <p:sldId id="2784" r:id="rId11"/>
    <p:sldId id="2807" r:id="rId12"/>
    <p:sldId id="2808" r:id="rId13"/>
    <p:sldId id="2809" r:id="rId14"/>
    <p:sldId id="2830" r:id="rId15"/>
    <p:sldId id="2810" r:id="rId16"/>
    <p:sldId id="2811" r:id="rId17"/>
    <p:sldId id="2812" r:id="rId18"/>
    <p:sldId id="2813" r:id="rId19"/>
    <p:sldId id="2831" r:id="rId20"/>
    <p:sldId id="2816" r:id="rId21"/>
    <p:sldId id="2817" r:id="rId22"/>
    <p:sldId id="2818" r:id="rId23"/>
    <p:sldId id="2819" r:id="rId24"/>
    <p:sldId id="2820" r:id="rId25"/>
    <p:sldId id="2821" r:id="rId26"/>
    <p:sldId id="2822" r:id="rId27"/>
    <p:sldId id="2832" r:id="rId28"/>
    <p:sldId id="2823" r:id="rId29"/>
    <p:sldId id="2824" r:id="rId30"/>
    <p:sldId id="2825" r:id="rId31"/>
    <p:sldId id="2826" r:id="rId32"/>
    <p:sldId id="2835" r:id="rId33"/>
    <p:sldId id="2827" r:id="rId34"/>
    <p:sldId id="2828" r:id="rId35"/>
  </p:sldIdLst>
  <p:sldSz cx="12858750" cy="7232650"/>
  <p:notesSz cx="6858000" cy="9144000"/>
  <p:custDataLst>
    <p:tags r:id="rId39"/>
  </p:custDataLst>
  <p:defaultTextStyle>
    <a:defPPr>
      <a:defRPr lang="zh-CN"/>
    </a:defPPr>
    <a:lvl1pPr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638810" indent="-182245"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1281430" indent="-367665"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923415" indent="-553085"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2565400" indent="-739140"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3460" algn="l" defTabSz="91313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0025" algn="l" defTabSz="91313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196590" algn="l" defTabSz="91313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3155" algn="l" defTabSz="913130" rtl="0" eaLnBrk="1" latinLnBrk="0" hangingPunct="1">
      <a:defRPr kern="1200">
        <a:solidFill>
          <a:schemeClr val="tx1"/>
        </a:solidFill>
        <a:latin typeface="Calibri" panose="020F050202020403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373" userDrawn="1">
          <p15:clr>
            <a:srgbClr val="A4A3A4"/>
          </p15:clr>
        </p15:guide>
        <p15:guide id="2" pos="4050" userDrawn="1">
          <p15:clr>
            <a:srgbClr val="A4A3A4"/>
          </p15:clr>
        </p15:guide>
        <p15:guide id="3" pos="512" userDrawn="1">
          <p15:clr>
            <a:srgbClr val="A4A3A4"/>
          </p15:clr>
        </p15:guide>
        <p15:guide id="5" orient="horz" pos="4183" userDrawn="1">
          <p15:clr>
            <a:srgbClr val="A4A3A4"/>
          </p15:clr>
        </p15:guide>
        <p15:guide id="6" pos="758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FBFBF"/>
    <a:srgbClr val="212E3C"/>
    <a:srgbClr val="FBBF09"/>
    <a:srgbClr val="EF4232"/>
    <a:srgbClr val="03A9F0"/>
    <a:srgbClr val="FFFFFF"/>
    <a:srgbClr val="FABCA8"/>
    <a:srgbClr val="57562F"/>
    <a:srgbClr val="FBCDBE"/>
    <a:srgbClr val="6B6A3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0189" autoAdjust="0"/>
    <p:restoredTop sz="92986" autoAdjust="0"/>
  </p:normalViewPr>
  <p:slideViewPr>
    <p:cSldViewPr showGuides="1">
      <p:cViewPr varScale="1">
        <p:scale>
          <a:sx n="71" d="100"/>
          <a:sy n="71" d="100"/>
        </p:scale>
        <p:origin x="-474" y="-96"/>
      </p:cViewPr>
      <p:guideLst>
        <p:guide orient="horz" pos="373"/>
        <p:guide pos="4050"/>
        <p:guide pos="512"/>
        <p:guide orient="horz" pos="4183"/>
        <p:guide pos="7588"/>
      </p:guideLst>
    </p:cSldViewPr>
  </p:slideViewPr>
  <p:outlineViewPr>
    <p:cViewPr>
      <p:scale>
        <a:sx n="100" d="100"/>
        <a:sy n="100" d="100"/>
      </p:scale>
      <p:origin x="0" y="-14412"/>
    </p:cViewPr>
  </p:outlineViewPr>
  <p:notesTextViewPr>
    <p:cViewPr>
      <p:scale>
        <a:sx n="1" d="1"/>
        <a:sy n="1" d="1"/>
      </p:scale>
      <p:origin x="0" y="0"/>
    </p:cViewPr>
  </p:notesTextViewPr>
  <p:sorterViewPr>
    <p:cViewPr>
      <p:scale>
        <a:sx n="25" d="100"/>
        <a:sy n="25"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3.xml"/><Relationship Id="rId8" Type="http://schemas.openxmlformats.org/officeDocument/2006/relationships/slide" Target="slides/slide2.xml"/><Relationship Id="rId7" Type="http://schemas.openxmlformats.org/officeDocument/2006/relationships/notesMaster" Target="notesMasters/notesMaster1.xml"/><Relationship Id="rId6" Type="http://schemas.openxmlformats.org/officeDocument/2006/relationships/slide" Target="slides/slide1.xml"/><Relationship Id="rId5" Type="http://schemas.openxmlformats.org/officeDocument/2006/relationships/slideMaster" Target="slideMasters/slideMaster4.xml"/><Relationship Id="rId4" Type="http://schemas.openxmlformats.org/officeDocument/2006/relationships/slideMaster" Target="slideMasters/slideMaster3.xml"/><Relationship Id="rId39" Type="http://schemas.openxmlformats.org/officeDocument/2006/relationships/tags" Target="tags/tag1.xml"/><Relationship Id="rId38" Type="http://schemas.openxmlformats.org/officeDocument/2006/relationships/tableStyles" Target="tableStyles.xml"/><Relationship Id="rId37" Type="http://schemas.openxmlformats.org/officeDocument/2006/relationships/viewProps" Target="viewProps.xml"/><Relationship Id="rId36" Type="http://schemas.openxmlformats.org/officeDocument/2006/relationships/presProps" Target="presProps.xml"/><Relationship Id="rId35" Type="http://schemas.openxmlformats.org/officeDocument/2006/relationships/slide" Target="slides/slide29.xml"/><Relationship Id="rId34" Type="http://schemas.openxmlformats.org/officeDocument/2006/relationships/slide" Target="slides/slide28.xml"/><Relationship Id="rId33" Type="http://schemas.openxmlformats.org/officeDocument/2006/relationships/slide" Target="slides/slide27.xml"/><Relationship Id="rId32" Type="http://schemas.openxmlformats.org/officeDocument/2006/relationships/slide" Target="slides/slide26.xml"/><Relationship Id="rId31" Type="http://schemas.openxmlformats.org/officeDocument/2006/relationships/slide" Target="slides/slide25.xml"/><Relationship Id="rId30" Type="http://schemas.openxmlformats.org/officeDocument/2006/relationships/slide" Target="slides/slide24.xml"/><Relationship Id="rId3" Type="http://schemas.openxmlformats.org/officeDocument/2006/relationships/slideMaster" Target="slideMasters/slideMaster2.xml"/><Relationship Id="rId29" Type="http://schemas.openxmlformats.org/officeDocument/2006/relationships/slide" Target="slides/slide23.xml"/><Relationship Id="rId28" Type="http://schemas.openxmlformats.org/officeDocument/2006/relationships/slide" Target="slides/slide22.xml"/><Relationship Id="rId27" Type="http://schemas.openxmlformats.org/officeDocument/2006/relationships/slide" Target="slides/slide21.xml"/><Relationship Id="rId26" Type="http://schemas.openxmlformats.org/officeDocument/2006/relationships/slide" Target="slides/slide20.xml"/><Relationship Id="rId25" Type="http://schemas.openxmlformats.org/officeDocument/2006/relationships/slide" Target="slides/slide19.xml"/><Relationship Id="rId24" Type="http://schemas.openxmlformats.org/officeDocument/2006/relationships/slide" Target="slides/slide18.xml"/><Relationship Id="rId23" Type="http://schemas.openxmlformats.org/officeDocument/2006/relationships/slide" Target="slides/slide17.xml"/><Relationship Id="rId22" Type="http://schemas.openxmlformats.org/officeDocument/2006/relationships/slide" Target="slides/slide16.xml"/><Relationship Id="rId21" Type="http://schemas.openxmlformats.org/officeDocument/2006/relationships/slide" Target="slides/slide15.xml"/><Relationship Id="rId20" Type="http://schemas.openxmlformats.org/officeDocument/2006/relationships/slide" Target="slides/slide14.xml"/><Relationship Id="rId2" Type="http://schemas.openxmlformats.org/officeDocument/2006/relationships/theme" Target="theme/theme1.xml"/><Relationship Id="rId19" Type="http://schemas.openxmlformats.org/officeDocument/2006/relationships/slide" Target="slides/slide13.xml"/><Relationship Id="rId18" Type="http://schemas.openxmlformats.org/officeDocument/2006/relationships/slide" Target="slides/slide12.xml"/><Relationship Id="rId17" Type="http://schemas.openxmlformats.org/officeDocument/2006/relationships/slide" Target="slides/slide11.xml"/><Relationship Id="rId16" Type="http://schemas.openxmlformats.org/officeDocument/2006/relationships/slide" Target="slides/slide10.xml"/><Relationship Id="rId15" Type="http://schemas.openxmlformats.org/officeDocument/2006/relationships/slide" Target="slides/slide9.xml"/><Relationship Id="rId14" Type="http://schemas.openxmlformats.org/officeDocument/2006/relationships/slide" Target="slides/slide8.xml"/><Relationship Id="rId13" Type="http://schemas.openxmlformats.org/officeDocument/2006/relationships/slide" Target="slides/slide7.xml"/><Relationship Id="rId12" Type="http://schemas.openxmlformats.org/officeDocument/2006/relationships/slide" Target="slides/slide6.xml"/><Relationship Id="rId11" Type="http://schemas.openxmlformats.org/officeDocument/2006/relationships/slide" Target="slides/slide5.xml"/><Relationship Id="rId10" Type="http://schemas.openxmlformats.org/officeDocument/2006/relationships/slide" Target="slides/slide4.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png"/></Relationships>
</file>

<file path=ppt/drawings/_rels/vmlDrawing2.v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png"/></Relationships>
</file>

<file path=ppt/drawings/_rels/vmlDrawing3.v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pPr>
              <a:defRPr/>
            </a:pPr>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pPr>
              <a:defRPr/>
            </a:pPr>
            <a:fld id="{06024D97-E667-405D-B634-E583E2108D71}" type="datetimeFigureOut">
              <a:rPr lang="zh-CN" altLang="en-US"/>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zh-CN" altLang="en-US" noProof="0"/>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noProof="0"/>
              <a:t>单击此处编辑母版文本样式</a:t>
            </a:r>
            <a:endParaRPr lang="zh-CN" altLang="en-US" noProof="0"/>
          </a:p>
          <a:p>
            <a:pPr lvl="1"/>
            <a:r>
              <a:rPr lang="zh-CN" altLang="en-US" noProof="0"/>
              <a:t>第二级</a:t>
            </a:r>
            <a:endParaRPr lang="zh-CN" altLang="en-US" noProof="0"/>
          </a:p>
          <a:p>
            <a:pPr lvl="2"/>
            <a:r>
              <a:rPr lang="zh-CN" altLang="en-US" noProof="0"/>
              <a:t>第三级</a:t>
            </a:r>
            <a:endParaRPr lang="zh-CN" altLang="en-US" noProof="0"/>
          </a:p>
          <a:p>
            <a:pPr lvl="3"/>
            <a:r>
              <a:rPr lang="zh-CN" altLang="en-US" noProof="0"/>
              <a:t>第四级</a:t>
            </a:r>
            <a:endParaRPr lang="zh-CN" altLang="en-US" noProof="0"/>
          </a:p>
          <a:p>
            <a:pPr lvl="4"/>
            <a:r>
              <a:rPr lang="zh-CN" altLang="en-US" noProof="0"/>
              <a:t>第五级</a:t>
            </a:r>
            <a:endParaRPr lang="zh-CN" altLang="en-US" noProof="0"/>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pPr>
              <a:defRPr/>
            </a:pPr>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lstStyle>
            <a:lvl1pPr algn="r">
              <a:defRPr sz="1200"/>
            </a:lvl1pPr>
          </a:lstStyle>
          <a:p>
            <a:fld id="{418F03C3-53C1-4F10-8DAF-D1F318E96C6E}" type="slidenum">
              <a:rPr lang="zh-CN" altLang="en-US"/>
            </a:fld>
            <a:endParaRPr lang="zh-CN"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300" kern="1200">
        <a:solidFill>
          <a:schemeClr val="tx1"/>
        </a:solidFill>
        <a:latin typeface="+mn-lt"/>
        <a:ea typeface="+mn-ea"/>
        <a:cs typeface="+mn-cs"/>
      </a:defRPr>
    </a:lvl1pPr>
    <a:lvl2pPr marL="455295" algn="l" rtl="0" eaLnBrk="0" fontAlgn="base" hangingPunct="0">
      <a:spcBef>
        <a:spcPct val="30000"/>
      </a:spcBef>
      <a:spcAft>
        <a:spcPct val="0"/>
      </a:spcAft>
      <a:defRPr sz="1300" kern="1200">
        <a:solidFill>
          <a:schemeClr val="tx1"/>
        </a:solidFill>
        <a:latin typeface="+mn-lt"/>
        <a:ea typeface="+mn-ea"/>
        <a:cs typeface="+mn-cs"/>
      </a:defRPr>
    </a:lvl2pPr>
    <a:lvl3pPr marL="911860" algn="l" rtl="0" eaLnBrk="0" fontAlgn="base" hangingPunct="0">
      <a:spcBef>
        <a:spcPct val="30000"/>
      </a:spcBef>
      <a:spcAft>
        <a:spcPct val="0"/>
      </a:spcAft>
      <a:defRPr sz="1300" kern="1200">
        <a:solidFill>
          <a:schemeClr val="tx1"/>
        </a:solidFill>
        <a:latin typeface="+mn-lt"/>
        <a:ea typeface="+mn-ea"/>
        <a:cs typeface="+mn-cs"/>
      </a:defRPr>
    </a:lvl3pPr>
    <a:lvl4pPr marL="1368425" algn="l" rtl="0" eaLnBrk="0" fontAlgn="base" hangingPunct="0">
      <a:spcBef>
        <a:spcPct val="30000"/>
      </a:spcBef>
      <a:spcAft>
        <a:spcPct val="0"/>
      </a:spcAft>
      <a:defRPr sz="1300" kern="1200">
        <a:solidFill>
          <a:schemeClr val="tx1"/>
        </a:solidFill>
        <a:latin typeface="+mn-lt"/>
        <a:ea typeface="+mn-ea"/>
        <a:cs typeface="+mn-cs"/>
      </a:defRPr>
    </a:lvl4pPr>
    <a:lvl5pPr marL="1824990" algn="l" rtl="0" eaLnBrk="0" fontAlgn="base" hangingPunct="0">
      <a:spcBef>
        <a:spcPct val="30000"/>
      </a:spcBef>
      <a:spcAft>
        <a:spcPct val="0"/>
      </a:spcAft>
      <a:defRPr sz="1300" kern="1200">
        <a:solidFill>
          <a:schemeClr val="tx1"/>
        </a:solidFill>
        <a:latin typeface="+mn-lt"/>
        <a:ea typeface="+mn-ea"/>
        <a:cs typeface="+mn-cs"/>
      </a:defRPr>
    </a:lvl5pPr>
    <a:lvl6pPr marL="2282825" algn="l" defTabSz="913130" rtl="0" eaLnBrk="1" latinLnBrk="0" hangingPunct="1">
      <a:defRPr sz="1300" kern="1200">
        <a:solidFill>
          <a:schemeClr val="tx1"/>
        </a:solidFill>
        <a:latin typeface="+mn-lt"/>
        <a:ea typeface="+mn-ea"/>
        <a:cs typeface="+mn-cs"/>
      </a:defRPr>
    </a:lvl6pPr>
    <a:lvl7pPr marL="2739390" algn="l" defTabSz="913130" rtl="0" eaLnBrk="1" latinLnBrk="0" hangingPunct="1">
      <a:defRPr sz="1300" kern="1200">
        <a:solidFill>
          <a:schemeClr val="tx1"/>
        </a:solidFill>
        <a:latin typeface="+mn-lt"/>
        <a:ea typeface="+mn-ea"/>
        <a:cs typeface="+mn-cs"/>
      </a:defRPr>
    </a:lvl7pPr>
    <a:lvl8pPr marL="3195955" algn="l" defTabSz="913130" rtl="0" eaLnBrk="1" latinLnBrk="0" hangingPunct="1">
      <a:defRPr sz="1300" kern="1200">
        <a:solidFill>
          <a:schemeClr val="tx1"/>
        </a:solidFill>
        <a:latin typeface="+mn-lt"/>
        <a:ea typeface="+mn-ea"/>
        <a:cs typeface="+mn-cs"/>
      </a:defRPr>
    </a:lvl8pPr>
    <a:lvl9pPr marL="3652520" algn="l" defTabSz="913130" rtl="0" eaLnBrk="1" latinLnBrk="0" hangingPunct="1">
      <a:defRPr sz="13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幻灯片图像占位符 1"/>
          <p:cNvSpPr>
            <a:spLocks noGrp="1" noRot="1" noChangeAspect="1" noTextEdit="1"/>
          </p:cNvSpPr>
          <p:nvPr>
            <p:ph type="sldImg"/>
          </p:nvPr>
        </p:nvSpPr>
        <p:spPr bwMode="auto">
          <a:xfrm>
            <a:off x="381000" y="685800"/>
            <a:ext cx="6096000" cy="3429000"/>
          </a:xfrm>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229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smtClean="0"/>
          </a:p>
        </p:txBody>
      </p:sp>
      <p:sp>
        <p:nvSpPr>
          <p:cNvPr id="1229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300">
                <a:solidFill>
                  <a:schemeClr val="tx1"/>
                </a:solidFill>
                <a:latin typeface="方正正黑简体" panose="02000000000000000000" pitchFamily="2" charset="-122"/>
                <a:ea typeface="方正正黑简体" panose="02000000000000000000" pitchFamily="2" charset="-122"/>
              </a:defRPr>
            </a:lvl1pPr>
            <a:lvl2pPr marL="742950" indent="-285750">
              <a:defRPr sz="1300">
                <a:solidFill>
                  <a:schemeClr val="tx1"/>
                </a:solidFill>
                <a:latin typeface="方正正黑简体" panose="02000000000000000000" pitchFamily="2" charset="-122"/>
                <a:ea typeface="方正正黑简体" panose="02000000000000000000" pitchFamily="2" charset="-122"/>
              </a:defRPr>
            </a:lvl2pPr>
            <a:lvl3pPr marL="1143000" indent="-228600">
              <a:defRPr sz="1300">
                <a:solidFill>
                  <a:schemeClr val="tx1"/>
                </a:solidFill>
                <a:latin typeface="方正正黑简体" panose="02000000000000000000" pitchFamily="2" charset="-122"/>
                <a:ea typeface="方正正黑简体" panose="02000000000000000000" pitchFamily="2" charset="-122"/>
              </a:defRPr>
            </a:lvl3pPr>
            <a:lvl4pPr marL="1600200" indent="-228600">
              <a:defRPr sz="1300">
                <a:solidFill>
                  <a:schemeClr val="tx1"/>
                </a:solidFill>
                <a:latin typeface="方正正黑简体" panose="02000000000000000000" pitchFamily="2" charset="-122"/>
                <a:ea typeface="方正正黑简体" panose="02000000000000000000" pitchFamily="2" charset="-122"/>
              </a:defRPr>
            </a:lvl4pPr>
            <a:lvl5pPr marL="2057400" indent="-228600">
              <a:defRPr sz="1300">
                <a:solidFill>
                  <a:schemeClr val="tx1"/>
                </a:solidFill>
                <a:latin typeface="方正正黑简体" panose="02000000000000000000" pitchFamily="2" charset="-122"/>
                <a:ea typeface="方正正黑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9pPr>
          </a:lstStyle>
          <a:p>
            <a:fld id="{8E734D7E-DDC1-43BA-BA84-4A1CFE3D3418}" type="slidenum">
              <a:rPr lang="zh-CN" altLang="en-US" sz="1200">
                <a:latin typeface="Calibri" panose="020F0502020204030204" pitchFamily="34" charset="0"/>
                <a:ea typeface="宋体" panose="02010600030101010101" pitchFamily="2" charset="-122"/>
              </a:rPr>
            </a:fld>
            <a:endParaRPr lang="zh-CN" altLang="en-US" sz="1200">
              <a:latin typeface="Calibri" panose="020F0502020204030204" pitchFamily="34" charset="0"/>
              <a:ea typeface="宋体" panose="02010600030101010101" pitchFamily="2" charset="-122"/>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5638BCD-BAF0-4F2F-8ED1-BF002154F020}"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5638BCD-BAF0-4F2F-8ED1-BF002154F020}"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5638BCD-BAF0-4F2F-8ED1-BF002154F020}"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5638BCD-BAF0-4F2F-8ED1-BF002154F020}"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幻灯片图像占位符 1"/>
          <p:cNvSpPr>
            <a:spLocks noGrp="1" noRot="1" noChangeAspect="1" noTextEdit="1"/>
          </p:cNvSpPr>
          <p:nvPr>
            <p:ph type="sldImg"/>
          </p:nvPr>
        </p:nvSpPr>
        <p:spPr bwMode="auto">
          <a:xfrm>
            <a:off x="381000" y="685800"/>
            <a:ext cx="6096000" cy="3429000"/>
          </a:xfrm>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229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smtClean="0"/>
          </a:p>
        </p:txBody>
      </p:sp>
      <p:sp>
        <p:nvSpPr>
          <p:cNvPr id="1229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300">
                <a:solidFill>
                  <a:schemeClr val="tx1"/>
                </a:solidFill>
                <a:latin typeface="方正正黑简体" panose="02000000000000000000" pitchFamily="2" charset="-122"/>
                <a:ea typeface="方正正黑简体" panose="02000000000000000000" pitchFamily="2" charset="-122"/>
              </a:defRPr>
            </a:lvl1pPr>
            <a:lvl2pPr marL="742950" indent="-285750">
              <a:defRPr sz="1300">
                <a:solidFill>
                  <a:schemeClr val="tx1"/>
                </a:solidFill>
                <a:latin typeface="方正正黑简体" panose="02000000000000000000" pitchFamily="2" charset="-122"/>
                <a:ea typeface="方正正黑简体" panose="02000000000000000000" pitchFamily="2" charset="-122"/>
              </a:defRPr>
            </a:lvl2pPr>
            <a:lvl3pPr marL="1143000" indent="-228600">
              <a:defRPr sz="1300">
                <a:solidFill>
                  <a:schemeClr val="tx1"/>
                </a:solidFill>
                <a:latin typeface="方正正黑简体" panose="02000000000000000000" pitchFamily="2" charset="-122"/>
                <a:ea typeface="方正正黑简体" panose="02000000000000000000" pitchFamily="2" charset="-122"/>
              </a:defRPr>
            </a:lvl3pPr>
            <a:lvl4pPr marL="1600200" indent="-228600">
              <a:defRPr sz="1300">
                <a:solidFill>
                  <a:schemeClr val="tx1"/>
                </a:solidFill>
                <a:latin typeface="方正正黑简体" panose="02000000000000000000" pitchFamily="2" charset="-122"/>
                <a:ea typeface="方正正黑简体" panose="02000000000000000000" pitchFamily="2" charset="-122"/>
              </a:defRPr>
            </a:lvl4pPr>
            <a:lvl5pPr marL="2057400" indent="-228600">
              <a:defRPr sz="1300">
                <a:solidFill>
                  <a:schemeClr val="tx1"/>
                </a:solidFill>
                <a:latin typeface="方正正黑简体" panose="02000000000000000000" pitchFamily="2" charset="-122"/>
                <a:ea typeface="方正正黑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9pPr>
          </a:lstStyle>
          <a:p>
            <a:fld id="{8E734D7E-DDC1-43BA-BA84-4A1CFE3D3418}" type="slidenum">
              <a:rPr lang="zh-CN" altLang="en-US" sz="1200">
                <a:latin typeface="Calibri" panose="020F0502020204030204" pitchFamily="34" charset="0"/>
                <a:ea typeface="宋体" panose="02010600030101010101" pitchFamily="2" charset="-122"/>
              </a:rPr>
            </a:fld>
            <a:endParaRPr lang="zh-CN" altLang="en-US" sz="1200">
              <a:latin typeface="Calibri" panose="020F0502020204030204" pitchFamily="34" charset="0"/>
              <a:ea typeface="宋体" panose="02010600030101010101" pitchFamily="2" charset="-122"/>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9" Type="http://schemas.openxmlformats.org/officeDocument/2006/relationships/vmlDrawing" Target="../drawings/vmlDrawing1.vml"/><Relationship Id="rId8" Type="http://schemas.openxmlformats.org/officeDocument/2006/relationships/image" Target="../media/image4.png"/><Relationship Id="rId7" Type="http://schemas.openxmlformats.org/officeDocument/2006/relationships/image" Target="../media/image3.png"/><Relationship Id="rId6" Type="http://schemas.openxmlformats.org/officeDocument/2006/relationships/oleObject" Target="../embeddings/oleObject3.bin"/><Relationship Id="rId5" Type="http://schemas.openxmlformats.org/officeDocument/2006/relationships/image" Target="../media/image2.png"/><Relationship Id="rId4" Type="http://schemas.openxmlformats.org/officeDocument/2006/relationships/oleObject" Target="../embeddings/oleObject2.bin"/><Relationship Id="rId3" Type="http://schemas.openxmlformats.org/officeDocument/2006/relationships/image" Target="../media/image1.png"/><Relationship Id="rId2" Type="http://schemas.openxmlformats.org/officeDocument/2006/relationships/oleObject" Target="../embeddings/oleObject1.bin"/><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9" Type="http://schemas.openxmlformats.org/officeDocument/2006/relationships/vmlDrawing" Target="../drawings/vmlDrawing2.vml"/><Relationship Id="rId8" Type="http://schemas.openxmlformats.org/officeDocument/2006/relationships/image" Target="../media/image4.png"/><Relationship Id="rId7" Type="http://schemas.openxmlformats.org/officeDocument/2006/relationships/image" Target="../media/image3.png"/><Relationship Id="rId6" Type="http://schemas.openxmlformats.org/officeDocument/2006/relationships/oleObject" Target="../embeddings/oleObject6.bin"/><Relationship Id="rId5" Type="http://schemas.openxmlformats.org/officeDocument/2006/relationships/image" Target="../media/image2.png"/><Relationship Id="rId4" Type="http://schemas.openxmlformats.org/officeDocument/2006/relationships/oleObject" Target="../embeddings/oleObject5.bin"/><Relationship Id="rId3" Type="http://schemas.openxmlformats.org/officeDocument/2006/relationships/image" Target="../media/image1.png"/><Relationship Id="rId2" Type="http://schemas.openxmlformats.org/officeDocument/2006/relationships/oleObject" Target="../embeddings/oleObject4.bin"/><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9" Type="http://schemas.openxmlformats.org/officeDocument/2006/relationships/vmlDrawing" Target="../drawings/vmlDrawing3.vml"/><Relationship Id="rId8" Type="http://schemas.openxmlformats.org/officeDocument/2006/relationships/image" Target="../media/image4.png"/><Relationship Id="rId7" Type="http://schemas.openxmlformats.org/officeDocument/2006/relationships/image" Target="../media/image3.png"/><Relationship Id="rId6" Type="http://schemas.openxmlformats.org/officeDocument/2006/relationships/oleObject" Target="../embeddings/oleObject9.bin"/><Relationship Id="rId5" Type="http://schemas.openxmlformats.org/officeDocument/2006/relationships/image" Target="../media/image2.png"/><Relationship Id="rId4" Type="http://schemas.openxmlformats.org/officeDocument/2006/relationships/oleObject" Target="../embeddings/oleObject8.bin"/><Relationship Id="rId3" Type="http://schemas.openxmlformats.org/officeDocument/2006/relationships/image" Target="../media/image1.png"/><Relationship Id="rId2" Type="http://schemas.openxmlformats.org/officeDocument/2006/relationships/oleObject" Target="../embeddings/oleObject7.bin"/><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84039" y="6703606"/>
            <a:ext cx="2893219" cy="386187"/>
          </a:xfrm>
          <a:prstGeom prst="rect">
            <a:avLst/>
          </a:prstGeom>
        </p:spPr>
        <p:txBody>
          <a:bodyPr lIns="91334" tIns="45669" rIns="91334" bIns="45669"/>
          <a:lstStyle/>
          <a:p>
            <a:fld id="{E3AD87B8-9A4B-45E2-BBE5-FB86ADE287A3}" type="datetimeFigureOut">
              <a:rPr lang="zh-CN" altLang="en-US" smtClean="0"/>
            </a:fld>
            <a:endParaRPr lang="zh-CN" altLang="en-US"/>
          </a:p>
        </p:txBody>
      </p:sp>
      <p:sp>
        <p:nvSpPr>
          <p:cNvPr id="3" name="页脚占位符 2"/>
          <p:cNvSpPr>
            <a:spLocks noGrp="1"/>
          </p:cNvSpPr>
          <p:nvPr>
            <p:ph type="ftr" sz="quarter" idx="11"/>
          </p:nvPr>
        </p:nvSpPr>
        <p:spPr>
          <a:xfrm>
            <a:off x="4259461" y="6703606"/>
            <a:ext cx="4339828" cy="386187"/>
          </a:xfrm>
          <a:prstGeom prst="rect">
            <a:avLst/>
          </a:prstGeom>
        </p:spPr>
        <p:txBody>
          <a:bodyPr lIns="91334" tIns="45669" rIns="91334" bIns="45669"/>
          <a:lstStyle/>
          <a:p>
            <a:endParaRPr lang="zh-CN" altLang="en-US"/>
          </a:p>
        </p:txBody>
      </p:sp>
      <p:sp>
        <p:nvSpPr>
          <p:cNvPr id="4" name="灯片编号占位符 3"/>
          <p:cNvSpPr>
            <a:spLocks noGrp="1"/>
          </p:cNvSpPr>
          <p:nvPr>
            <p:ph type="sldNum" sz="quarter" idx="12"/>
          </p:nvPr>
        </p:nvSpPr>
        <p:spPr>
          <a:xfrm>
            <a:off x="9081492" y="6703606"/>
            <a:ext cx="2893219" cy="386187"/>
          </a:xfrm>
          <a:prstGeom prst="rect">
            <a:avLst/>
          </a:prstGeom>
        </p:spPr>
        <p:txBody>
          <a:bodyPr lIns="91334" tIns="45669" rIns="91334" bIns="45669"/>
          <a:lstStyle/>
          <a:p>
            <a:fld id="{37AAA611-6692-4583-86AB-5AB9B972BD46}"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a:xfrm>
            <a:off x="884039" y="385072"/>
            <a:ext cx="11090672" cy="1397978"/>
          </a:xfrm>
          <a:prstGeom prst="rect">
            <a:avLst/>
          </a:prstGeom>
        </p:spPr>
        <p:txBody>
          <a:bodyPr lIns="128583" tIns="64291" rIns="128583" bIns="64291"/>
          <a:lstStyle/>
          <a:p>
            <a:r>
              <a:rPr lang="zh-CN" altLang="en-US" smtClean="0"/>
              <a:t>单击此处编辑母版标题样式</a:t>
            </a:r>
            <a:endParaRPr lang="en-US" dirty="0"/>
          </a:p>
        </p:txBody>
      </p:sp>
      <p:sp>
        <p:nvSpPr>
          <p:cNvPr id="3" name="Content Placeholder 2"/>
          <p:cNvSpPr>
            <a:spLocks noGrp="1"/>
          </p:cNvSpPr>
          <p:nvPr>
            <p:ph idx="1" hasCustomPrompt="1"/>
          </p:nvPr>
        </p:nvSpPr>
        <p:spPr>
          <a:xfrm>
            <a:off x="884039" y="1925358"/>
            <a:ext cx="11090672" cy="4589051"/>
          </a:xfrm>
          <a:prstGeom prst="rect">
            <a:avLst/>
          </a:prstGeom>
        </p:spPr>
        <p:txBody>
          <a:bodyPr lIns="128583" tIns="64291" rIns="128583" bIns="64291"/>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4" name="Date Placeholder 3"/>
          <p:cNvSpPr>
            <a:spLocks noGrp="1"/>
          </p:cNvSpPr>
          <p:nvPr>
            <p:ph type="dt" sz="half" idx="10"/>
          </p:nvPr>
        </p:nvSpPr>
        <p:spPr>
          <a:xfrm>
            <a:off x="884039" y="6703596"/>
            <a:ext cx="2893219" cy="385072"/>
          </a:xfrm>
          <a:prstGeom prst="rect">
            <a:avLst/>
          </a:prstGeom>
        </p:spPr>
        <p:txBody>
          <a:bodyPr lIns="128583" tIns="64291" rIns="128583" bIns="64291"/>
          <a:lstStyle/>
          <a:p>
            <a:fld id="{ACA37975-6AF7-4301-9DC5-87C074AA59D1}" type="datetimeFigureOut">
              <a:rPr lang="zh-CN" altLang="en-US" smtClean="0"/>
            </a:fld>
            <a:endParaRPr lang="zh-CN" altLang="en-US"/>
          </a:p>
        </p:txBody>
      </p:sp>
      <p:sp>
        <p:nvSpPr>
          <p:cNvPr id="5" name="Footer Placeholder 4"/>
          <p:cNvSpPr>
            <a:spLocks noGrp="1"/>
          </p:cNvSpPr>
          <p:nvPr>
            <p:ph type="ftr" sz="quarter" idx="11"/>
          </p:nvPr>
        </p:nvSpPr>
        <p:spPr>
          <a:xfrm>
            <a:off x="4259461" y="6703596"/>
            <a:ext cx="4339828" cy="385072"/>
          </a:xfrm>
          <a:prstGeom prst="rect">
            <a:avLst/>
          </a:prstGeom>
        </p:spPr>
        <p:txBody>
          <a:bodyPr lIns="128583" tIns="64291" rIns="128583" bIns="64291"/>
          <a:lstStyle/>
          <a:p>
            <a:endParaRPr lang="zh-CN" altLang="en-US"/>
          </a:p>
        </p:txBody>
      </p:sp>
      <p:sp>
        <p:nvSpPr>
          <p:cNvPr id="6" name="Slide Number Placeholder 5"/>
          <p:cNvSpPr>
            <a:spLocks noGrp="1"/>
          </p:cNvSpPr>
          <p:nvPr>
            <p:ph type="sldNum" sz="quarter" idx="12"/>
          </p:nvPr>
        </p:nvSpPr>
        <p:spPr>
          <a:xfrm>
            <a:off x="9081492" y="6703596"/>
            <a:ext cx="2893219" cy="385072"/>
          </a:xfrm>
          <a:prstGeom prst="rect">
            <a:avLst/>
          </a:prstGeom>
        </p:spPr>
        <p:txBody>
          <a:bodyPr lIns="128583" tIns="64291" rIns="128583" bIns="64291"/>
          <a:lstStyle/>
          <a:p>
            <a:fld id="{D27987A4-0198-42B4-AAAE-EDBADA4485AB}" type="slidenum">
              <a:rPr lang="zh-CN" altLang="en-US" smtClean="0"/>
            </a:fld>
            <a:endParaRPr lang="zh-CN" altLang="en-US"/>
          </a:p>
        </p:txBody>
      </p:sp>
    </p:spTree>
  </p:cSld>
  <p:clrMapOvr>
    <a:masterClrMapping/>
  </p:clrMapOvr>
  <p:transition spd="med" advClick="0" advTm="0">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sp>
        <p:nvSpPr>
          <p:cNvPr id="2050" name="Rectangle 2"/>
          <p:cNvSpPr>
            <a:spLocks noChangeArrowheads="1"/>
          </p:cNvSpPr>
          <p:nvPr/>
        </p:nvSpPr>
        <p:spPr bwMode="auto">
          <a:xfrm>
            <a:off x="0" y="3134148"/>
            <a:ext cx="9965531" cy="482177"/>
          </a:xfrm>
          <a:prstGeom prst="rect">
            <a:avLst/>
          </a:prstGeom>
          <a:solidFill>
            <a:schemeClr val="tx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4651" tIns="57327" rIns="114651" bIns="57327" anchor="ctr"/>
          <a:lstStyle/>
          <a:p>
            <a:pPr>
              <a:buFont typeface="Arial" panose="020B0604020202020204" pitchFamily="34" charset="0"/>
              <a:buNone/>
            </a:pPr>
            <a:endParaRPr lang="zh-CN" altLang="en-US" smtClean="0">
              <a:solidFill>
                <a:srgbClr val="000000"/>
              </a:solidFill>
              <a:latin typeface="Arial" panose="020B0604020202020204" pitchFamily="34" charset="0"/>
              <a:ea typeface="+mn-ea"/>
            </a:endParaRPr>
          </a:p>
        </p:txBody>
      </p:sp>
      <p:sp>
        <p:nvSpPr>
          <p:cNvPr id="2051" name="Rectangle 3"/>
          <p:cNvSpPr>
            <a:spLocks noChangeArrowheads="1"/>
          </p:cNvSpPr>
          <p:nvPr/>
        </p:nvSpPr>
        <p:spPr bwMode="auto">
          <a:xfrm>
            <a:off x="9965531" y="3134148"/>
            <a:ext cx="2893219" cy="482177"/>
          </a:xfrm>
          <a:prstGeom prst="rect">
            <a:avLst/>
          </a:prstGeom>
          <a:solidFill>
            <a:schemeClr val="tx2"/>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4651" tIns="57327" rIns="114651" bIns="57327" anchor="ctr"/>
          <a:lstStyle/>
          <a:p>
            <a:pPr>
              <a:buFont typeface="Arial" panose="020B0604020202020204" pitchFamily="34" charset="0"/>
              <a:buNone/>
            </a:pPr>
            <a:endParaRPr lang="zh-CN" altLang="en-US" smtClean="0">
              <a:solidFill>
                <a:srgbClr val="000000"/>
              </a:solidFill>
              <a:latin typeface="Arial" panose="020B0604020202020204" pitchFamily="34" charset="0"/>
              <a:ea typeface="+mn-ea"/>
            </a:endParaRPr>
          </a:p>
        </p:txBody>
      </p:sp>
      <p:sp>
        <p:nvSpPr>
          <p:cNvPr id="2052" name="AutoShape 4"/>
          <p:cNvSpPr>
            <a:spLocks noChangeArrowheads="1"/>
          </p:cNvSpPr>
          <p:nvPr/>
        </p:nvSpPr>
        <p:spPr bwMode="auto">
          <a:xfrm rot="5400000">
            <a:off x="296924" y="3197761"/>
            <a:ext cx="401814" cy="321469"/>
          </a:xfrm>
          <a:prstGeom prst="triangle">
            <a:avLst>
              <a:gd name="adj" fmla="val 50000"/>
            </a:avLst>
          </a:prstGeom>
          <a:solidFill>
            <a:schemeClr val="bg2"/>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4651" tIns="57327" rIns="114651" bIns="57327" anchor="ctr"/>
          <a:lstStyle/>
          <a:p>
            <a:pPr>
              <a:buFont typeface="Arial" panose="020B0604020202020204" pitchFamily="34" charset="0"/>
              <a:buNone/>
            </a:pPr>
            <a:endParaRPr lang="zh-CN" altLang="en-US" smtClean="0">
              <a:solidFill>
                <a:srgbClr val="000000"/>
              </a:solidFill>
              <a:latin typeface="Arial" panose="020B0604020202020204" pitchFamily="34" charset="0"/>
              <a:ea typeface="+mn-ea"/>
            </a:endParaRPr>
          </a:p>
        </p:txBody>
      </p:sp>
      <p:sp>
        <p:nvSpPr>
          <p:cNvPr id="2053" name="AutoShape 5"/>
          <p:cNvSpPr>
            <a:spLocks noChangeArrowheads="1"/>
          </p:cNvSpPr>
          <p:nvPr/>
        </p:nvSpPr>
        <p:spPr bwMode="auto">
          <a:xfrm rot="5400000">
            <a:off x="725549" y="3197761"/>
            <a:ext cx="401814" cy="321469"/>
          </a:xfrm>
          <a:prstGeom prst="triangle">
            <a:avLst>
              <a:gd name="adj" fmla="val 50000"/>
            </a:avLst>
          </a:prstGeom>
          <a:solidFill>
            <a:schemeClr val="bg2">
              <a:alpha val="84000"/>
            </a:schemeClr>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4651" tIns="57327" rIns="114651" bIns="57327" anchor="ctr"/>
          <a:lstStyle/>
          <a:p>
            <a:pPr>
              <a:buFont typeface="Arial" panose="020B0604020202020204" pitchFamily="34" charset="0"/>
              <a:buNone/>
            </a:pPr>
            <a:endParaRPr lang="zh-CN" altLang="en-US" smtClean="0">
              <a:solidFill>
                <a:srgbClr val="000000"/>
              </a:solidFill>
              <a:latin typeface="Arial" panose="020B0604020202020204" pitchFamily="34" charset="0"/>
              <a:ea typeface="+mn-ea"/>
            </a:endParaRPr>
          </a:p>
        </p:txBody>
      </p:sp>
      <p:sp>
        <p:nvSpPr>
          <p:cNvPr id="2054" name="AutoShape 6"/>
          <p:cNvSpPr>
            <a:spLocks noChangeArrowheads="1"/>
          </p:cNvSpPr>
          <p:nvPr/>
        </p:nvSpPr>
        <p:spPr bwMode="auto">
          <a:xfrm rot="5400000">
            <a:off x="1154174" y="3197761"/>
            <a:ext cx="401814" cy="321469"/>
          </a:xfrm>
          <a:prstGeom prst="triangle">
            <a:avLst>
              <a:gd name="adj" fmla="val 50000"/>
            </a:avLst>
          </a:prstGeom>
          <a:solidFill>
            <a:schemeClr val="bg2">
              <a:alpha val="56000"/>
            </a:schemeClr>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4651" tIns="57327" rIns="114651" bIns="57327" anchor="ctr"/>
          <a:lstStyle/>
          <a:p>
            <a:pPr>
              <a:buFont typeface="Arial" panose="020B0604020202020204" pitchFamily="34" charset="0"/>
              <a:buNone/>
            </a:pPr>
            <a:endParaRPr lang="zh-CN" altLang="en-US" smtClean="0">
              <a:solidFill>
                <a:srgbClr val="000000"/>
              </a:solidFill>
              <a:latin typeface="Arial" panose="020B0604020202020204" pitchFamily="34" charset="0"/>
              <a:ea typeface="+mn-ea"/>
            </a:endParaRPr>
          </a:p>
        </p:txBody>
      </p:sp>
      <p:sp>
        <p:nvSpPr>
          <p:cNvPr id="2055" name="AutoShape 7"/>
          <p:cNvSpPr>
            <a:spLocks noChangeArrowheads="1"/>
          </p:cNvSpPr>
          <p:nvPr/>
        </p:nvSpPr>
        <p:spPr bwMode="auto">
          <a:xfrm rot="5400000">
            <a:off x="1582799" y="3197761"/>
            <a:ext cx="401814" cy="321469"/>
          </a:xfrm>
          <a:prstGeom prst="triangle">
            <a:avLst>
              <a:gd name="adj" fmla="val 50000"/>
            </a:avLst>
          </a:prstGeom>
          <a:solidFill>
            <a:schemeClr val="bg2">
              <a:alpha val="26999"/>
            </a:schemeClr>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4651" tIns="57327" rIns="114651" bIns="57327" anchor="ctr"/>
          <a:lstStyle/>
          <a:p>
            <a:pPr>
              <a:buFont typeface="Arial" panose="020B0604020202020204" pitchFamily="34" charset="0"/>
              <a:buNone/>
            </a:pPr>
            <a:endParaRPr lang="zh-CN" altLang="en-US" smtClean="0">
              <a:solidFill>
                <a:srgbClr val="000000"/>
              </a:solidFill>
              <a:latin typeface="Arial" panose="020B0604020202020204" pitchFamily="34" charset="0"/>
              <a:ea typeface="+mn-ea"/>
            </a:endParaRPr>
          </a:p>
        </p:txBody>
      </p:sp>
      <p:graphicFrame>
        <p:nvGraphicFramePr>
          <p:cNvPr id="2056" name="Object 8"/>
          <p:cNvGraphicFramePr>
            <a:graphicFrameLocks noChangeAspect="1"/>
          </p:cNvGraphicFramePr>
          <p:nvPr/>
        </p:nvGraphicFramePr>
        <p:xfrm>
          <a:off x="0" y="3616328"/>
          <a:ext cx="5956102" cy="1928707"/>
        </p:xfrm>
        <a:graphic>
          <a:graphicData uri="http://schemas.openxmlformats.org/presentationml/2006/ole">
            <mc:AlternateContent xmlns:mc="http://schemas.openxmlformats.org/markup-compatibility/2006">
              <mc:Choice xmlns:v="urn:schemas-microsoft-com:vml" Requires="v">
                <p:oleObj spid="_x0000_s1068" name="" r:id="rId2" imgW="6007100" imgH="2743200" progId="Photoshop.Image.6">
                  <p:embed/>
                </p:oleObj>
              </mc:Choice>
              <mc:Fallback>
                <p:oleObj name="" r:id="rId2" imgW="6007100" imgH="2743200" progId="Photoshop.Image.6">
                  <p:embed/>
                  <p:pic>
                    <p:nvPicPr>
                      <p:cNvPr id="0" name="图片 106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3616328"/>
                        <a:ext cx="5956102" cy="19287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057" name="Object 9"/>
          <p:cNvGraphicFramePr>
            <a:graphicFrameLocks noChangeAspect="1"/>
          </p:cNvGraphicFramePr>
          <p:nvPr/>
        </p:nvGraphicFramePr>
        <p:xfrm>
          <a:off x="9965531" y="3616328"/>
          <a:ext cx="2893219" cy="1928707"/>
        </p:xfrm>
        <a:graphic>
          <a:graphicData uri="http://schemas.openxmlformats.org/presentationml/2006/ole">
            <mc:AlternateContent xmlns:mc="http://schemas.openxmlformats.org/markup-compatibility/2006">
              <mc:Choice xmlns:v="urn:schemas-microsoft-com:vml" Requires="v">
                <p:oleObj spid="_x0000_s1069" name="" r:id="rId4" imgW="5753100" imgH="4356100" progId="Photoshop.Image.6">
                  <p:embed/>
                </p:oleObj>
              </mc:Choice>
              <mc:Fallback>
                <p:oleObj name="" r:id="rId4" imgW="5753100" imgH="4356100" progId="Photoshop.Image.6">
                  <p:embed/>
                  <p:pic>
                    <p:nvPicPr>
                      <p:cNvPr id="0" name="图片 1068"/>
                      <p:cNvPicPr>
                        <a:picLocks noChangeAspect="1" noChangeArrowheads="1"/>
                      </p:cNvPicPr>
                      <p:nvPr/>
                    </p:nvPicPr>
                    <p:blipFill>
                      <a:blip r:embed="rId5">
                        <a:extLst>
                          <a:ext uri="{28A0092B-C50C-407E-A947-70E740481C1C}">
                            <a14:useLocalDpi xmlns:a14="http://schemas.microsoft.com/office/drawing/2010/main" val="0"/>
                          </a:ext>
                        </a:extLst>
                      </a:blip>
                      <a:srcRect r="21930"/>
                      <a:stretch>
                        <a:fillRect/>
                      </a:stretch>
                    </p:blipFill>
                    <p:spPr bwMode="auto">
                      <a:xfrm>
                        <a:off x="9965531" y="3616328"/>
                        <a:ext cx="2893219" cy="19287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058" name="Object 10"/>
          <p:cNvGraphicFramePr>
            <a:graphicFrameLocks noChangeAspect="1"/>
          </p:cNvGraphicFramePr>
          <p:nvPr/>
        </p:nvGraphicFramePr>
        <p:xfrm>
          <a:off x="5985125" y="3616325"/>
          <a:ext cx="3944689" cy="1930381"/>
        </p:xfrm>
        <a:graphic>
          <a:graphicData uri="http://schemas.openxmlformats.org/presentationml/2006/ole">
            <mc:AlternateContent xmlns:mc="http://schemas.openxmlformats.org/markup-compatibility/2006">
              <mc:Choice xmlns:v="urn:schemas-microsoft-com:vml" Requires="v">
                <p:oleObj spid="_x0000_s1070" name="" r:id="rId6" imgW="3556000" imgH="2540000" progId="Photoshop.Image.6">
                  <p:embed/>
                </p:oleObj>
              </mc:Choice>
              <mc:Fallback>
                <p:oleObj name="" r:id="rId6" imgW="3556000" imgH="2540000" progId="Photoshop.Image.6">
                  <p:embed/>
                  <p:pic>
                    <p:nvPicPr>
                      <p:cNvPr id="0" name="图片 106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985125" y="3616325"/>
                        <a:ext cx="3944689" cy="19303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059" name="Rectangle 11"/>
          <p:cNvSpPr>
            <a:spLocks noChangeArrowheads="1"/>
          </p:cNvSpPr>
          <p:nvPr/>
        </p:nvSpPr>
        <p:spPr bwMode="auto">
          <a:xfrm>
            <a:off x="0" y="3616328"/>
            <a:ext cx="12858750" cy="1928707"/>
          </a:xfrm>
          <a:prstGeom prst="rect">
            <a:avLst/>
          </a:prstGeom>
          <a:solidFill>
            <a:schemeClr val="accent1">
              <a:alpha val="28000"/>
            </a:schemeClr>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4651" tIns="57327" rIns="114651" bIns="57327" anchor="ctr"/>
          <a:lstStyle/>
          <a:p>
            <a:pPr>
              <a:buFont typeface="Arial" panose="020B0604020202020204" pitchFamily="34" charset="0"/>
              <a:buNone/>
            </a:pPr>
            <a:endParaRPr lang="zh-CN" altLang="en-US" smtClean="0">
              <a:solidFill>
                <a:srgbClr val="000000"/>
              </a:solidFill>
              <a:latin typeface="Arial" panose="020B0604020202020204" pitchFamily="34" charset="0"/>
              <a:ea typeface="+mn-ea"/>
            </a:endParaRPr>
          </a:p>
        </p:txBody>
      </p:sp>
      <p:pic>
        <p:nvPicPr>
          <p:cNvPr id="2060" name="Picture 12" descr="glabal"/>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394156" y="2009077"/>
            <a:ext cx="1850678" cy="1426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61" name="Rectangle 13"/>
          <p:cNvSpPr>
            <a:spLocks noGrp="1" noChangeArrowheads="1"/>
          </p:cNvSpPr>
          <p:nvPr>
            <p:ph type="dt" sz="half" idx="2"/>
          </p:nvPr>
        </p:nvSpPr>
        <p:spPr>
          <a:xfrm>
            <a:off x="642939" y="6830848"/>
            <a:ext cx="3000375" cy="257831"/>
          </a:xfrm>
        </p:spPr>
        <p:txBody>
          <a:bodyPr/>
          <a:lstStyle>
            <a:lvl1pPr>
              <a:defRPr sz="1500"/>
            </a:lvl1pPr>
          </a:lstStyle>
          <a:p>
            <a:endParaRPr lang="en-US">
              <a:solidFill>
                <a:srgbClr val="000000"/>
              </a:solidFill>
            </a:endParaRPr>
          </a:p>
        </p:txBody>
      </p:sp>
      <p:sp>
        <p:nvSpPr>
          <p:cNvPr id="2062" name="Rectangle 14"/>
          <p:cNvSpPr>
            <a:spLocks noGrp="1" noChangeArrowheads="1"/>
          </p:cNvSpPr>
          <p:nvPr>
            <p:ph type="ftr" sz="quarter" idx="3"/>
          </p:nvPr>
        </p:nvSpPr>
        <p:spPr>
          <a:xfrm>
            <a:off x="4393406" y="6830848"/>
            <a:ext cx="4071938" cy="257831"/>
          </a:xfrm>
        </p:spPr>
        <p:txBody>
          <a:bodyPr/>
          <a:lstStyle>
            <a:lvl1pPr>
              <a:defRPr sz="1500"/>
            </a:lvl1pPr>
          </a:lstStyle>
          <a:p>
            <a:endParaRPr lang="en-US">
              <a:solidFill>
                <a:srgbClr val="000000"/>
              </a:solidFill>
            </a:endParaRPr>
          </a:p>
        </p:txBody>
      </p:sp>
      <p:sp>
        <p:nvSpPr>
          <p:cNvPr id="2063" name="Rectangle 15"/>
          <p:cNvSpPr>
            <a:spLocks noGrp="1" noChangeArrowheads="1"/>
          </p:cNvSpPr>
          <p:nvPr>
            <p:ph type="sldNum" sz="quarter" idx="4"/>
          </p:nvPr>
        </p:nvSpPr>
        <p:spPr>
          <a:xfrm>
            <a:off x="9215439" y="6830848"/>
            <a:ext cx="3000375" cy="257831"/>
          </a:xfrm>
        </p:spPr>
        <p:txBody>
          <a:bodyPr/>
          <a:lstStyle>
            <a:lvl1pPr>
              <a:defRPr sz="1500"/>
            </a:lvl1pPr>
          </a:lstStyle>
          <a:p>
            <a:fld id="{A06949FC-71C0-4A9C-8FC5-2FA6268B5FA6}" type="slidenum">
              <a:rPr lang="zh-CN" altLang="en-US">
                <a:solidFill>
                  <a:srgbClr val="000000"/>
                </a:solidFill>
              </a:rPr>
            </a:fld>
            <a:endParaRPr lang="en-US">
              <a:solidFill>
                <a:srgbClr val="000000"/>
              </a:solidFill>
            </a:endParaRPr>
          </a:p>
        </p:txBody>
      </p:sp>
      <p:sp>
        <p:nvSpPr>
          <p:cNvPr id="2064" name="Text Box 16"/>
          <p:cNvSpPr txBox="1">
            <a:spLocks noChangeArrowheads="1"/>
          </p:cNvSpPr>
          <p:nvPr/>
        </p:nvSpPr>
        <p:spPr bwMode="auto">
          <a:xfrm>
            <a:off x="4911328" y="6122640"/>
            <a:ext cx="3545086" cy="3929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14651" tIns="57327" rIns="114651" bIns="57327">
            <a:spAutoFit/>
          </a:bodyPr>
          <a:lstStyle/>
          <a:p>
            <a:pPr>
              <a:buFont typeface="Arial" panose="020B0604020202020204" pitchFamily="34" charset="0"/>
              <a:buNone/>
            </a:pPr>
            <a:r>
              <a:rPr lang="zh-CN" altLang="en-US" b="1" smtClean="0">
                <a:solidFill>
                  <a:srgbClr val="000000"/>
                </a:solidFill>
                <a:latin typeface="Arial" panose="020B0604020202020204" pitchFamily="34" charset="0"/>
              </a:rPr>
              <a:t>大连理工大学出版社</a:t>
            </a:r>
            <a:r>
              <a:rPr lang="zh-CN" altLang="en-US" smtClean="0">
                <a:solidFill>
                  <a:srgbClr val="000000"/>
                </a:solidFill>
                <a:latin typeface="Arial" panose="020B0604020202020204" pitchFamily="34" charset="0"/>
              </a:rPr>
              <a:t> </a:t>
            </a:r>
            <a:endParaRPr lang="zh-CN" altLang="en-US" smtClean="0">
              <a:solidFill>
                <a:srgbClr val="000000"/>
              </a:solidFill>
              <a:latin typeface="Arial" panose="020B0604020202020204" pitchFamily="34" charset="0"/>
            </a:endParaRPr>
          </a:p>
        </p:txBody>
      </p:sp>
      <p:sp>
        <p:nvSpPr>
          <p:cNvPr id="2065" name="AutoShape 17"/>
          <p:cNvSpPr>
            <a:spLocks noChangeArrowheads="1"/>
          </p:cNvSpPr>
          <p:nvPr/>
        </p:nvSpPr>
        <p:spPr bwMode="auto">
          <a:xfrm rot="5400000">
            <a:off x="6404827" y="5390980"/>
            <a:ext cx="287967" cy="1238995"/>
          </a:xfrm>
          <a:prstGeom prst="moon">
            <a:avLst>
              <a:gd name="adj" fmla="val 21208"/>
            </a:avLst>
          </a:prstGeom>
          <a:solidFill>
            <a:schemeClr val="tx2"/>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4651" tIns="57327" rIns="114651" bIns="57327" anchor="ctr"/>
          <a:lstStyle/>
          <a:p>
            <a:pPr>
              <a:buFont typeface="Arial" panose="020B0604020202020204" pitchFamily="34" charset="0"/>
              <a:buNone/>
            </a:pPr>
            <a:endParaRPr lang="zh-CN" altLang="en-US" smtClean="0">
              <a:solidFill>
                <a:srgbClr val="000000"/>
              </a:solidFill>
              <a:latin typeface="Arial" panose="020B0604020202020204" pitchFamily="34" charset="0"/>
              <a:ea typeface="+mn-ea"/>
            </a:endParaRPr>
          </a:p>
        </p:txBody>
      </p:sp>
      <p:sp>
        <p:nvSpPr>
          <p:cNvPr id="2066" name="Rectangle 18"/>
          <p:cNvSpPr>
            <a:spLocks noGrp="1" noChangeArrowheads="1"/>
          </p:cNvSpPr>
          <p:nvPr>
            <p:ph type="ctrTitle"/>
          </p:nvPr>
        </p:nvSpPr>
        <p:spPr>
          <a:xfrm>
            <a:off x="1607344" y="1767981"/>
            <a:ext cx="8679656" cy="1309244"/>
          </a:xfrm>
          <a:extLst>
            <a:ext uri="{AF507438-7753-43E0-B8FC-AC1667EBCBE1}">
              <a14:hiddenEffects xmlns:a14="http://schemas.microsoft.com/office/drawing/2010/main">
                <a:effectLst>
                  <a:outerShdw dist="53882" dir="2700000" algn="ctr" rotWithShape="0">
                    <a:schemeClr val="tx1"/>
                  </a:outerShdw>
                </a:effectLst>
              </a14:hiddenEffects>
            </a:ext>
          </a:extLst>
        </p:spPr>
        <p:txBody>
          <a:bodyPr/>
          <a:lstStyle>
            <a:lvl1pPr>
              <a:defRPr sz="5500">
                <a:solidFill>
                  <a:schemeClr val="tx2"/>
                </a:solidFill>
              </a:defRPr>
            </a:lvl1pPr>
          </a:lstStyle>
          <a:p>
            <a:pPr lvl="0"/>
            <a:r>
              <a:rPr lang="zh-CN" altLang="en-US" noProof="0" smtClean="0"/>
              <a:t>单击此处编辑母版标题样式</a:t>
            </a:r>
            <a:endParaRPr lang="zh-CN" altLang="en-US" noProof="0" smtClean="0"/>
          </a:p>
        </p:txBody>
      </p:sp>
      <p:sp>
        <p:nvSpPr>
          <p:cNvPr id="2067" name="Rectangle 19"/>
          <p:cNvSpPr>
            <a:spLocks noGrp="1" noChangeArrowheads="1"/>
          </p:cNvSpPr>
          <p:nvPr>
            <p:ph type="subTitle" idx="1"/>
          </p:nvPr>
        </p:nvSpPr>
        <p:spPr>
          <a:xfrm>
            <a:off x="2143125" y="3134148"/>
            <a:ext cx="7608094" cy="401814"/>
          </a:xfrm>
        </p:spPr>
        <p:txBody>
          <a:bodyPr/>
          <a:lstStyle>
            <a:lvl1pPr marL="0" indent="0" algn="ctr">
              <a:buFont typeface="Wingdings" panose="05000000000000000000" pitchFamily="2" charset="2"/>
              <a:buNone/>
              <a:defRPr sz="2800">
                <a:solidFill>
                  <a:schemeClr val="bg1"/>
                </a:solidFill>
              </a:defRPr>
            </a:lvl1pPr>
          </a:lstStyle>
          <a:p>
            <a:pPr lvl="0"/>
            <a:r>
              <a:rPr lang="zh-CN" altLang="en-US" noProof="0" smtClean="0"/>
              <a:t>单击此处编辑母版副标题样式</a:t>
            </a:r>
            <a:endParaRPr lang="zh-CN" altLang="en-US" noProof="0" smtClean="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endParaRPr lang="en-US">
              <a:solidFill>
                <a:srgbClr val="000000"/>
              </a:solidFill>
            </a:endParaRPr>
          </a:p>
        </p:txBody>
      </p:sp>
      <p:sp>
        <p:nvSpPr>
          <p:cNvPr id="5" name="页脚占位符 4"/>
          <p:cNvSpPr>
            <a:spLocks noGrp="1"/>
          </p:cNvSpPr>
          <p:nvPr>
            <p:ph type="ftr" sz="quarter" idx="11"/>
          </p:nvPr>
        </p:nvSpPr>
        <p:spPr/>
        <p:txBody>
          <a:bodyPr/>
          <a:lstStyle>
            <a:lvl1pPr>
              <a:defRPr/>
            </a:lvl1pPr>
          </a:lstStyle>
          <a:p>
            <a:endParaRPr lang="en-US">
              <a:solidFill>
                <a:srgbClr val="000000"/>
              </a:solidFill>
            </a:endParaRPr>
          </a:p>
        </p:txBody>
      </p:sp>
      <p:sp>
        <p:nvSpPr>
          <p:cNvPr id="6" name="灯片编号占位符 5"/>
          <p:cNvSpPr>
            <a:spLocks noGrp="1"/>
          </p:cNvSpPr>
          <p:nvPr>
            <p:ph type="sldNum" sz="quarter" idx="12"/>
          </p:nvPr>
        </p:nvSpPr>
        <p:spPr/>
        <p:txBody>
          <a:bodyPr/>
          <a:lstStyle>
            <a:lvl1pPr>
              <a:defRPr/>
            </a:lvl1pPr>
          </a:lstStyle>
          <a:p>
            <a:fld id="{AA4663F6-5E52-463E-9D66-231098FB4ADB}" type="slidenum">
              <a:rPr lang="zh-CN" altLang="en-US">
                <a:solidFill>
                  <a:srgbClr val="000000"/>
                </a:solidFill>
              </a:rPr>
            </a:fld>
            <a:endParaRPr lang="en-US">
              <a:solidFill>
                <a:srgbClr val="000000"/>
              </a:solidFil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1015752" y="4647659"/>
            <a:ext cx="10929938" cy="1436485"/>
          </a:xfrm>
        </p:spPr>
        <p:txBody>
          <a:bodyPr anchor="t"/>
          <a:lstStyle>
            <a:lvl1pPr algn="l">
              <a:defRPr sz="5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1015752" y="3065506"/>
            <a:ext cx="10929938" cy="1582142"/>
          </a:xfrm>
        </p:spPr>
        <p:txBody>
          <a:bodyPr anchor="b"/>
          <a:lstStyle>
            <a:lvl1pPr marL="0" indent="0">
              <a:buNone/>
              <a:defRPr sz="2500"/>
            </a:lvl1pPr>
            <a:lvl2pPr marL="573405" indent="0">
              <a:buNone/>
              <a:defRPr sz="2300"/>
            </a:lvl2pPr>
            <a:lvl3pPr marL="1146810" indent="0">
              <a:buNone/>
              <a:defRPr sz="2000"/>
            </a:lvl3pPr>
            <a:lvl4pPr marL="1719580" indent="0">
              <a:buNone/>
              <a:defRPr sz="1800"/>
            </a:lvl4pPr>
            <a:lvl5pPr marL="2292985" indent="0">
              <a:buNone/>
              <a:defRPr sz="1800"/>
            </a:lvl5pPr>
            <a:lvl6pPr marL="2866390" indent="0">
              <a:buNone/>
              <a:defRPr sz="1800"/>
            </a:lvl6pPr>
            <a:lvl7pPr marL="3439795" indent="0">
              <a:buNone/>
              <a:defRPr sz="1800"/>
            </a:lvl7pPr>
            <a:lvl8pPr marL="4012565" indent="0">
              <a:buNone/>
              <a:defRPr sz="1800"/>
            </a:lvl8pPr>
            <a:lvl9pPr marL="4585970" indent="0">
              <a:buNone/>
              <a:defRPr sz="1800"/>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lvl1pPr>
              <a:defRPr/>
            </a:lvl1pPr>
          </a:lstStyle>
          <a:p>
            <a:endParaRPr lang="en-US">
              <a:solidFill>
                <a:srgbClr val="000000"/>
              </a:solidFill>
            </a:endParaRPr>
          </a:p>
        </p:txBody>
      </p:sp>
      <p:sp>
        <p:nvSpPr>
          <p:cNvPr id="5" name="页脚占位符 4"/>
          <p:cNvSpPr>
            <a:spLocks noGrp="1"/>
          </p:cNvSpPr>
          <p:nvPr>
            <p:ph type="ftr" sz="quarter" idx="11"/>
          </p:nvPr>
        </p:nvSpPr>
        <p:spPr/>
        <p:txBody>
          <a:bodyPr/>
          <a:lstStyle>
            <a:lvl1pPr>
              <a:defRPr/>
            </a:lvl1pPr>
          </a:lstStyle>
          <a:p>
            <a:endParaRPr lang="en-US">
              <a:solidFill>
                <a:srgbClr val="000000"/>
              </a:solidFill>
            </a:endParaRPr>
          </a:p>
        </p:txBody>
      </p:sp>
      <p:sp>
        <p:nvSpPr>
          <p:cNvPr id="6" name="灯片编号占位符 5"/>
          <p:cNvSpPr>
            <a:spLocks noGrp="1"/>
          </p:cNvSpPr>
          <p:nvPr>
            <p:ph type="sldNum" sz="quarter" idx="12"/>
          </p:nvPr>
        </p:nvSpPr>
        <p:spPr/>
        <p:txBody>
          <a:bodyPr/>
          <a:lstStyle>
            <a:lvl1pPr>
              <a:defRPr/>
            </a:lvl1pPr>
          </a:lstStyle>
          <a:p>
            <a:fld id="{90C1D46F-9ACD-4C4C-BAAB-C2CC66BCC777}" type="slidenum">
              <a:rPr lang="zh-CN" altLang="en-US">
                <a:solidFill>
                  <a:srgbClr val="000000"/>
                </a:solidFill>
              </a:rPr>
            </a:fld>
            <a:endParaRPr lang="en-US">
              <a:solidFill>
                <a:srgbClr val="000000"/>
              </a:solidFil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642939" y="1366167"/>
            <a:ext cx="5679281" cy="5303943"/>
          </a:xfrm>
        </p:spPr>
        <p:txBody>
          <a:bodyPr/>
          <a:lstStyle>
            <a:lvl1pPr>
              <a:defRPr sz="3500"/>
            </a:lvl1pPr>
            <a:lvl2pPr>
              <a:defRPr sz="3000"/>
            </a:lvl2pPr>
            <a:lvl3pPr>
              <a:defRPr sz="2500"/>
            </a:lvl3pPr>
            <a:lvl4pPr>
              <a:defRPr sz="2300"/>
            </a:lvl4pPr>
            <a:lvl5pPr>
              <a:defRPr sz="2300"/>
            </a:lvl5pPr>
            <a:lvl6pPr>
              <a:defRPr sz="2300"/>
            </a:lvl6pPr>
            <a:lvl7pPr>
              <a:defRPr sz="2300"/>
            </a:lvl7pPr>
            <a:lvl8pPr>
              <a:defRPr sz="2300"/>
            </a:lvl8pPr>
            <a:lvl9pPr>
              <a:defRPr sz="23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6536531" y="1366167"/>
            <a:ext cx="5679281" cy="5303943"/>
          </a:xfrm>
        </p:spPr>
        <p:txBody>
          <a:bodyPr/>
          <a:lstStyle>
            <a:lvl1pPr>
              <a:defRPr sz="3500"/>
            </a:lvl1pPr>
            <a:lvl2pPr>
              <a:defRPr sz="3000"/>
            </a:lvl2pPr>
            <a:lvl3pPr>
              <a:defRPr sz="2500"/>
            </a:lvl3pPr>
            <a:lvl4pPr>
              <a:defRPr sz="2300"/>
            </a:lvl4pPr>
            <a:lvl5pPr>
              <a:defRPr sz="2300"/>
            </a:lvl5pPr>
            <a:lvl6pPr>
              <a:defRPr sz="2300"/>
            </a:lvl6pPr>
            <a:lvl7pPr>
              <a:defRPr sz="2300"/>
            </a:lvl7pPr>
            <a:lvl8pPr>
              <a:defRPr sz="2300"/>
            </a:lvl8pPr>
            <a:lvl9pPr>
              <a:defRPr sz="23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lvl1pPr>
              <a:defRPr/>
            </a:lvl1pPr>
          </a:lstStyle>
          <a:p>
            <a:endParaRPr lang="en-US">
              <a:solidFill>
                <a:srgbClr val="000000"/>
              </a:solidFill>
            </a:endParaRPr>
          </a:p>
        </p:txBody>
      </p:sp>
      <p:sp>
        <p:nvSpPr>
          <p:cNvPr id="6" name="页脚占位符 5"/>
          <p:cNvSpPr>
            <a:spLocks noGrp="1"/>
          </p:cNvSpPr>
          <p:nvPr>
            <p:ph type="ftr" sz="quarter" idx="11"/>
          </p:nvPr>
        </p:nvSpPr>
        <p:spPr/>
        <p:txBody>
          <a:bodyPr/>
          <a:lstStyle>
            <a:lvl1pPr>
              <a:defRPr/>
            </a:lvl1pPr>
          </a:lstStyle>
          <a:p>
            <a:endParaRPr lang="en-US">
              <a:solidFill>
                <a:srgbClr val="000000"/>
              </a:solidFill>
            </a:endParaRPr>
          </a:p>
        </p:txBody>
      </p:sp>
      <p:sp>
        <p:nvSpPr>
          <p:cNvPr id="7" name="灯片编号占位符 6"/>
          <p:cNvSpPr>
            <a:spLocks noGrp="1"/>
          </p:cNvSpPr>
          <p:nvPr>
            <p:ph type="sldNum" sz="quarter" idx="12"/>
          </p:nvPr>
        </p:nvSpPr>
        <p:spPr/>
        <p:txBody>
          <a:bodyPr/>
          <a:lstStyle>
            <a:lvl1pPr>
              <a:defRPr/>
            </a:lvl1pPr>
          </a:lstStyle>
          <a:p>
            <a:fld id="{065615A0-2C08-4381-A3BC-51F88417D0E0}" type="slidenum">
              <a:rPr lang="zh-CN" altLang="en-US">
                <a:solidFill>
                  <a:srgbClr val="000000"/>
                </a:solidFill>
              </a:rPr>
            </a:fld>
            <a:endParaRPr lang="en-US">
              <a:solidFill>
                <a:srgbClr val="000000"/>
              </a:solidFil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42939" y="289641"/>
            <a:ext cx="11572875" cy="1205442"/>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42938" y="1618976"/>
            <a:ext cx="5681514" cy="674712"/>
          </a:xfrm>
        </p:spPr>
        <p:txBody>
          <a:bodyPr anchor="b"/>
          <a:lstStyle>
            <a:lvl1pPr marL="0" indent="0">
              <a:buNone/>
              <a:defRPr sz="3000" b="1"/>
            </a:lvl1pPr>
            <a:lvl2pPr marL="573405" indent="0">
              <a:buNone/>
              <a:defRPr sz="2500" b="1"/>
            </a:lvl2pPr>
            <a:lvl3pPr marL="1146810" indent="0">
              <a:buNone/>
              <a:defRPr sz="2300" b="1"/>
            </a:lvl3pPr>
            <a:lvl4pPr marL="1719580" indent="0">
              <a:buNone/>
              <a:defRPr sz="2000" b="1"/>
            </a:lvl4pPr>
            <a:lvl5pPr marL="2292985" indent="0">
              <a:buNone/>
              <a:defRPr sz="2000" b="1"/>
            </a:lvl5pPr>
            <a:lvl6pPr marL="2866390" indent="0">
              <a:buNone/>
              <a:defRPr sz="2000" b="1"/>
            </a:lvl6pPr>
            <a:lvl7pPr marL="3439795" indent="0">
              <a:buNone/>
              <a:defRPr sz="2000" b="1"/>
            </a:lvl7pPr>
            <a:lvl8pPr marL="4012565" indent="0">
              <a:buNone/>
              <a:defRPr sz="2000" b="1"/>
            </a:lvl8pPr>
            <a:lvl9pPr marL="4585970" indent="0">
              <a:buNone/>
              <a:defRPr sz="20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642938" y="2293691"/>
            <a:ext cx="5681514" cy="4167145"/>
          </a:xfrm>
        </p:spPr>
        <p:txBody>
          <a:bodyPr/>
          <a:lstStyle>
            <a:lvl1pPr>
              <a:defRPr sz="3000"/>
            </a:lvl1pPr>
            <a:lvl2pPr>
              <a:defRPr sz="2500"/>
            </a:lvl2pPr>
            <a:lvl3pPr>
              <a:defRPr sz="23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6532067" y="1618976"/>
            <a:ext cx="5683746" cy="674712"/>
          </a:xfrm>
        </p:spPr>
        <p:txBody>
          <a:bodyPr anchor="b"/>
          <a:lstStyle>
            <a:lvl1pPr marL="0" indent="0">
              <a:buNone/>
              <a:defRPr sz="3000" b="1"/>
            </a:lvl1pPr>
            <a:lvl2pPr marL="573405" indent="0">
              <a:buNone/>
              <a:defRPr sz="2500" b="1"/>
            </a:lvl2pPr>
            <a:lvl3pPr marL="1146810" indent="0">
              <a:buNone/>
              <a:defRPr sz="2300" b="1"/>
            </a:lvl3pPr>
            <a:lvl4pPr marL="1719580" indent="0">
              <a:buNone/>
              <a:defRPr sz="2000" b="1"/>
            </a:lvl4pPr>
            <a:lvl5pPr marL="2292985" indent="0">
              <a:buNone/>
              <a:defRPr sz="2000" b="1"/>
            </a:lvl5pPr>
            <a:lvl6pPr marL="2866390" indent="0">
              <a:buNone/>
              <a:defRPr sz="2000" b="1"/>
            </a:lvl6pPr>
            <a:lvl7pPr marL="3439795" indent="0">
              <a:buNone/>
              <a:defRPr sz="2000" b="1"/>
            </a:lvl7pPr>
            <a:lvl8pPr marL="4012565" indent="0">
              <a:buNone/>
              <a:defRPr sz="2000" b="1"/>
            </a:lvl8pPr>
            <a:lvl9pPr marL="4585970" indent="0">
              <a:buNone/>
              <a:defRPr sz="20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6532067" y="2293691"/>
            <a:ext cx="5683746" cy="4167145"/>
          </a:xfrm>
        </p:spPr>
        <p:txBody>
          <a:bodyPr/>
          <a:lstStyle>
            <a:lvl1pPr>
              <a:defRPr sz="3000"/>
            </a:lvl1pPr>
            <a:lvl2pPr>
              <a:defRPr sz="2500"/>
            </a:lvl2pPr>
            <a:lvl3pPr>
              <a:defRPr sz="23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lvl1pPr>
              <a:defRPr/>
            </a:lvl1pPr>
          </a:lstStyle>
          <a:p>
            <a:endParaRPr lang="en-US">
              <a:solidFill>
                <a:srgbClr val="000000"/>
              </a:solidFill>
            </a:endParaRPr>
          </a:p>
        </p:txBody>
      </p:sp>
      <p:sp>
        <p:nvSpPr>
          <p:cNvPr id="8" name="页脚占位符 7"/>
          <p:cNvSpPr>
            <a:spLocks noGrp="1"/>
          </p:cNvSpPr>
          <p:nvPr>
            <p:ph type="ftr" sz="quarter" idx="11"/>
          </p:nvPr>
        </p:nvSpPr>
        <p:spPr/>
        <p:txBody>
          <a:bodyPr/>
          <a:lstStyle>
            <a:lvl1pPr>
              <a:defRPr/>
            </a:lvl1pPr>
          </a:lstStyle>
          <a:p>
            <a:endParaRPr lang="en-US">
              <a:solidFill>
                <a:srgbClr val="000000"/>
              </a:solidFill>
            </a:endParaRPr>
          </a:p>
        </p:txBody>
      </p:sp>
      <p:sp>
        <p:nvSpPr>
          <p:cNvPr id="9" name="灯片编号占位符 8"/>
          <p:cNvSpPr>
            <a:spLocks noGrp="1"/>
          </p:cNvSpPr>
          <p:nvPr>
            <p:ph type="sldNum" sz="quarter" idx="12"/>
          </p:nvPr>
        </p:nvSpPr>
        <p:spPr/>
        <p:txBody>
          <a:bodyPr/>
          <a:lstStyle>
            <a:lvl1pPr>
              <a:defRPr/>
            </a:lvl1pPr>
          </a:lstStyle>
          <a:p>
            <a:fld id="{E0A11DA9-A2C9-41D0-9133-C993095558B6}" type="slidenum">
              <a:rPr lang="zh-CN" altLang="en-US">
                <a:solidFill>
                  <a:srgbClr val="000000"/>
                </a:solidFill>
              </a:rPr>
            </a:fld>
            <a:endParaRPr lang="en-US">
              <a:solidFill>
                <a:srgbClr val="000000"/>
              </a:solidFil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endParaRPr lang="en-US">
              <a:solidFill>
                <a:srgbClr val="000000"/>
              </a:solidFill>
            </a:endParaRPr>
          </a:p>
        </p:txBody>
      </p:sp>
      <p:sp>
        <p:nvSpPr>
          <p:cNvPr id="4" name="页脚占位符 3"/>
          <p:cNvSpPr>
            <a:spLocks noGrp="1"/>
          </p:cNvSpPr>
          <p:nvPr>
            <p:ph type="ftr" sz="quarter" idx="11"/>
          </p:nvPr>
        </p:nvSpPr>
        <p:spPr/>
        <p:txBody>
          <a:bodyPr/>
          <a:lstStyle>
            <a:lvl1pPr>
              <a:defRPr/>
            </a:lvl1pPr>
          </a:lstStyle>
          <a:p>
            <a:endParaRPr lang="en-US">
              <a:solidFill>
                <a:srgbClr val="000000"/>
              </a:solidFill>
            </a:endParaRPr>
          </a:p>
        </p:txBody>
      </p:sp>
      <p:sp>
        <p:nvSpPr>
          <p:cNvPr id="5" name="灯片编号占位符 4"/>
          <p:cNvSpPr>
            <a:spLocks noGrp="1"/>
          </p:cNvSpPr>
          <p:nvPr>
            <p:ph type="sldNum" sz="quarter" idx="12"/>
          </p:nvPr>
        </p:nvSpPr>
        <p:spPr/>
        <p:txBody>
          <a:bodyPr/>
          <a:lstStyle>
            <a:lvl1pPr>
              <a:defRPr/>
            </a:lvl1pPr>
          </a:lstStyle>
          <a:p>
            <a:fld id="{0009F4FB-12C6-40B5-A6AA-EB02BB20573B}" type="slidenum">
              <a:rPr lang="zh-CN" altLang="en-US">
                <a:solidFill>
                  <a:srgbClr val="000000"/>
                </a:solidFill>
              </a:rPr>
            </a:fld>
            <a:endParaRPr lang="en-US">
              <a:solidFill>
                <a:srgbClr val="000000"/>
              </a:solidFil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a:lvl1pPr>
          </a:lstStyle>
          <a:p>
            <a:endParaRPr lang="en-US">
              <a:solidFill>
                <a:srgbClr val="000000"/>
              </a:solidFill>
            </a:endParaRPr>
          </a:p>
        </p:txBody>
      </p:sp>
      <p:sp>
        <p:nvSpPr>
          <p:cNvPr id="3" name="页脚占位符 2"/>
          <p:cNvSpPr>
            <a:spLocks noGrp="1"/>
          </p:cNvSpPr>
          <p:nvPr>
            <p:ph type="ftr" sz="quarter" idx="11"/>
          </p:nvPr>
        </p:nvSpPr>
        <p:spPr/>
        <p:txBody>
          <a:bodyPr/>
          <a:lstStyle>
            <a:lvl1pPr>
              <a:defRPr/>
            </a:lvl1pPr>
          </a:lstStyle>
          <a:p>
            <a:endParaRPr lang="en-US">
              <a:solidFill>
                <a:srgbClr val="000000"/>
              </a:solidFill>
            </a:endParaRPr>
          </a:p>
        </p:txBody>
      </p:sp>
      <p:sp>
        <p:nvSpPr>
          <p:cNvPr id="4" name="灯片编号占位符 3"/>
          <p:cNvSpPr>
            <a:spLocks noGrp="1"/>
          </p:cNvSpPr>
          <p:nvPr>
            <p:ph type="sldNum" sz="quarter" idx="12"/>
          </p:nvPr>
        </p:nvSpPr>
        <p:spPr/>
        <p:txBody>
          <a:bodyPr/>
          <a:lstStyle>
            <a:lvl1pPr>
              <a:defRPr/>
            </a:lvl1pPr>
          </a:lstStyle>
          <a:p>
            <a:fld id="{D49CEC60-5D95-4E68-8DD0-1E98DC0B60A1}" type="slidenum">
              <a:rPr lang="zh-CN" altLang="en-US">
                <a:solidFill>
                  <a:srgbClr val="000000"/>
                </a:solidFill>
              </a:rPr>
            </a:fld>
            <a:endParaRPr lang="en-US">
              <a:solidFill>
                <a:srgbClr val="000000"/>
              </a:solidFil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42938" y="287967"/>
            <a:ext cx="4230440" cy="1225532"/>
          </a:xfrm>
        </p:spPr>
        <p:txBody>
          <a:bodyPr anchor="b"/>
          <a:lstStyle>
            <a:lvl1pPr algn="l">
              <a:defRPr sz="25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027414" y="287967"/>
            <a:ext cx="7188398" cy="6172866"/>
          </a:xfrm>
        </p:spPr>
        <p:txBody>
          <a:bodyPr/>
          <a:lstStyle>
            <a:lvl1pPr>
              <a:defRPr sz="4000"/>
            </a:lvl1pPr>
            <a:lvl2pPr>
              <a:defRPr sz="3500"/>
            </a:lvl2pPr>
            <a:lvl3pPr>
              <a:defRPr sz="3000"/>
            </a:lvl3pPr>
            <a:lvl4pPr>
              <a:defRPr sz="2500"/>
            </a:lvl4pPr>
            <a:lvl5pPr>
              <a:defRPr sz="2500"/>
            </a:lvl5pPr>
            <a:lvl6pPr>
              <a:defRPr sz="2500"/>
            </a:lvl6pPr>
            <a:lvl7pPr>
              <a:defRPr sz="2500"/>
            </a:lvl7pPr>
            <a:lvl8pPr>
              <a:defRPr sz="2500"/>
            </a:lvl8pPr>
            <a:lvl9pPr>
              <a:defRPr sz="25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642938" y="1513509"/>
            <a:ext cx="4230440" cy="4947334"/>
          </a:xfrm>
        </p:spPr>
        <p:txBody>
          <a:bodyPr/>
          <a:lstStyle>
            <a:lvl1pPr marL="0" indent="0">
              <a:buNone/>
              <a:defRPr sz="1800"/>
            </a:lvl1pPr>
            <a:lvl2pPr marL="573405" indent="0">
              <a:buNone/>
              <a:defRPr sz="1500"/>
            </a:lvl2pPr>
            <a:lvl3pPr marL="1146810" indent="0">
              <a:buNone/>
              <a:defRPr sz="1300"/>
            </a:lvl3pPr>
            <a:lvl4pPr marL="1719580" indent="0">
              <a:buNone/>
              <a:defRPr sz="1100"/>
            </a:lvl4pPr>
            <a:lvl5pPr marL="2292985" indent="0">
              <a:buNone/>
              <a:defRPr sz="1100"/>
            </a:lvl5pPr>
            <a:lvl6pPr marL="2866390" indent="0">
              <a:buNone/>
              <a:defRPr sz="1100"/>
            </a:lvl6pPr>
            <a:lvl7pPr marL="3439795" indent="0">
              <a:buNone/>
              <a:defRPr sz="1100"/>
            </a:lvl7pPr>
            <a:lvl8pPr marL="4012565" indent="0">
              <a:buNone/>
              <a:defRPr sz="1100"/>
            </a:lvl8pPr>
            <a:lvl9pPr marL="4585970" indent="0">
              <a:buNone/>
              <a:defRPr sz="11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lvl1pPr>
              <a:defRPr/>
            </a:lvl1pPr>
          </a:lstStyle>
          <a:p>
            <a:endParaRPr lang="en-US">
              <a:solidFill>
                <a:srgbClr val="000000"/>
              </a:solidFill>
            </a:endParaRPr>
          </a:p>
        </p:txBody>
      </p:sp>
      <p:sp>
        <p:nvSpPr>
          <p:cNvPr id="6" name="页脚占位符 5"/>
          <p:cNvSpPr>
            <a:spLocks noGrp="1"/>
          </p:cNvSpPr>
          <p:nvPr>
            <p:ph type="ftr" sz="quarter" idx="11"/>
          </p:nvPr>
        </p:nvSpPr>
        <p:spPr/>
        <p:txBody>
          <a:bodyPr/>
          <a:lstStyle>
            <a:lvl1pPr>
              <a:defRPr/>
            </a:lvl1pPr>
          </a:lstStyle>
          <a:p>
            <a:endParaRPr lang="en-US">
              <a:solidFill>
                <a:srgbClr val="000000"/>
              </a:solidFill>
            </a:endParaRPr>
          </a:p>
        </p:txBody>
      </p:sp>
      <p:sp>
        <p:nvSpPr>
          <p:cNvPr id="7" name="灯片编号占位符 6"/>
          <p:cNvSpPr>
            <a:spLocks noGrp="1"/>
          </p:cNvSpPr>
          <p:nvPr>
            <p:ph type="sldNum" sz="quarter" idx="12"/>
          </p:nvPr>
        </p:nvSpPr>
        <p:spPr/>
        <p:txBody>
          <a:bodyPr/>
          <a:lstStyle>
            <a:lvl1pPr>
              <a:defRPr/>
            </a:lvl1pPr>
          </a:lstStyle>
          <a:p>
            <a:fld id="{5CACBA71-A108-4D8F-B30F-B26305DB52E6}" type="slidenum">
              <a:rPr lang="zh-CN" altLang="en-US">
                <a:solidFill>
                  <a:srgbClr val="000000"/>
                </a:solidFill>
              </a:rPr>
            </a:fld>
            <a:endParaRPr lang="en-US">
              <a:solidFill>
                <a:srgbClr val="000000"/>
              </a:solidFil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520405" y="5062858"/>
            <a:ext cx="7715250" cy="597699"/>
          </a:xfrm>
        </p:spPr>
        <p:txBody>
          <a:bodyPr anchor="b"/>
          <a:lstStyle>
            <a:lvl1pPr algn="l">
              <a:defRPr sz="25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2520405" y="646251"/>
            <a:ext cx="7715250" cy="4339590"/>
          </a:xfrm>
        </p:spPr>
        <p:txBody>
          <a:bodyPr/>
          <a:lstStyle>
            <a:lvl1pPr marL="0" indent="0">
              <a:buNone/>
              <a:defRPr sz="4000"/>
            </a:lvl1pPr>
            <a:lvl2pPr marL="573405" indent="0">
              <a:buNone/>
              <a:defRPr sz="3500"/>
            </a:lvl2pPr>
            <a:lvl3pPr marL="1146810" indent="0">
              <a:buNone/>
              <a:defRPr sz="3000"/>
            </a:lvl3pPr>
            <a:lvl4pPr marL="1719580" indent="0">
              <a:buNone/>
              <a:defRPr sz="2500"/>
            </a:lvl4pPr>
            <a:lvl5pPr marL="2292985" indent="0">
              <a:buNone/>
              <a:defRPr sz="2500"/>
            </a:lvl5pPr>
            <a:lvl6pPr marL="2866390" indent="0">
              <a:buNone/>
              <a:defRPr sz="2500"/>
            </a:lvl6pPr>
            <a:lvl7pPr marL="3439795" indent="0">
              <a:buNone/>
              <a:defRPr sz="2500"/>
            </a:lvl7pPr>
            <a:lvl8pPr marL="4012565" indent="0">
              <a:buNone/>
              <a:defRPr sz="2500"/>
            </a:lvl8pPr>
            <a:lvl9pPr marL="4585970" indent="0">
              <a:buNone/>
              <a:defRPr sz="2500"/>
            </a:lvl9pPr>
          </a:lstStyle>
          <a:p>
            <a:endParaRPr lang="zh-CN" altLang="en-US"/>
          </a:p>
        </p:txBody>
      </p:sp>
      <p:sp>
        <p:nvSpPr>
          <p:cNvPr id="4" name="文本占位符 3"/>
          <p:cNvSpPr>
            <a:spLocks noGrp="1"/>
          </p:cNvSpPr>
          <p:nvPr>
            <p:ph type="body" sz="half" idx="2"/>
          </p:nvPr>
        </p:nvSpPr>
        <p:spPr>
          <a:xfrm>
            <a:off x="2520405" y="5660557"/>
            <a:ext cx="7715250" cy="848831"/>
          </a:xfrm>
        </p:spPr>
        <p:txBody>
          <a:bodyPr/>
          <a:lstStyle>
            <a:lvl1pPr marL="0" indent="0">
              <a:buNone/>
              <a:defRPr sz="1800"/>
            </a:lvl1pPr>
            <a:lvl2pPr marL="573405" indent="0">
              <a:buNone/>
              <a:defRPr sz="1500"/>
            </a:lvl2pPr>
            <a:lvl3pPr marL="1146810" indent="0">
              <a:buNone/>
              <a:defRPr sz="1300"/>
            </a:lvl3pPr>
            <a:lvl4pPr marL="1719580" indent="0">
              <a:buNone/>
              <a:defRPr sz="1100"/>
            </a:lvl4pPr>
            <a:lvl5pPr marL="2292985" indent="0">
              <a:buNone/>
              <a:defRPr sz="1100"/>
            </a:lvl5pPr>
            <a:lvl6pPr marL="2866390" indent="0">
              <a:buNone/>
              <a:defRPr sz="1100"/>
            </a:lvl6pPr>
            <a:lvl7pPr marL="3439795" indent="0">
              <a:buNone/>
              <a:defRPr sz="1100"/>
            </a:lvl7pPr>
            <a:lvl8pPr marL="4012565" indent="0">
              <a:buNone/>
              <a:defRPr sz="1100"/>
            </a:lvl8pPr>
            <a:lvl9pPr marL="4585970" indent="0">
              <a:buNone/>
              <a:defRPr sz="11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lvl1pPr>
              <a:defRPr/>
            </a:lvl1pPr>
          </a:lstStyle>
          <a:p>
            <a:endParaRPr lang="en-US">
              <a:solidFill>
                <a:srgbClr val="000000"/>
              </a:solidFill>
            </a:endParaRPr>
          </a:p>
        </p:txBody>
      </p:sp>
      <p:sp>
        <p:nvSpPr>
          <p:cNvPr id="6" name="页脚占位符 5"/>
          <p:cNvSpPr>
            <a:spLocks noGrp="1"/>
          </p:cNvSpPr>
          <p:nvPr>
            <p:ph type="ftr" sz="quarter" idx="11"/>
          </p:nvPr>
        </p:nvSpPr>
        <p:spPr/>
        <p:txBody>
          <a:bodyPr/>
          <a:lstStyle>
            <a:lvl1pPr>
              <a:defRPr/>
            </a:lvl1pPr>
          </a:lstStyle>
          <a:p>
            <a:endParaRPr lang="en-US">
              <a:solidFill>
                <a:srgbClr val="000000"/>
              </a:solidFill>
            </a:endParaRPr>
          </a:p>
        </p:txBody>
      </p:sp>
      <p:sp>
        <p:nvSpPr>
          <p:cNvPr id="7" name="灯片编号占位符 6"/>
          <p:cNvSpPr>
            <a:spLocks noGrp="1"/>
          </p:cNvSpPr>
          <p:nvPr>
            <p:ph type="sldNum" sz="quarter" idx="12"/>
          </p:nvPr>
        </p:nvSpPr>
        <p:spPr/>
        <p:txBody>
          <a:bodyPr/>
          <a:lstStyle>
            <a:lvl1pPr>
              <a:defRPr/>
            </a:lvl1pPr>
          </a:lstStyle>
          <a:p>
            <a:fld id="{060AFEE6-9698-4489-8D7B-8AB64B9E1387}" type="slidenum">
              <a:rPr lang="zh-CN" altLang="en-US">
                <a:solidFill>
                  <a:srgbClr val="000000"/>
                </a:solidFill>
              </a:rPr>
            </a:fld>
            <a:endParaRPr lang="en-US">
              <a:solidFill>
                <a:srgbClr val="000000"/>
              </a:solidFil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endParaRPr lang="en-US">
              <a:solidFill>
                <a:srgbClr val="000000"/>
              </a:solidFill>
            </a:endParaRPr>
          </a:p>
        </p:txBody>
      </p:sp>
      <p:sp>
        <p:nvSpPr>
          <p:cNvPr id="5" name="页脚占位符 4"/>
          <p:cNvSpPr>
            <a:spLocks noGrp="1"/>
          </p:cNvSpPr>
          <p:nvPr>
            <p:ph type="ftr" sz="quarter" idx="11"/>
          </p:nvPr>
        </p:nvSpPr>
        <p:spPr/>
        <p:txBody>
          <a:bodyPr/>
          <a:lstStyle>
            <a:lvl1pPr>
              <a:defRPr/>
            </a:lvl1pPr>
          </a:lstStyle>
          <a:p>
            <a:endParaRPr lang="en-US">
              <a:solidFill>
                <a:srgbClr val="000000"/>
              </a:solidFill>
            </a:endParaRPr>
          </a:p>
        </p:txBody>
      </p:sp>
      <p:sp>
        <p:nvSpPr>
          <p:cNvPr id="6" name="灯片编号占位符 5"/>
          <p:cNvSpPr>
            <a:spLocks noGrp="1"/>
          </p:cNvSpPr>
          <p:nvPr>
            <p:ph type="sldNum" sz="quarter" idx="12"/>
          </p:nvPr>
        </p:nvSpPr>
        <p:spPr/>
        <p:txBody>
          <a:bodyPr/>
          <a:lstStyle>
            <a:lvl1pPr>
              <a:defRPr/>
            </a:lvl1pPr>
          </a:lstStyle>
          <a:p>
            <a:fld id="{FE500B73-9DD7-41C0-B2B2-946A4EF25305}" type="slidenum">
              <a:rPr lang="zh-CN" altLang="en-US">
                <a:solidFill>
                  <a:srgbClr val="000000"/>
                </a:solidFill>
              </a:rPr>
            </a:fld>
            <a:endParaRPr lang="en-US">
              <a:solidFill>
                <a:srgbClr val="000000"/>
              </a:solidFil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9322595" y="622820"/>
            <a:ext cx="2893219" cy="6047299"/>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642937" y="622820"/>
            <a:ext cx="8465344" cy="6047299"/>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endParaRPr lang="en-US">
              <a:solidFill>
                <a:srgbClr val="000000"/>
              </a:solidFill>
            </a:endParaRPr>
          </a:p>
        </p:txBody>
      </p:sp>
      <p:sp>
        <p:nvSpPr>
          <p:cNvPr id="5" name="页脚占位符 4"/>
          <p:cNvSpPr>
            <a:spLocks noGrp="1"/>
          </p:cNvSpPr>
          <p:nvPr>
            <p:ph type="ftr" sz="quarter" idx="11"/>
          </p:nvPr>
        </p:nvSpPr>
        <p:spPr/>
        <p:txBody>
          <a:bodyPr/>
          <a:lstStyle>
            <a:lvl1pPr>
              <a:defRPr/>
            </a:lvl1pPr>
          </a:lstStyle>
          <a:p>
            <a:endParaRPr lang="en-US">
              <a:solidFill>
                <a:srgbClr val="000000"/>
              </a:solidFill>
            </a:endParaRPr>
          </a:p>
        </p:txBody>
      </p:sp>
      <p:sp>
        <p:nvSpPr>
          <p:cNvPr id="6" name="灯片编号占位符 5"/>
          <p:cNvSpPr>
            <a:spLocks noGrp="1"/>
          </p:cNvSpPr>
          <p:nvPr>
            <p:ph type="sldNum" sz="quarter" idx="12"/>
          </p:nvPr>
        </p:nvSpPr>
        <p:spPr/>
        <p:txBody>
          <a:bodyPr/>
          <a:lstStyle>
            <a:lvl1pPr>
              <a:defRPr/>
            </a:lvl1pPr>
          </a:lstStyle>
          <a:p>
            <a:fld id="{54750D9E-967D-4F62-8A3B-AB60B1406417}" type="slidenum">
              <a:rPr lang="zh-CN" altLang="en-US">
                <a:solidFill>
                  <a:srgbClr val="000000"/>
                </a:solidFill>
              </a:rPr>
            </a:fld>
            <a:endParaRPr lang="en-US">
              <a:solidFill>
                <a:srgbClr val="000000"/>
              </a:solidFil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sp>
        <p:nvSpPr>
          <p:cNvPr id="2050" name="Rectangle 2"/>
          <p:cNvSpPr>
            <a:spLocks noChangeArrowheads="1"/>
          </p:cNvSpPr>
          <p:nvPr/>
        </p:nvSpPr>
        <p:spPr bwMode="auto">
          <a:xfrm>
            <a:off x="0" y="3134148"/>
            <a:ext cx="9965531" cy="482177"/>
          </a:xfrm>
          <a:prstGeom prst="rect">
            <a:avLst/>
          </a:prstGeom>
          <a:solidFill>
            <a:schemeClr val="tx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4775" tIns="57388" rIns="114775" bIns="57388" anchor="ctr"/>
          <a:lstStyle/>
          <a:p>
            <a:pPr>
              <a:buFont typeface="Arial" panose="020B0604020202020204" pitchFamily="34" charset="0"/>
              <a:buNone/>
            </a:pPr>
            <a:endParaRPr lang="zh-CN" altLang="en-US" smtClean="0">
              <a:solidFill>
                <a:srgbClr val="000000"/>
              </a:solidFill>
              <a:latin typeface="Arial" panose="020B0604020202020204" pitchFamily="34" charset="0"/>
              <a:ea typeface="+mn-ea"/>
            </a:endParaRPr>
          </a:p>
        </p:txBody>
      </p:sp>
      <p:sp>
        <p:nvSpPr>
          <p:cNvPr id="2051" name="Rectangle 3"/>
          <p:cNvSpPr>
            <a:spLocks noChangeArrowheads="1"/>
          </p:cNvSpPr>
          <p:nvPr/>
        </p:nvSpPr>
        <p:spPr bwMode="auto">
          <a:xfrm>
            <a:off x="9965531" y="3134148"/>
            <a:ext cx="2893219" cy="482177"/>
          </a:xfrm>
          <a:prstGeom prst="rect">
            <a:avLst/>
          </a:prstGeom>
          <a:solidFill>
            <a:schemeClr val="tx2"/>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4775" tIns="57388" rIns="114775" bIns="57388" anchor="ctr"/>
          <a:lstStyle/>
          <a:p>
            <a:pPr>
              <a:buFont typeface="Arial" panose="020B0604020202020204" pitchFamily="34" charset="0"/>
              <a:buNone/>
            </a:pPr>
            <a:endParaRPr lang="zh-CN" altLang="en-US" smtClean="0">
              <a:solidFill>
                <a:srgbClr val="000000"/>
              </a:solidFill>
              <a:latin typeface="Arial" panose="020B0604020202020204" pitchFamily="34" charset="0"/>
              <a:ea typeface="+mn-ea"/>
            </a:endParaRPr>
          </a:p>
        </p:txBody>
      </p:sp>
      <p:sp>
        <p:nvSpPr>
          <p:cNvPr id="2052" name="AutoShape 4"/>
          <p:cNvSpPr>
            <a:spLocks noChangeArrowheads="1"/>
          </p:cNvSpPr>
          <p:nvPr/>
        </p:nvSpPr>
        <p:spPr bwMode="auto">
          <a:xfrm rot="5400000">
            <a:off x="296924" y="3197761"/>
            <a:ext cx="401814" cy="321469"/>
          </a:xfrm>
          <a:prstGeom prst="triangle">
            <a:avLst>
              <a:gd name="adj" fmla="val 50000"/>
            </a:avLst>
          </a:prstGeom>
          <a:solidFill>
            <a:schemeClr val="bg2"/>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4775" tIns="57388" rIns="114775" bIns="57388" anchor="ctr"/>
          <a:lstStyle/>
          <a:p>
            <a:pPr>
              <a:buFont typeface="Arial" panose="020B0604020202020204" pitchFamily="34" charset="0"/>
              <a:buNone/>
            </a:pPr>
            <a:endParaRPr lang="zh-CN" altLang="en-US" smtClean="0">
              <a:solidFill>
                <a:srgbClr val="000000"/>
              </a:solidFill>
              <a:latin typeface="Arial" panose="020B0604020202020204" pitchFamily="34" charset="0"/>
              <a:ea typeface="+mn-ea"/>
            </a:endParaRPr>
          </a:p>
        </p:txBody>
      </p:sp>
      <p:sp>
        <p:nvSpPr>
          <p:cNvPr id="2053" name="AutoShape 5"/>
          <p:cNvSpPr>
            <a:spLocks noChangeArrowheads="1"/>
          </p:cNvSpPr>
          <p:nvPr/>
        </p:nvSpPr>
        <p:spPr bwMode="auto">
          <a:xfrm rot="5400000">
            <a:off x="725549" y="3197761"/>
            <a:ext cx="401814" cy="321469"/>
          </a:xfrm>
          <a:prstGeom prst="triangle">
            <a:avLst>
              <a:gd name="adj" fmla="val 50000"/>
            </a:avLst>
          </a:prstGeom>
          <a:solidFill>
            <a:schemeClr val="bg2">
              <a:alpha val="84000"/>
            </a:schemeClr>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4775" tIns="57388" rIns="114775" bIns="57388" anchor="ctr"/>
          <a:lstStyle/>
          <a:p>
            <a:pPr>
              <a:buFont typeface="Arial" panose="020B0604020202020204" pitchFamily="34" charset="0"/>
              <a:buNone/>
            </a:pPr>
            <a:endParaRPr lang="zh-CN" altLang="en-US" smtClean="0">
              <a:solidFill>
                <a:srgbClr val="000000"/>
              </a:solidFill>
              <a:latin typeface="Arial" panose="020B0604020202020204" pitchFamily="34" charset="0"/>
              <a:ea typeface="+mn-ea"/>
            </a:endParaRPr>
          </a:p>
        </p:txBody>
      </p:sp>
      <p:sp>
        <p:nvSpPr>
          <p:cNvPr id="2054" name="AutoShape 6"/>
          <p:cNvSpPr>
            <a:spLocks noChangeArrowheads="1"/>
          </p:cNvSpPr>
          <p:nvPr/>
        </p:nvSpPr>
        <p:spPr bwMode="auto">
          <a:xfrm rot="5400000">
            <a:off x="1154174" y="3197761"/>
            <a:ext cx="401814" cy="321469"/>
          </a:xfrm>
          <a:prstGeom prst="triangle">
            <a:avLst>
              <a:gd name="adj" fmla="val 50000"/>
            </a:avLst>
          </a:prstGeom>
          <a:solidFill>
            <a:schemeClr val="bg2">
              <a:alpha val="56000"/>
            </a:schemeClr>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4775" tIns="57388" rIns="114775" bIns="57388" anchor="ctr"/>
          <a:lstStyle/>
          <a:p>
            <a:pPr>
              <a:buFont typeface="Arial" panose="020B0604020202020204" pitchFamily="34" charset="0"/>
              <a:buNone/>
            </a:pPr>
            <a:endParaRPr lang="zh-CN" altLang="en-US" smtClean="0">
              <a:solidFill>
                <a:srgbClr val="000000"/>
              </a:solidFill>
              <a:latin typeface="Arial" panose="020B0604020202020204" pitchFamily="34" charset="0"/>
              <a:ea typeface="+mn-ea"/>
            </a:endParaRPr>
          </a:p>
        </p:txBody>
      </p:sp>
      <p:sp>
        <p:nvSpPr>
          <p:cNvPr id="2055" name="AutoShape 7"/>
          <p:cNvSpPr>
            <a:spLocks noChangeArrowheads="1"/>
          </p:cNvSpPr>
          <p:nvPr/>
        </p:nvSpPr>
        <p:spPr bwMode="auto">
          <a:xfrm rot="5400000">
            <a:off x="1582799" y="3197761"/>
            <a:ext cx="401814" cy="321469"/>
          </a:xfrm>
          <a:prstGeom prst="triangle">
            <a:avLst>
              <a:gd name="adj" fmla="val 50000"/>
            </a:avLst>
          </a:prstGeom>
          <a:solidFill>
            <a:schemeClr val="bg2">
              <a:alpha val="26999"/>
            </a:schemeClr>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4775" tIns="57388" rIns="114775" bIns="57388" anchor="ctr"/>
          <a:lstStyle/>
          <a:p>
            <a:pPr>
              <a:buFont typeface="Arial" panose="020B0604020202020204" pitchFamily="34" charset="0"/>
              <a:buNone/>
            </a:pPr>
            <a:endParaRPr lang="zh-CN" altLang="en-US" smtClean="0">
              <a:solidFill>
                <a:srgbClr val="000000"/>
              </a:solidFill>
              <a:latin typeface="Arial" panose="020B0604020202020204" pitchFamily="34" charset="0"/>
              <a:ea typeface="+mn-ea"/>
            </a:endParaRPr>
          </a:p>
        </p:txBody>
      </p:sp>
      <p:graphicFrame>
        <p:nvGraphicFramePr>
          <p:cNvPr id="2056" name="Object 8"/>
          <p:cNvGraphicFramePr>
            <a:graphicFrameLocks noChangeAspect="1"/>
          </p:cNvGraphicFramePr>
          <p:nvPr/>
        </p:nvGraphicFramePr>
        <p:xfrm>
          <a:off x="0" y="3616327"/>
          <a:ext cx="5956102" cy="1928707"/>
        </p:xfrm>
        <a:graphic>
          <a:graphicData uri="http://schemas.openxmlformats.org/presentationml/2006/ole">
            <mc:AlternateContent xmlns:mc="http://schemas.openxmlformats.org/markup-compatibility/2006">
              <mc:Choice xmlns:v="urn:schemas-microsoft-com:vml" Requires="v">
                <p:oleObj spid="_x0000_s4125" name="" r:id="rId2" imgW="6007100" imgH="2743200" progId="Photoshop.Image.6">
                  <p:embed/>
                </p:oleObj>
              </mc:Choice>
              <mc:Fallback>
                <p:oleObj name="" r:id="rId2" imgW="6007100" imgH="2743200" progId="Photoshop.Image.6">
                  <p:embed/>
                  <p:pic>
                    <p:nvPicPr>
                      <p:cNvPr id="0" name="图片 412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3616327"/>
                        <a:ext cx="5956102" cy="19287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057" name="Object 9"/>
          <p:cNvGraphicFramePr>
            <a:graphicFrameLocks noChangeAspect="1"/>
          </p:cNvGraphicFramePr>
          <p:nvPr/>
        </p:nvGraphicFramePr>
        <p:xfrm>
          <a:off x="9965531" y="3616327"/>
          <a:ext cx="2893219" cy="1928707"/>
        </p:xfrm>
        <a:graphic>
          <a:graphicData uri="http://schemas.openxmlformats.org/presentationml/2006/ole">
            <mc:AlternateContent xmlns:mc="http://schemas.openxmlformats.org/markup-compatibility/2006">
              <mc:Choice xmlns:v="urn:schemas-microsoft-com:vml" Requires="v">
                <p:oleObj spid="_x0000_s4126" name="" r:id="rId4" imgW="5753100" imgH="4356100" progId="Photoshop.Image.6">
                  <p:embed/>
                </p:oleObj>
              </mc:Choice>
              <mc:Fallback>
                <p:oleObj name="" r:id="rId4" imgW="5753100" imgH="4356100" progId="Photoshop.Image.6">
                  <p:embed/>
                  <p:pic>
                    <p:nvPicPr>
                      <p:cNvPr id="0" name="图片 4125"/>
                      <p:cNvPicPr>
                        <a:picLocks noChangeAspect="1" noChangeArrowheads="1"/>
                      </p:cNvPicPr>
                      <p:nvPr/>
                    </p:nvPicPr>
                    <p:blipFill>
                      <a:blip r:embed="rId5">
                        <a:extLst>
                          <a:ext uri="{28A0092B-C50C-407E-A947-70E740481C1C}">
                            <a14:useLocalDpi xmlns:a14="http://schemas.microsoft.com/office/drawing/2010/main" val="0"/>
                          </a:ext>
                        </a:extLst>
                      </a:blip>
                      <a:srcRect r="21930"/>
                      <a:stretch>
                        <a:fillRect/>
                      </a:stretch>
                    </p:blipFill>
                    <p:spPr bwMode="auto">
                      <a:xfrm>
                        <a:off x="9965531" y="3616327"/>
                        <a:ext cx="2893219" cy="19287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058" name="Object 10"/>
          <p:cNvGraphicFramePr>
            <a:graphicFrameLocks noChangeAspect="1"/>
          </p:cNvGraphicFramePr>
          <p:nvPr/>
        </p:nvGraphicFramePr>
        <p:xfrm>
          <a:off x="5985125" y="3616325"/>
          <a:ext cx="3944689" cy="1930381"/>
        </p:xfrm>
        <a:graphic>
          <a:graphicData uri="http://schemas.openxmlformats.org/presentationml/2006/ole">
            <mc:AlternateContent xmlns:mc="http://schemas.openxmlformats.org/markup-compatibility/2006">
              <mc:Choice xmlns:v="urn:schemas-microsoft-com:vml" Requires="v">
                <p:oleObj spid="_x0000_s4127" name="" r:id="rId6" imgW="3556000" imgH="2540000" progId="Photoshop.Image.6">
                  <p:embed/>
                </p:oleObj>
              </mc:Choice>
              <mc:Fallback>
                <p:oleObj name="" r:id="rId6" imgW="3556000" imgH="2540000" progId="Photoshop.Image.6">
                  <p:embed/>
                  <p:pic>
                    <p:nvPicPr>
                      <p:cNvPr id="0" name="图片 412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985125" y="3616325"/>
                        <a:ext cx="3944689" cy="19303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059" name="Rectangle 11"/>
          <p:cNvSpPr>
            <a:spLocks noChangeArrowheads="1"/>
          </p:cNvSpPr>
          <p:nvPr/>
        </p:nvSpPr>
        <p:spPr bwMode="auto">
          <a:xfrm>
            <a:off x="0" y="3616327"/>
            <a:ext cx="12858750" cy="1928707"/>
          </a:xfrm>
          <a:prstGeom prst="rect">
            <a:avLst/>
          </a:prstGeom>
          <a:solidFill>
            <a:schemeClr val="accent1">
              <a:alpha val="28000"/>
            </a:schemeClr>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4775" tIns="57388" rIns="114775" bIns="57388" anchor="ctr"/>
          <a:lstStyle/>
          <a:p>
            <a:pPr>
              <a:buFont typeface="Arial" panose="020B0604020202020204" pitchFamily="34" charset="0"/>
              <a:buNone/>
            </a:pPr>
            <a:endParaRPr lang="zh-CN" altLang="en-US" smtClean="0">
              <a:solidFill>
                <a:srgbClr val="000000"/>
              </a:solidFill>
              <a:latin typeface="Arial" panose="020B0604020202020204" pitchFamily="34" charset="0"/>
              <a:ea typeface="+mn-ea"/>
            </a:endParaRPr>
          </a:p>
        </p:txBody>
      </p:sp>
      <p:pic>
        <p:nvPicPr>
          <p:cNvPr id="2060" name="Picture 12" descr="glabal"/>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394156" y="2009072"/>
            <a:ext cx="1850678" cy="1426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61" name="Rectangle 13"/>
          <p:cNvSpPr>
            <a:spLocks noGrp="1" noChangeArrowheads="1"/>
          </p:cNvSpPr>
          <p:nvPr>
            <p:ph type="dt" sz="half" idx="2"/>
          </p:nvPr>
        </p:nvSpPr>
        <p:spPr>
          <a:xfrm>
            <a:off x="642939" y="6830839"/>
            <a:ext cx="3000375" cy="257831"/>
          </a:xfrm>
        </p:spPr>
        <p:txBody>
          <a:bodyPr/>
          <a:lstStyle>
            <a:lvl1pPr>
              <a:defRPr sz="1500"/>
            </a:lvl1pPr>
          </a:lstStyle>
          <a:p>
            <a:endParaRPr lang="en-US">
              <a:solidFill>
                <a:srgbClr val="000000"/>
              </a:solidFill>
            </a:endParaRPr>
          </a:p>
        </p:txBody>
      </p:sp>
      <p:sp>
        <p:nvSpPr>
          <p:cNvPr id="2062" name="Rectangle 14"/>
          <p:cNvSpPr>
            <a:spLocks noGrp="1" noChangeArrowheads="1"/>
          </p:cNvSpPr>
          <p:nvPr>
            <p:ph type="ftr" sz="quarter" idx="3"/>
          </p:nvPr>
        </p:nvSpPr>
        <p:spPr>
          <a:xfrm>
            <a:off x="4393406" y="6830839"/>
            <a:ext cx="4071938" cy="257831"/>
          </a:xfrm>
        </p:spPr>
        <p:txBody>
          <a:bodyPr/>
          <a:lstStyle>
            <a:lvl1pPr>
              <a:defRPr sz="1500"/>
            </a:lvl1pPr>
          </a:lstStyle>
          <a:p>
            <a:endParaRPr lang="en-US">
              <a:solidFill>
                <a:srgbClr val="000000"/>
              </a:solidFill>
            </a:endParaRPr>
          </a:p>
        </p:txBody>
      </p:sp>
      <p:sp>
        <p:nvSpPr>
          <p:cNvPr id="2063" name="Rectangle 15"/>
          <p:cNvSpPr>
            <a:spLocks noGrp="1" noChangeArrowheads="1"/>
          </p:cNvSpPr>
          <p:nvPr>
            <p:ph type="sldNum" sz="quarter" idx="4"/>
          </p:nvPr>
        </p:nvSpPr>
        <p:spPr>
          <a:xfrm>
            <a:off x="9215439" y="6830839"/>
            <a:ext cx="3000375" cy="257831"/>
          </a:xfrm>
        </p:spPr>
        <p:txBody>
          <a:bodyPr/>
          <a:lstStyle>
            <a:lvl1pPr>
              <a:defRPr sz="1500"/>
            </a:lvl1pPr>
          </a:lstStyle>
          <a:p>
            <a:fld id="{04C8B1A0-02C4-4DEF-8F1B-5FE934DB1CAC}" type="slidenum">
              <a:rPr lang="zh-CN" altLang="en-US">
                <a:solidFill>
                  <a:srgbClr val="000000"/>
                </a:solidFill>
              </a:rPr>
            </a:fld>
            <a:endParaRPr lang="en-US">
              <a:solidFill>
                <a:srgbClr val="000000"/>
              </a:solidFill>
            </a:endParaRPr>
          </a:p>
        </p:txBody>
      </p:sp>
      <p:sp>
        <p:nvSpPr>
          <p:cNvPr id="2064" name="Text Box 16"/>
          <p:cNvSpPr txBox="1">
            <a:spLocks noChangeArrowheads="1"/>
          </p:cNvSpPr>
          <p:nvPr/>
        </p:nvSpPr>
        <p:spPr bwMode="auto">
          <a:xfrm>
            <a:off x="4911328" y="6122640"/>
            <a:ext cx="3545086" cy="3929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14775" tIns="57388" rIns="114775" bIns="57388">
            <a:spAutoFit/>
          </a:bodyPr>
          <a:lstStyle/>
          <a:p>
            <a:pPr>
              <a:buFont typeface="Arial" panose="020B0604020202020204" pitchFamily="34" charset="0"/>
              <a:buNone/>
            </a:pPr>
            <a:r>
              <a:rPr lang="zh-CN" altLang="en-US" b="1" smtClean="0">
                <a:solidFill>
                  <a:srgbClr val="000000"/>
                </a:solidFill>
                <a:latin typeface="Arial" panose="020B0604020202020204" pitchFamily="34" charset="0"/>
              </a:rPr>
              <a:t>大连理工大学出版社</a:t>
            </a:r>
            <a:r>
              <a:rPr lang="zh-CN" altLang="en-US" smtClean="0">
                <a:solidFill>
                  <a:srgbClr val="000000"/>
                </a:solidFill>
                <a:latin typeface="Arial" panose="020B0604020202020204" pitchFamily="34" charset="0"/>
              </a:rPr>
              <a:t> </a:t>
            </a:r>
            <a:endParaRPr lang="zh-CN" altLang="en-US" smtClean="0">
              <a:solidFill>
                <a:srgbClr val="000000"/>
              </a:solidFill>
              <a:latin typeface="Arial" panose="020B0604020202020204" pitchFamily="34" charset="0"/>
            </a:endParaRPr>
          </a:p>
        </p:txBody>
      </p:sp>
      <p:sp>
        <p:nvSpPr>
          <p:cNvPr id="2065" name="AutoShape 17"/>
          <p:cNvSpPr>
            <a:spLocks noChangeArrowheads="1"/>
          </p:cNvSpPr>
          <p:nvPr/>
        </p:nvSpPr>
        <p:spPr bwMode="auto">
          <a:xfrm rot="5400000">
            <a:off x="6404827" y="5390971"/>
            <a:ext cx="287967" cy="1238995"/>
          </a:xfrm>
          <a:prstGeom prst="moon">
            <a:avLst>
              <a:gd name="adj" fmla="val 21208"/>
            </a:avLst>
          </a:prstGeom>
          <a:solidFill>
            <a:schemeClr val="tx2"/>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4775" tIns="57388" rIns="114775" bIns="57388" anchor="ctr"/>
          <a:lstStyle/>
          <a:p>
            <a:pPr>
              <a:buFont typeface="Arial" panose="020B0604020202020204" pitchFamily="34" charset="0"/>
              <a:buNone/>
            </a:pPr>
            <a:endParaRPr lang="zh-CN" altLang="en-US" smtClean="0">
              <a:solidFill>
                <a:srgbClr val="000000"/>
              </a:solidFill>
              <a:latin typeface="Arial" panose="020B0604020202020204" pitchFamily="34" charset="0"/>
              <a:ea typeface="+mn-ea"/>
            </a:endParaRPr>
          </a:p>
        </p:txBody>
      </p:sp>
      <p:sp>
        <p:nvSpPr>
          <p:cNvPr id="2066" name="Rectangle 18"/>
          <p:cNvSpPr>
            <a:spLocks noGrp="1" noChangeArrowheads="1"/>
          </p:cNvSpPr>
          <p:nvPr>
            <p:ph type="ctrTitle"/>
          </p:nvPr>
        </p:nvSpPr>
        <p:spPr>
          <a:xfrm>
            <a:off x="1607344" y="1767981"/>
            <a:ext cx="8679656" cy="1309244"/>
          </a:xfrm>
          <a:extLst>
            <a:ext uri="{AF507438-7753-43E0-B8FC-AC1667EBCBE1}">
              <a14:hiddenEffects xmlns:a14="http://schemas.microsoft.com/office/drawing/2010/main">
                <a:effectLst>
                  <a:outerShdw dist="53882" dir="2700000" algn="ctr" rotWithShape="0">
                    <a:schemeClr val="tx1"/>
                  </a:outerShdw>
                </a:effectLst>
              </a14:hiddenEffects>
            </a:ext>
          </a:extLst>
        </p:spPr>
        <p:txBody>
          <a:bodyPr/>
          <a:lstStyle>
            <a:lvl1pPr>
              <a:defRPr sz="5500">
                <a:solidFill>
                  <a:schemeClr val="tx2"/>
                </a:solidFill>
              </a:defRPr>
            </a:lvl1pPr>
          </a:lstStyle>
          <a:p>
            <a:pPr lvl="0"/>
            <a:r>
              <a:rPr lang="zh-CN" altLang="en-US" noProof="0" smtClean="0"/>
              <a:t>单击此处编辑母版标题样式</a:t>
            </a:r>
            <a:endParaRPr lang="zh-CN" altLang="en-US" noProof="0" smtClean="0"/>
          </a:p>
        </p:txBody>
      </p:sp>
      <p:sp>
        <p:nvSpPr>
          <p:cNvPr id="2067" name="Rectangle 19"/>
          <p:cNvSpPr>
            <a:spLocks noGrp="1" noChangeArrowheads="1"/>
          </p:cNvSpPr>
          <p:nvPr>
            <p:ph type="subTitle" idx="1"/>
          </p:nvPr>
        </p:nvSpPr>
        <p:spPr>
          <a:xfrm>
            <a:off x="2143125" y="3134148"/>
            <a:ext cx="7608094" cy="401814"/>
          </a:xfrm>
        </p:spPr>
        <p:txBody>
          <a:bodyPr/>
          <a:lstStyle>
            <a:lvl1pPr marL="0" indent="0" algn="ctr">
              <a:buFont typeface="Wingdings" panose="05000000000000000000" pitchFamily="2" charset="2"/>
              <a:buNone/>
              <a:defRPr sz="2800">
                <a:solidFill>
                  <a:schemeClr val="bg1"/>
                </a:solidFill>
              </a:defRPr>
            </a:lvl1pPr>
          </a:lstStyle>
          <a:p>
            <a:pPr lvl="0"/>
            <a:r>
              <a:rPr lang="zh-CN" altLang="en-US" noProof="0" smtClean="0"/>
              <a:t>单击此处编辑母版副标题样式</a:t>
            </a:r>
            <a:endParaRPr lang="zh-CN" altLang="en-US" noProof="0" smtClean="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endParaRPr lang="en-US">
              <a:solidFill>
                <a:srgbClr val="000000"/>
              </a:solidFill>
            </a:endParaRPr>
          </a:p>
        </p:txBody>
      </p:sp>
      <p:sp>
        <p:nvSpPr>
          <p:cNvPr id="5" name="页脚占位符 4"/>
          <p:cNvSpPr>
            <a:spLocks noGrp="1"/>
          </p:cNvSpPr>
          <p:nvPr>
            <p:ph type="ftr" sz="quarter" idx="11"/>
          </p:nvPr>
        </p:nvSpPr>
        <p:spPr/>
        <p:txBody>
          <a:bodyPr/>
          <a:lstStyle>
            <a:lvl1pPr>
              <a:defRPr/>
            </a:lvl1pPr>
          </a:lstStyle>
          <a:p>
            <a:endParaRPr lang="en-US">
              <a:solidFill>
                <a:srgbClr val="000000"/>
              </a:solidFill>
            </a:endParaRPr>
          </a:p>
        </p:txBody>
      </p:sp>
      <p:sp>
        <p:nvSpPr>
          <p:cNvPr id="6" name="灯片编号占位符 5"/>
          <p:cNvSpPr>
            <a:spLocks noGrp="1"/>
          </p:cNvSpPr>
          <p:nvPr>
            <p:ph type="sldNum" sz="quarter" idx="12"/>
          </p:nvPr>
        </p:nvSpPr>
        <p:spPr/>
        <p:txBody>
          <a:bodyPr/>
          <a:lstStyle>
            <a:lvl1pPr>
              <a:defRPr/>
            </a:lvl1pPr>
          </a:lstStyle>
          <a:p>
            <a:fld id="{D0688137-63B1-44FF-8623-5B3EA5A983A4}" type="slidenum">
              <a:rPr lang="zh-CN" altLang="en-US">
                <a:solidFill>
                  <a:srgbClr val="000000"/>
                </a:solidFill>
              </a:rPr>
            </a:fld>
            <a:endParaRPr lang="en-US">
              <a:solidFill>
                <a:srgbClr val="000000"/>
              </a:solidFil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1015752" y="4647650"/>
            <a:ext cx="10929938" cy="1436485"/>
          </a:xfrm>
        </p:spPr>
        <p:txBody>
          <a:bodyPr anchor="t"/>
          <a:lstStyle>
            <a:lvl1pPr algn="l">
              <a:defRPr sz="5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1015752" y="3065506"/>
            <a:ext cx="10929938" cy="1582142"/>
          </a:xfrm>
        </p:spPr>
        <p:txBody>
          <a:bodyPr anchor="b"/>
          <a:lstStyle>
            <a:lvl1pPr marL="0" indent="0">
              <a:buNone/>
              <a:defRPr sz="2500"/>
            </a:lvl1pPr>
            <a:lvl2pPr marL="574040" indent="0">
              <a:buNone/>
              <a:defRPr sz="2300"/>
            </a:lvl2pPr>
            <a:lvl3pPr marL="1147445" indent="0">
              <a:buNone/>
              <a:defRPr sz="2000"/>
            </a:lvl3pPr>
            <a:lvl4pPr marL="1721485" indent="0">
              <a:buNone/>
              <a:defRPr sz="1800"/>
            </a:lvl4pPr>
            <a:lvl5pPr marL="2295525" indent="0">
              <a:buNone/>
              <a:defRPr sz="1800"/>
            </a:lvl5pPr>
            <a:lvl6pPr marL="2869565" indent="0">
              <a:buNone/>
              <a:defRPr sz="1800"/>
            </a:lvl6pPr>
            <a:lvl7pPr marL="3442970" indent="0">
              <a:buNone/>
              <a:defRPr sz="1800"/>
            </a:lvl7pPr>
            <a:lvl8pPr marL="4017010" indent="0">
              <a:buNone/>
              <a:defRPr sz="1800"/>
            </a:lvl8pPr>
            <a:lvl9pPr marL="4591050" indent="0">
              <a:buNone/>
              <a:defRPr sz="1800"/>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lvl1pPr>
              <a:defRPr/>
            </a:lvl1pPr>
          </a:lstStyle>
          <a:p>
            <a:endParaRPr lang="en-US">
              <a:solidFill>
                <a:srgbClr val="000000"/>
              </a:solidFill>
            </a:endParaRPr>
          </a:p>
        </p:txBody>
      </p:sp>
      <p:sp>
        <p:nvSpPr>
          <p:cNvPr id="5" name="页脚占位符 4"/>
          <p:cNvSpPr>
            <a:spLocks noGrp="1"/>
          </p:cNvSpPr>
          <p:nvPr>
            <p:ph type="ftr" sz="quarter" idx="11"/>
          </p:nvPr>
        </p:nvSpPr>
        <p:spPr/>
        <p:txBody>
          <a:bodyPr/>
          <a:lstStyle>
            <a:lvl1pPr>
              <a:defRPr/>
            </a:lvl1pPr>
          </a:lstStyle>
          <a:p>
            <a:endParaRPr lang="en-US">
              <a:solidFill>
                <a:srgbClr val="000000"/>
              </a:solidFill>
            </a:endParaRPr>
          </a:p>
        </p:txBody>
      </p:sp>
      <p:sp>
        <p:nvSpPr>
          <p:cNvPr id="6" name="灯片编号占位符 5"/>
          <p:cNvSpPr>
            <a:spLocks noGrp="1"/>
          </p:cNvSpPr>
          <p:nvPr>
            <p:ph type="sldNum" sz="quarter" idx="12"/>
          </p:nvPr>
        </p:nvSpPr>
        <p:spPr/>
        <p:txBody>
          <a:bodyPr/>
          <a:lstStyle>
            <a:lvl1pPr>
              <a:defRPr/>
            </a:lvl1pPr>
          </a:lstStyle>
          <a:p>
            <a:fld id="{79411258-0F47-46F4-8516-85CB7B78D7B6}" type="slidenum">
              <a:rPr lang="zh-CN" altLang="en-US">
                <a:solidFill>
                  <a:srgbClr val="000000"/>
                </a:solidFill>
              </a:rPr>
            </a:fld>
            <a:endParaRPr lang="en-US">
              <a:solidFill>
                <a:srgbClr val="000000"/>
              </a:solidFil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642939" y="1366167"/>
            <a:ext cx="5679281" cy="5303943"/>
          </a:xfrm>
        </p:spPr>
        <p:txBody>
          <a:bodyPr/>
          <a:lstStyle>
            <a:lvl1pPr>
              <a:defRPr sz="3500"/>
            </a:lvl1pPr>
            <a:lvl2pPr>
              <a:defRPr sz="3000"/>
            </a:lvl2pPr>
            <a:lvl3pPr>
              <a:defRPr sz="2500"/>
            </a:lvl3pPr>
            <a:lvl4pPr>
              <a:defRPr sz="2300"/>
            </a:lvl4pPr>
            <a:lvl5pPr>
              <a:defRPr sz="2300"/>
            </a:lvl5pPr>
            <a:lvl6pPr>
              <a:defRPr sz="2300"/>
            </a:lvl6pPr>
            <a:lvl7pPr>
              <a:defRPr sz="2300"/>
            </a:lvl7pPr>
            <a:lvl8pPr>
              <a:defRPr sz="2300"/>
            </a:lvl8pPr>
            <a:lvl9pPr>
              <a:defRPr sz="23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6536531" y="1366167"/>
            <a:ext cx="5679281" cy="5303943"/>
          </a:xfrm>
        </p:spPr>
        <p:txBody>
          <a:bodyPr/>
          <a:lstStyle>
            <a:lvl1pPr>
              <a:defRPr sz="3500"/>
            </a:lvl1pPr>
            <a:lvl2pPr>
              <a:defRPr sz="3000"/>
            </a:lvl2pPr>
            <a:lvl3pPr>
              <a:defRPr sz="2500"/>
            </a:lvl3pPr>
            <a:lvl4pPr>
              <a:defRPr sz="2300"/>
            </a:lvl4pPr>
            <a:lvl5pPr>
              <a:defRPr sz="2300"/>
            </a:lvl5pPr>
            <a:lvl6pPr>
              <a:defRPr sz="2300"/>
            </a:lvl6pPr>
            <a:lvl7pPr>
              <a:defRPr sz="2300"/>
            </a:lvl7pPr>
            <a:lvl8pPr>
              <a:defRPr sz="2300"/>
            </a:lvl8pPr>
            <a:lvl9pPr>
              <a:defRPr sz="23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lvl1pPr>
              <a:defRPr/>
            </a:lvl1pPr>
          </a:lstStyle>
          <a:p>
            <a:endParaRPr lang="en-US">
              <a:solidFill>
                <a:srgbClr val="000000"/>
              </a:solidFill>
            </a:endParaRPr>
          </a:p>
        </p:txBody>
      </p:sp>
      <p:sp>
        <p:nvSpPr>
          <p:cNvPr id="6" name="页脚占位符 5"/>
          <p:cNvSpPr>
            <a:spLocks noGrp="1"/>
          </p:cNvSpPr>
          <p:nvPr>
            <p:ph type="ftr" sz="quarter" idx="11"/>
          </p:nvPr>
        </p:nvSpPr>
        <p:spPr/>
        <p:txBody>
          <a:bodyPr/>
          <a:lstStyle>
            <a:lvl1pPr>
              <a:defRPr/>
            </a:lvl1pPr>
          </a:lstStyle>
          <a:p>
            <a:endParaRPr lang="en-US">
              <a:solidFill>
                <a:srgbClr val="000000"/>
              </a:solidFill>
            </a:endParaRPr>
          </a:p>
        </p:txBody>
      </p:sp>
      <p:sp>
        <p:nvSpPr>
          <p:cNvPr id="7" name="灯片编号占位符 6"/>
          <p:cNvSpPr>
            <a:spLocks noGrp="1"/>
          </p:cNvSpPr>
          <p:nvPr>
            <p:ph type="sldNum" sz="quarter" idx="12"/>
          </p:nvPr>
        </p:nvSpPr>
        <p:spPr/>
        <p:txBody>
          <a:bodyPr/>
          <a:lstStyle>
            <a:lvl1pPr>
              <a:defRPr/>
            </a:lvl1pPr>
          </a:lstStyle>
          <a:p>
            <a:fld id="{0AB6E74B-A9F8-4896-A4E4-2F3D04AF4632}" type="slidenum">
              <a:rPr lang="zh-CN" altLang="en-US">
                <a:solidFill>
                  <a:srgbClr val="000000"/>
                </a:solidFill>
              </a:rPr>
            </a:fld>
            <a:endParaRPr lang="en-US">
              <a:solidFill>
                <a:srgbClr val="000000"/>
              </a:solidFil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42939" y="289641"/>
            <a:ext cx="11572875" cy="1205442"/>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42938" y="1618976"/>
            <a:ext cx="5681514" cy="674712"/>
          </a:xfrm>
        </p:spPr>
        <p:txBody>
          <a:bodyPr anchor="b"/>
          <a:lstStyle>
            <a:lvl1pPr marL="0" indent="0">
              <a:buNone/>
              <a:defRPr sz="3000" b="1"/>
            </a:lvl1pPr>
            <a:lvl2pPr marL="574040" indent="0">
              <a:buNone/>
              <a:defRPr sz="2500" b="1"/>
            </a:lvl2pPr>
            <a:lvl3pPr marL="1147445" indent="0">
              <a:buNone/>
              <a:defRPr sz="2300" b="1"/>
            </a:lvl3pPr>
            <a:lvl4pPr marL="1721485" indent="0">
              <a:buNone/>
              <a:defRPr sz="2000" b="1"/>
            </a:lvl4pPr>
            <a:lvl5pPr marL="2295525" indent="0">
              <a:buNone/>
              <a:defRPr sz="2000" b="1"/>
            </a:lvl5pPr>
            <a:lvl6pPr marL="2869565" indent="0">
              <a:buNone/>
              <a:defRPr sz="2000" b="1"/>
            </a:lvl6pPr>
            <a:lvl7pPr marL="3442970" indent="0">
              <a:buNone/>
              <a:defRPr sz="2000" b="1"/>
            </a:lvl7pPr>
            <a:lvl8pPr marL="4017010" indent="0">
              <a:buNone/>
              <a:defRPr sz="2000" b="1"/>
            </a:lvl8pPr>
            <a:lvl9pPr marL="4591050" indent="0">
              <a:buNone/>
              <a:defRPr sz="20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642938" y="2293690"/>
            <a:ext cx="5681514" cy="4167145"/>
          </a:xfrm>
        </p:spPr>
        <p:txBody>
          <a:bodyPr/>
          <a:lstStyle>
            <a:lvl1pPr>
              <a:defRPr sz="3000"/>
            </a:lvl1pPr>
            <a:lvl2pPr>
              <a:defRPr sz="2500"/>
            </a:lvl2pPr>
            <a:lvl3pPr>
              <a:defRPr sz="23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6532067" y="1618976"/>
            <a:ext cx="5683746" cy="674712"/>
          </a:xfrm>
        </p:spPr>
        <p:txBody>
          <a:bodyPr anchor="b"/>
          <a:lstStyle>
            <a:lvl1pPr marL="0" indent="0">
              <a:buNone/>
              <a:defRPr sz="3000" b="1"/>
            </a:lvl1pPr>
            <a:lvl2pPr marL="574040" indent="0">
              <a:buNone/>
              <a:defRPr sz="2500" b="1"/>
            </a:lvl2pPr>
            <a:lvl3pPr marL="1147445" indent="0">
              <a:buNone/>
              <a:defRPr sz="2300" b="1"/>
            </a:lvl3pPr>
            <a:lvl4pPr marL="1721485" indent="0">
              <a:buNone/>
              <a:defRPr sz="2000" b="1"/>
            </a:lvl4pPr>
            <a:lvl5pPr marL="2295525" indent="0">
              <a:buNone/>
              <a:defRPr sz="2000" b="1"/>
            </a:lvl5pPr>
            <a:lvl6pPr marL="2869565" indent="0">
              <a:buNone/>
              <a:defRPr sz="2000" b="1"/>
            </a:lvl6pPr>
            <a:lvl7pPr marL="3442970" indent="0">
              <a:buNone/>
              <a:defRPr sz="2000" b="1"/>
            </a:lvl7pPr>
            <a:lvl8pPr marL="4017010" indent="0">
              <a:buNone/>
              <a:defRPr sz="2000" b="1"/>
            </a:lvl8pPr>
            <a:lvl9pPr marL="4591050" indent="0">
              <a:buNone/>
              <a:defRPr sz="20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6532067" y="2293690"/>
            <a:ext cx="5683746" cy="4167145"/>
          </a:xfrm>
        </p:spPr>
        <p:txBody>
          <a:bodyPr/>
          <a:lstStyle>
            <a:lvl1pPr>
              <a:defRPr sz="3000"/>
            </a:lvl1pPr>
            <a:lvl2pPr>
              <a:defRPr sz="2500"/>
            </a:lvl2pPr>
            <a:lvl3pPr>
              <a:defRPr sz="23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lvl1pPr>
              <a:defRPr/>
            </a:lvl1pPr>
          </a:lstStyle>
          <a:p>
            <a:endParaRPr lang="en-US">
              <a:solidFill>
                <a:srgbClr val="000000"/>
              </a:solidFill>
            </a:endParaRPr>
          </a:p>
        </p:txBody>
      </p:sp>
      <p:sp>
        <p:nvSpPr>
          <p:cNvPr id="8" name="页脚占位符 7"/>
          <p:cNvSpPr>
            <a:spLocks noGrp="1"/>
          </p:cNvSpPr>
          <p:nvPr>
            <p:ph type="ftr" sz="quarter" idx="11"/>
          </p:nvPr>
        </p:nvSpPr>
        <p:spPr/>
        <p:txBody>
          <a:bodyPr/>
          <a:lstStyle>
            <a:lvl1pPr>
              <a:defRPr/>
            </a:lvl1pPr>
          </a:lstStyle>
          <a:p>
            <a:endParaRPr lang="en-US">
              <a:solidFill>
                <a:srgbClr val="000000"/>
              </a:solidFill>
            </a:endParaRPr>
          </a:p>
        </p:txBody>
      </p:sp>
      <p:sp>
        <p:nvSpPr>
          <p:cNvPr id="9" name="灯片编号占位符 8"/>
          <p:cNvSpPr>
            <a:spLocks noGrp="1"/>
          </p:cNvSpPr>
          <p:nvPr>
            <p:ph type="sldNum" sz="quarter" idx="12"/>
          </p:nvPr>
        </p:nvSpPr>
        <p:spPr/>
        <p:txBody>
          <a:bodyPr/>
          <a:lstStyle>
            <a:lvl1pPr>
              <a:defRPr/>
            </a:lvl1pPr>
          </a:lstStyle>
          <a:p>
            <a:fld id="{73F9F7AF-B512-470D-8405-6101FA1845F0}" type="slidenum">
              <a:rPr lang="zh-CN" altLang="en-US">
                <a:solidFill>
                  <a:srgbClr val="000000"/>
                </a:solidFill>
              </a:rPr>
            </a:fld>
            <a:endParaRPr lang="en-US">
              <a:solidFill>
                <a:srgbClr val="000000"/>
              </a:solidFil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endParaRPr lang="en-US">
              <a:solidFill>
                <a:srgbClr val="000000"/>
              </a:solidFill>
            </a:endParaRPr>
          </a:p>
        </p:txBody>
      </p:sp>
      <p:sp>
        <p:nvSpPr>
          <p:cNvPr id="4" name="页脚占位符 3"/>
          <p:cNvSpPr>
            <a:spLocks noGrp="1"/>
          </p:cNvSpPr>
          <p:nvPr>
            <p:ph type="ftr" sz="quarter" idx="11"/>
          </p:nvPr>
        </p:nvSpPr>
        <p:spPr/>
        <p:txBody>
          <a:bodyPr/>
          <a:lstStyle>
            <a:lvl1pPr>
              <a:defRPr/>
            </a:lvl1pPr>
          </a:lstStyle>
          <a:p>
            <a:endParaRPr lang="en-US">
              <a:solidFill>
                <a:srgbClr val="000000"/>
              </a:solidFill>
            </a:endParaRPr>
          </a:p>
        </p:txBody>
      </p:sp>
      <p:sp>
        <p:nvSpPr>
          <p:cNvPr id="5" name="灯片编号占位符 4"/>
          <p:cNvSpPr>
            <a:spLocks noGrp="1"/>
          </p:cNvSpPr>
          <p:nvPr>
            <p:ph type="sldNum" sz="quarter" idx="12"/>
          </p:nvPr>
        </p:nvSpPr>
        <p:spPr/>
        <p:txBody>
          <a:bodyPr/>
          <a:lstStyle>
            <a:lvl1pPr>
              <a:defRPr/>
            </a:lvl1pPr>
          </a:lstStyle>
          <a:p>
            <a:fld id="{736EC5BD-24E9-4EA7-A70B-4B7363764B79}" type="slidenum">
              <a:rPr lang="zh-CN" altLang="en-US">
                <a:solidFill>
                  <a:srgbClr val="000000"/>
                </a:solidFill>
              </a:rPr>
            </a:fld>
            <a:endParaRPr lang="en-US">
              <a:solidFill>
                <a:srgbClr val="000000"/>
              </a:solidFill>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a:lvl1pPr>
          </a:lstStyle>
          <a:p>
            <a:endParaRPr lang="en-US">
              <a:solidFill>
                <a:srgbClr val="000000"/>
              </a:solidFill>
            </a:endParaRPr>
          </a:p>
        </p:txBody>
      </p:sp>
      <p:sp>
        <p:nvSpPr>
          <p:cNvPr id="3" name="页脚占位符 2"/>
          <p:cNvSpPr>
            <a:spLocks noGrp="1"/>
          </p:cNvSpPr>
          <p:nvPr>
            <p:ph type="ftr" sz="quarter" idx="11"/>
          </p:nvPr>
        </p:nvSpPr>
        <p:spPr/>
        <p:txBody>
          <a:bodyPr/>
          <a:lstStyle>
            <a:lvl1pPr>
              <a:defRPr/>
            </a:lvl1pPr>
          </a:lstStyle>
          <a:p>
            <a:endParaRPr lang="en-US">
              <a:solidFill>
                <a:srgbClr val="000000"/>
              </a:solidFill>
            </a:endParaRPr>
          </a:p>
        </p:txBody>
      </p:sp>
      <p:sp>
        <p:nvSpPr>
          <p:cNvPr id="4" name="灯片编号占位符 3"/>
          <p:cNvSpPr>
            <a:spLocks noGrp="1"/>
          </p:cNvSpPr>
          <p:nvPr>
            <p:ph type="sldNum" sz="quarter" idx="12"/>
          </p:nvPr>
        </p:nvSpPr>
        <p:spPr/>
        <p:txBody>
          <a:bodyPr/>
          <a:lstStyle>
            <a:lvl1pPr>
              <a:defRPr/>
            </a:lvl1pPr>
          </a:lstStyle>
          <a:p>
            <a:fld id="{771A1131-1823-4CC6-9C27-28C7553E488D}" type="slidenum">
              <a:rPr lang="zh-CN" altLang="en-US">
                <a:solidFill>
                  <a:srgbClr val="000000"/>
                </a:solidFill>
              </a:rPr>
            </a:fld>
            <a:endParaRPr lang="en-US">
              <a:solidFill>
                <a:srgbClr val="000000"/>
              </a:solidFill>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42938" y="287967"/>
            <a:ext cx="4230440" cy="1225532"/>
          </a:xfrm>
        </p:spPr>
        <p:txBody>
          <a:bodyPr anchor="b"/>
          <a:lstStyle>
            <a:lvl1pPr algn="l">
              <a:defRPr sz="25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027414" y="287967"/>
            <a:ext cx="7188398" cy="6172866"/>
          </a:xfrm>
        </p:spPr>
        <p:txBody>
          <a:bodyPr/>
          <a:lstStyle>
            <a:lvl1pPr>
              <a:defRPr sz="4000"/>
            </a:lvl1pPr>
            <a:lvl2pPr>
              <a:defRPr sz="3500"/>
            </a:lvl2pPr>
            <a:lvl3pPr>
              <a:defRPr sz="3000"/>
            </a:lvl3pPr>
            <a:lvl4pPr>
              <a:defRPr sz="2500"/>
            </a:lvl4pPr>
            <a:lvl5pPr>
              <a:defRPr sz="2500"/>
            </a:lvl5pPr>
            <a:lvl6pPr>
              <a:defRPr sz="2500"/>
            </a:lvl6pPr>
            <a:lvl7pPr>
              <a:defRPr sz="2500"/>
            </a:lvl7pPr>
            <a:lvl8pPr>
              <a:defRPr sz="2500"/>
            </a:lvl8pPr>
            <a:lvl9pPr>
              <a:defRPr sz="25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642938" y="1513502"/>
            <a:ext cx="4230440" cy="4947334"/>
          </a:xfrm>
        </p:spPr>
        <p:txBody>
          <a:bodyPr/>
          <a:lstStyle>
            <a:lvl1pPr marL="0" indent="0">
              <a:buNone/>
              <a:defRPr sz="1800"/>
            </a:lvl1pPr>
            <a:lvl2pPr marL="574040" indent="0">
              <a:buNone/>
              <a:defRPr sz="1500"/>
            </a:lvl2pPr>
            <a:lvl3pPr marL="1147445" indent="0">
              <a:buNone/>
              <a:defRPr sz="1300"/>
            </a:lvl3pPr>
            <a:lvl4pPr marL="1721485" indent="0">
              <a:buNone/>
              <a:defRPr sz="1100"/>
            </a:lvl4pPr>
            <a:lvl5pPr marL="2295525" indent="0">
              <a:buNone/>
              <a:defRPr sz="1100"/>
            </a:lvl5pPr>
            <a:lvl6pPr marL="2869565" indent="0">
              <a:buNone/>
              <a:defRPr sz="1100"/>
            </a:lvl6pPr>
            <a:lvl7pPr marL="3442970" indent="0">
              <a:buNone/>
              <a:defRPr sz="1100"/>
            </a:lvl7pPr>
            <a:lvl8pPr marL="4017010" indent="0">
              <a:buNone/>
              <a:defRPr sz="1100"/>
            </a:lvl8pPr>
            <a:lvl9pPr marL="4591050" indent="0">
              <a:buNone/>
              <a:defRPr sz="11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lvl1pPr>
              <a:defRPr/>
            </a:lvl1pPr>
          </a:lstStyle>
          <a:p>
            <a:endParaRPr lang="en-US">
              <a:solidFill>
                <a:srgbClr val="000000"/>
              </a:solidFill>
            </a:endParaRPr>
          </a:p>
        </p:txBody>
      </p:sp>
      <p:sp>
        <p:nvSpPr>
          <p:cNvPr id="6" name="页脚占位符 5"/>
          <p:cNvSpPr>
            <a:spLocks noGrp="1"/>
          </p:cNvSpPr>
          <p:nvPr>
            <p:ph type="ftr" sz="quarter" idx="11"/>
          </p:nvPr>
        </p:nvSpPr>
        <p:spPr/>
        <p:txBody>
          <a:bodyPr/>
          <a:lstStyle>
            <a:lvl1pPr>
              <a:defRPr/>
            </a:lvl1pPr>
          </a:lstStyle>
          <a:p>
            <a:endParaRPr lang="en-US">
              <a:solidFill>
                <a:srgbClr val="000000"/>
              </a:solidFill>
            </a:endParaRPr>
          </a:p>
        </p:txBody>
      </p:sp>
      <p:sp>
        <p:nvSpPr>
          <p:cNvPr id="7" name="灯片编号占位符 6"/>
          <p:cNvSpPr>
            <a:spLocks noGrp="1"/>
          </p:cNvSpPr>
          <p:nvPr>
            <p:ph type="sldNum" sz="quarter" idx="12"/>
          </p:nvPr>
        </p:nvSpPr>
        <p:spPr/>
        <p:txBody>
          <a:bodyPr/>
          <a:lstStyle>
            <a:lvl1pPr>
              <a:defRPr/>
            </a:lvl1pPr>
          </a:lstStyle>
          <a:p>
            <a:fld id="{8BBBD002-17C7-4276-8054-322C093E4476}" type="slidenum">
              <a:rPr lang="zh-CN" altLang="en-US">
                <a:solidFill>
                  <a:srgbClr val="000000"/>
                </a:solidFill>
              </a:rPr>
            </a:fld>
            <a:endParaRPr lang="en-US">
              <a:solidFill>
                <a:srgbClr val="000000"/>
              </a:solidFill>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520405" y="5062857"/>
            <a:ext cx="7715250" cy="597699"/>
          </a:xfrm>
        </p:spPr>
        <p:txBody>
          <a:bodyPr anchor="b"/>
          <a:lstStyle>
            <a:lvl1pPr algn="l">
              <a:defRPr sz="25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2520405" y="646251"/>
            <a:ext cx="7715250" cy="4339590"/>
          </a:xfrm>
        </p:spPr>
        <p:txBody>
          <a:bodyPr/>
          <a:lstStyle>
            <a:lvl1pPr marL="0" indent="0">
              <a:buNone/>
              <a:defRPr sz="4000"/>
            </a:lvl1pPr>
            <a:lvl2pPr marL="574040" indent="0">
              <a:buNone/>
              <a:defRPr sz="3500"/>
            </a:lvl2pPr>
            <a:lvl3pPr marL="1147445" indent="0">
              <a:buNone/>
              <a:defRPr sz="3000"/>
            </a:lvl3pPr>
            <a:lvl4pPr marL="1721485" indent="0">
              <a:buNone/>
              <a:defRPr sz="2500"/>
            </a:lvl4pPr>
            <a:lvl5pPr marL="2295525" indent="0">
              <a:buNone/>
              <a:defRPr sz="2500"/>
            </a:lvl5pPr>
            <a:lvl6pPr marL="2869565" indent="0">
              <a:buNone/>
              <a:defRPr sz="2500"/>
            </a:lvl6pPr>
            <a:lvl7pPr marL="3442970" indent="0">
              <a:buNone/>
              <a:defRPr sz="2500"/>
            </a:lvl7pPr>
            <a:lvl8pPr marL="4017010" indent="0">
              <a:buNone/>
              <a:defRPr sz="2500"/>
            </a:lvl8pPr>
            <a:lvl9pPr marL="4591050" indent="0">
              <a:buNone/>
              <a:defRPr sz="2500"/>
            </a:lvl9pPr>
          </a:lstStyle>
          <a:p>
            <a:endParaRPr lang="zh-CN" altLang="en-US"/>
          </a:p>
        </p:txBody>
      </p:sp>
      <p:sp>
        <p:nvSpPr>
          <p:cNvPr id="4" name="文本占位符 3"/>
          <p:cNvSpPr>
            <a:spLocks noGrp="1"/>
          </p:cNvSpPr>
          <p:nvPr>
            <p:ph type="body" sz="half" idx="2"/>
          </p:nvPr>
        </p:nvSpPr>
        <p:spPr>
          <a:xfrm>
            <a:off x="2520405" y="5660556"/>
            <a:ext cx="7715250" cy="848831"/>
          </a:xfrm>
        </p:spPr>
        <p:txBody>
          <a:bodyPr/>
          <a:lstStyle>
            <a:lvl1pPr marL="0" indent="0">
              <a:buNone/>
              <a:defRPr sz="1800"/>
            </a:lvl1pPr>
            <a:lvl2pPr marL="574040" indent="0">
              <a:buNone/>
              <a:defRPr sz="1500"/>
            </a:lvl2pPr>
            <a:lvl3pPr marL="1147445" indent="0">
              <a:buNone/>
              <a:defRPr sz="1300"/>
            </a:lvl3pPr>
            <a:lvl4pPr marL="1721485" indent="0">
              <a:buNone/>
              <a:defRPr sz="1100"/>
            </a:lvl4pPr>
            <a:lvl5pPr marL="2295525" indent="0">
              <a:buNone/>
              <a:defRPr sz="1100"/>
            </a:lvl5pPr>
            <a:lvl6pPr marL="2869565" indent="0">
              <a:buNone/>
              <a:defRPr sz="1100"/>
            </a:lvl6pPr>
            <a:lvl7pPr marL="3442970" indent="0">
              <a:buNone/>
              <a:defRPr sz="1100"/>
            </a:lvl7pPr>
            <a:lvl8pPr marL="4017010" indent="0">
              <a:buNone/>
              <a:defRPr sz="1100"/>
            </a:lvl8pPr>
            <a:lvl9pPr marL="4591050" indent="0">
              <a:buNone/>
              <a:defRPr sz="11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lvl1pPr>
              <a:defRPr/>
            </a:lvl1pPr>
          </a:lstStyle>
          <a:p>
            <a:endParaRPr lang="en-US">
              <a:solidFill>
                <a:srgbClr val="000000"/>
              </a:solidFill>
            </a:endParaRPr>
          </a:p>
        </p:txBody>
      </p:sp>
      <p:sp>
        <p:nvSpPr>
          <p:cNvPr id="6" name="页脚占位符 5"/>
          <p:cNvSpPr>
            <a:spLocks noGrp="1"/>
          </p:cNvSpPr>
          <p:nvPr>
            <p:ph type="ftr" sz="quarter" idx="11"/>
          </p:nvPr>
        </p:nvSpPr>
        <p:spPr/>
        <p:txBody>
          <a:bodyPr/>
          <a:lstStyle>
            <a:lvl1pPr>
              <a:defRPr/>
            </a:lvl1pPr>
          </a:lstStyle>
          <a:p>
            <a:endParaRPr lang="en-US">
              <a:solidFill>
                <a:srgbClr val="000000"/>
              </a:solidFill>
            </a:endParaRPr>
          </a:p>
        </p:txBody>
      </p:sp>
      <p:sp>
        <p:nvSpPr>
          <p:cNvPr id="7" name="灯片编号占位符 6"/>
          <p:cNvSpPr>
            <a:spLocks noGrp="1"/>
          </p:cNvSpPr>
          <p:nvPr>
            <p:ph type="sldNum" sz="quarter" idx="12"/>
          </p:nvPr>
        </p:nvSpPr>
        <p:spPr/>
        <p:txBody>
          <a:bodyPr/>
          <a:lstStyle>
            <a:lvl1pPr>
              <a:defRPr/>
            </a:lvl1pPr>
          </a:lstStyle>
          <a:p>
            <a:fld id="{9C25A1EB-C42B-4E6E-A898-3EC4A4B70F24}" type="slidenum">
              <a:rPr lang="zh-CN" altLang="en-US">
                <a:solidFill>
                  <a:srgbClr val="000000"/>
                </a:solidFill>
              </a:rPr>
            </a:fld>
            <a:endParaRPr lang="en-US">
              <a:solidFill>
                <a:srgbClr val="000000"/>
              </a:solidFill>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endParaRPr lang="en-US">
              <a:solidFill>
                <a:srgbClr val="000000"/>
              </a:solidFill>
            </a:endParaRPr>
          </a:p>
        </p:txBody>
      </p:sp>
      <p:sp>
        <p:nvSpPr>
          <p:cNvPr id="5" name="页脚占位符 4"/>
          <p:cNvSpPr>
            <a:spLocks noGrp="1"/>
          </p:cNvSpPr>
          <p:nvPr>
            <p:ph type="ftr" sz="quarter" idx="11"/>
          </p:nvPr>
        </p:nvSpPr>
        <p:spPr/>
        <p:txBody>
          <a:bodyPr/>
          <a:lstStyle>
            <a:lvl1pPr>
              <a:defRPr/>
            </a:lvl1pPr>
          </a:lstStyle>
          <a:p>
            <a:endParaRPr lang="en-US">
              <a:solidFill>
                <a:srgbClr val="000000"/>
              </a:solidFill>
            </a:endParaRPr>
          </a:p>
        </p:txBody>
      </p:sp>
      <p:sp>
        <p:nvSpPr>
          <p:cNvPr id="6" name="灯片编号占位符 5"/>
          <p:cNvSpPr>
            <a:spLocks noGrp="1"/>
          </p:cNvSpPr>
          <p:nvPr>
            <p:ph type="sldNum" sz="quarter" idx="12"/>
          </p:nvPr>
        </p:nvSpPr>
        <p:spPr/>
        <p:txBody>
          <a:bodyPr/>
          <a:lstStyle>
            <a:lvl1pPr>
              <a:defRPr/>
            </a:lvl1pPr>
          </a:lstStyle>
          <a:p>
            <a:fld id="{F4756706-37EB-4BCB-9167-BDA80E7FFBDF}" type="slidenum">
              <a:rPr lang="zh-CN" altLang="en-US">
                <a:solidFill>
                  <a:srgbClr val="000000"/>
                </a:solidFill>
              </a:rPr>
            </a:fld>
            <a:endParaRPr lang="en-US">
              <a:solidFill>
                <a:srgbClr val="000000"/>
              </a:solidFill>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9322595" y="622814"/>
            <a:ext cx="2893219" cy="6047299"/>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642937" y="622814"/>
            <a:ext cx="8465344" cy="6047299"/>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endParaRPr lang="en-US">
              <a:solidFill>
                <a:srgbClr val="000000"/>
              </a:solidFill>
            </a:endParaRPr>
          </a:p>
        </p:txBody>
      </p:sp>
      <p:sp>
        <p:nvSpPr>
          <p:cNvPr id="5" name="页脚占位符 4"/>
          <p:cNvSpPr>
            <a:spLocks noGrp="1"/>
          </p:cNvSpPr>
          <p:nvPr>
            <p:ph type="ftr" sz="quarter" idx="11"/>
          </p:nvPr>
        </p:nvSpPr>
        <p:spPr/>
        <p:txBody>
          <a:bodyPr/>
          <a:lstStyle>
            <a:lvl1pPr>
              <a:defRPr/>
            </a:lvl1pPr>
          </a:lstStyle>
          <a:p>
            <a:endParaRPr lang="en-US">
              <a:solidFill>
                <a:srgbClr val="000000"/>
              </a:solidFill>
            </a:endParaRPr>
          </a:p>
        </p:txBody>
      </p:sp>
      <p:sp>
        <p:nvSpPr>
          <p:cNvPr id="6" name="灯片编号占位符 5"/>
          <p:cNvSpPr>
            <a:spLocks noGrp="1"/>
          </p:cNvSpPr>
          <p:nvPr>
            <p:ph type="sldNum" sz="quarter" idx="12"/>
          </p:nvPr>
        </p:nvSpPr>
        <p:spPr/>
        <p:txBody>
          <a:bodyPr/>
          <a:lstStyle>
            <a:lvl1pPr>
              <a:defRPr/>
            </a:lvl1pPr>
          </a:lstStyle>
          <a:p>
            <a:fld id="{D457E5D1-B682-4DFF-A4EB-668F1922C941}" type="slidenum">
              <a:rPr lang="zh-CN" altLang="en-US">
                <a:solidFill>
                  <a:srgbClr val="000000"/>
                </a:solidFill>
              </a:rPr>
            </a:fld>
            <a:endParaRPr lang="en-US">
              <a:solidFill>
                <a:srgbClr val="000000"/>
              </a:solidFill>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2652117" y="622812"/>
            <a:ext cx="8358188" cy="594350"/>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642939" y="1366167"/>
            <a:ext cx="5679281" cy="5303943"/>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6536531" y="1366167"/>
            <a:ext cx="5679281" cy="5303943"/>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a:xfrm>
            <a:off x="642939" y="6750476"/>
            <a:ext cx="3000375" cy="338193"/>
          </a:xfrm>
        </p:spPr>
        <p:txBody>
          <a:bodyPr/>
          <a:lstStyle>
            <a:lvl1pPr>
              <a:defRPr/>
            </a:lvl1pPr>
          </a:lstStyle>
          <a:p>
            <a:endParaRPr lang="en-US">
              <a:solidFill>
                <a:srgbClr val="000000"/>
              </a:solidFill>
            </a:endParaRPr>
          </a:p>
        </p:txBody>
      </p:sp>
      <p:sp>
        <p:nvSpPr>
          <p:cNvPr id="6" name="页脚占位符 5"/>
          <p:cNvSpPr>
            <a:spLocks noGrp="1"/>
          </p:cNvSpPr>
          <p:nvPr>
            <p:ph type="ftr" sz="quarter" idx="11"/>
          </p:nvPr>
        </p:nvSpPr>
        <p:spPr>
          <a:xfrm>
            <a:off x="4393406" y="6750476"/>
            <a:ext cx="4071938" cy="338193"/>
          </a:xfrm>
        </p:spPr>
        <p:txBody>
          <a:bodyPr/>
          <a:lstStyle>
            <a:lvl1pPr>
              <a:defRPr/>
            </a:lvl1pPr>
          </a:lstStyle>
          <a:p>
            <a:endParaRPr lang="en-US">
              <a:solidFill>
                <a:srgbClr val="000000"/>
              </a:solidFill>
            </a:endParaRPr>
          </a:p>
        </p:txBody>
      </p:sp>
      <p:sp>
        <p:nvSpPr>
          <p:cNvPr id="7" name="灯片编号占位符 6"/>
          <p:cNvSpPr>
            <a:spLocks noGrp="1"/>
          </p:cNvSpPr>
          <p:nvPr>
            <p:ph type="sldNum" sz="quarter" idx="12"/>
          </p:nvPr>
        </p:nvSpPr>
        <p:spPr>
          <a:xfrm>
            <a:off x="9215439" y="6750476"/>
            <a:ext cx="3000375" cy="338193"/>
          </a:xfrm>
        </p:spPr>
        <p:txBody>
          <a:bodyPr/>
          <a:lstStyle>
            <a:lvl1pPr>
              <a:defRPr/>
            </a:lvl1pPr>
          </a:lstStyle>
          <a:p>
            <a:fld id="{0459FB57-0AAC-4BD4-91BC-5DE7C17C95F3}" type="slidenum">
              <a:rPr lang="zh-CN" altLang="en-US">
                <a:solidFill>
                  <a:srgbClr val="000000"/>
                </a:solidFill>
              </a:rPr>
            </a:fld>
            <a:endParaRPr lang="en-US">
              <a:solidFill>
                <a:srgbClr val="000000"/>
              </a:solidFill>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2652117" y="622812"/>
            <a:ext cx="8358188" cy="594350"/>
          </a:xfrm>
        </p:spPr>
        <p:txBody>
          <a:bodyPr/>
          <a:lstStyle/>
          <a:p>
            <a:r>
              <a:rPr lang="zh-CN" altLang="en-US" smtClean="0"/>
              <a:t>单击此处编辑母版标题样式</a:t>
            </a:r>
            <a:endParaRPr lang="zh-CN" altLang="en-US"/>
          </a:p>
        </p:txBody>
      </p:sp>
      <p:sp>
        <p:nvSpPr>
          <p:cNvPr id="3" name="表格占位符 2"/>
          <p:cNvSpPr>
            <a:spLocks noGrp="1"/>
          </p:cNvSpPr>
          <p:nvPr>
            <p:ph type="tbl" idx="1"/>
          </p:nvPr>
        </p:nvSpPr>
        <p:spPr>
          <a:xfrm>
            <a:off x="642939" y="1366167"/>
            <a:ext cx="11572875" cy="5303943"/>
          </a:xfrm>
        </p:spPr>
        <p:txBody>
          <a:bodyPr/>
          <a:lstStyle/>
          <a:p>
            <a:endParaRPr lang="zh-CN" altLang="en-US"/>
          </a:p>
        </p:txBody>
      </p:sp>
      <p:sp>
        <p:nvSpPr>
          <p:cNvPr id="4" name="日期占位符 3"/>
          <p:cNvSpPr>
            <a:spLocks noGrp="1"/>
          </p:cNvSpPr>
          <p:nvPr>
            <p:ph type="dt" sz="half" idx="10"/>
          </p:nvPr>
        </p:nvSpPr>
        <p:spPr>
          <a:xfrm>
            <a:off x="642939" y="6750476"/>
            <a:ext cx="3000375" cy="338193"/>
          </a:xfrm>
        </p:spPr>
        <p:txBody>
          <a:bodyPr/>
          <a:lstStyle>
            <a:lvl1pPr>
              <a:defRPr/>
            </a:lvl1pPr>
          </a:lstStyle>
          <a:p>
            <a:endParaRPr lang="en-US">
              <a:solidFill>
                <a:srgbClr val="000000"/>
              </a:solidFill>
            </a:endParaRPr>
          </a:p>
        </p:txBody>
      </p:sp>
      <p:sp>
        <p:nvSpPr>
          <p:cNvPr id="5" name="页脚占位符 4"/>
          <p:cNvSpPr>
            <a:spLocks noGrp="1"/>
          </p:cNvSpPr>
          <p:nvPr>
            <p:ph type="ftr" sz="quarter" idx="11"/>
          </p:nvPr>
        </p:nvSpPr>
        <p:spPr>
          <a:xfrm>
            <a:off x="4393406" y="6750476"/>
            <a:ext cx="4071938" cy="338193"/>
          </a:xfrm>
        </p:spPr>
        <p:txBody>
          <a:bodyPr/>
          <a:lstStyle>
            <a:lvl1pPr>
              <a:defRPr/>
            </a:lvl1pPr>
          </a:lstStyle>
          <a:p>
            <a:endParaRPr lang="en-US">
              <a:solidFill>
                <a:srgbClr val="000000"/>
              </a:solidFill>
            </a:endParaRPr>
          </a:p>
        </p:txBody>
      </p:sp>
      <p:sp>
        <p:nvSpPr>
          <p:cNvPr id="6" name="灯片编号占位符 5"/>
          <p:cNvSpPr>
            <a:spLocks noGrp="1"/>
          </p:cNvSpPr>
          <p:nvPr>
            <p:ph type="sldNum" sz="quarter" idx="12"/>
          </p:nvPr>
        </p:nvSpPr>
        <p:spPr>
          <a:xfrm>
            <a:off x="9215439" y="6750476"/>
            <a:ext cx="3000375" cy="338193"/>
          </a:xfrm>
        </p:spPr>
        <p:txBody>
          <a:bodyPr/>
          <a:lstStyle>
            <a:lvl1pPr>
              <a:defRPr/>
            </a:lvl1pPr>
          </a:lstStyle>
          <a:p>
            <a:fld id="{2DEA1956-958C-4D8C-A616-7BD010F0F3E3}" type="slidenum">
              <a:rPr lang="zh-CN" altLang="en-US">
                <a:solidFill>
                  <a:srgbClr val="000000"/>
                </a:solidFill>
              </a:rPr>
            </a:fld>
            <a:endParaRPr lang="en-US">
              <a:solidFill>
                <a:srgbClr val="000000"/>
              </a:solidFill>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sp>
        <p:nvSpPr>
          <p:cNvPr id="2050" name="Rectangle 2"/>
          <p:cNvSpPr>
            <a:spLocks noChangeArrowheads="1"/>
          </p:cNvSpPr>
          <p:nvPr/>
        </p:nvSpPr>
        <p:spPr bwMode="auto">
          <a:xfrm>
            <a:off x="0" y="3134148"/>
            <a:ext cx="9965531" cy="482177"/>
          </a:xfrm>
          <a:prstGeom prst="rect">
            <a:avLst/>
          </a:prstGeom>
          <a:solidFill>
            <a:schemeClr val="tx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4803" tIns="57401" rIns="114803" bIns="57401" anchor="ctr"/>
          <a:lstStyle/>
          <a:p>
            <a:pPr>
              <a:buFont typeface="Arial" panose="020B0604020202020204" pitchFamily="34" charset="0"/>
              <a:buNone/>
            </a:pPr>
            <a:endParaRPr lang="zh-CN" altLang="en-US" smtClean="0">
              <a:solidFill>
                <a:srgbClr val="000000"/>
              </a:solidFill>
              <a:latin typeface="Arial" panose="020B0604020202020204" pitchFamily="34" charset="0"/>
              <a:ea typeface="+mn-ea"/>
            </a:endParaRPr>
          </a:p>
        </p:txBody>
      </p:sp>
      <p:sp>
        <p:nvSpPr>
          <p:cNvPr id="2051" name="Rectangle 3"/>
          <p:cNvSpPr>
            <a:spLocks noChangeArrowheads="1"/>
          </p:cNvSpPr>
          <p:nvPr/>
        </p:nvSpPr>
        <p:spPr bwMode="auto">
          <a:xfrm>
            <a:off x="9965531" y="3134148"/>
            <a:ext cx="2893219" cy="482177"/>
          </a:xfrm>
          <a:prstGeom prst="rect">
            <a:avLst/>
          </a:prstGeom>
          <a:solidFill>
            <a:schemeClr val="tx2"/>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4803" tIns="57401" rIns="114803" bIns="57401" anchor="ctr"/>
          <a:lstStyle/>
          <a:p>
            <a:pPr>
              <a:buFont typeface="Arial" panose="020B0604020202020204" pitchFamily="34" charset="0"/>
              <a:buNone/>
            </a:pPr>
            <a:endParaRPr lang="zh-CN" altLang="en-US" smtClean="0">
              <a:solidFill>
                <a:srgbClr val="000000"/>
              </a:solidFill>
              <a:latin typeface="Arial" panose="020B0604020202020204" pitchFamily="34" charset="0"/>
              <a:ea typeface="+mn-ea"/>
            </a:endParaRPr>
          </a:p>
        </p:txBody>
      </p:sp>
      <p:sp>
        <p:nvSpPr>
          <p:cNvPr id="2052" name="AutoShape 4"/>
          <p:cNvSpPr>
            <a:spLocks noChangeArrowheads="1"/>
          </p:cNvSpPr>
          <p:nvPr/>
        </p:nvSpPr>
        <p:spPr bwMode="auto">
          <a:xfrm rot="5400000">
            <a:off x="296924" y="3197760"/>
            <a:ext cx="401814" cy="321469"/>
          </a:xfrm>
          <a:prstGeom prst="triangle">
            <a:avLst>
              <a:gd name="adj" fmla="val 50000"/>
            </a:avLst>
          </a:prstGeom>
          <a:solidFill>
            <a:schemeClr val="bg2"/>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4803" tIns="57401" rIns="114803" bIns="57401" anchor="ctr"/>
          <a:lstStyle/>
          <a:p>
            <a:pPr>
              <a:buFont typeface="Arial" panose="020B0604020202020204" pitchFamily="34" charset="0"/>
              <a:buNone/>
            </a:pPr>
            <a:endParaRPr lang="zh-CN" altLang="en-US" smtClean="0">
              <a:solidFill>
                <a:srgbClr val="000000"/>
              </a:solidFill>
              <a:latin typeface="Arial" panose="020B0604020202020204" pitchFamily="34" charset="0"/>
              <a:ea typeface="+mn-ea"/>
            </a:endParaRPr>
          </a:p>
        </p:txBody>
      </p:sp>
      <p:sp>
        <p:nvSpPr>
          <p:cNvPr id="2053" name="AutoShape 5"/>
          <p:cNvSpPr>
            <a:spLocks noChangeArrowheads="1"/>
          </p:cNvSpPr>
          <p:nvPr/>
        </p:nvSpPr>
        <p:spPr bwMode="auto">
          <a:xfrm rot="5400000">
            <a:off x="725549" y="3197760"/>
            <a:ext cx="401814" cy="321469"/>
          </a:xfrm>
          <a:prstGeom prst="triangle">
            <a:avLst>
              <a:gd name="adj" fmla="val 50000"/>
            </a:avLst>
          </a:prstGeom>
          <a:solidFill>
            <a:schemeClr val="bg2">
              <a:alpha val="84000"/>
            </a:schemeClr>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4803" tIns="57401" rIns="114803" bIns="57401" anchor="ctr"/>
          <a:lstStyle/>
          <a:p>
            <a:pPr>
              <a:buFont typeface="Arial" panose="020B0604020202020204" pitchFamily="34" charset="0"/>
              <a:buNone/>
            </a:pPr>
            <a:endParaRPr lang="zh-CN" altLang="en-US" smtClean="0">
              <a:solidFill>
                <a:srgbClr val="000000"/>
              </a:solidFill>
              <a:latin typeface="Arial" panose="020B0604020202020204" pitchFamily="34" charset="0"/>
              <a:ea typeface="+mn-ea"/>
            </a:endParaRPr>
          </a:p>
        </p:txBody>
      </p:sp>
      <p:sp>
        <p:nvSpPr>
          <p:cNvPr id="2054" name="AutoShape 6"/>
          <p:cNvSpPr>
            <a:spLocks noChangeArrowheads="1"/>
          </p:cNvSpPr>
          <p:nvPr/>
        </p:nvSpPr>
        <p:spPr bwMode="auto">
          <a:xfrm rot="5400000">
            <a:off x="1154174" y="3197760"/>
            <a:ext cx="401814" cy="321469"/>
          </a:xfrm>
          <a:prstGeom prst="triangle">
            <a:avLst>
              <a:gd name="adj" fmla="val 50000"/>
            </a:avLst>
          </a:prstGeom>
          <a:solidFill>
            <a:schemeClr val="bg2">
              <a:alpha val="56000"/>
            </a:schemeClr>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4803" tIns="57401" rIns="114803" bIns="57401" anchor="ctr"/>
          <a:lstStyle/>
          <a:p>
            <a:pPr>
              <a:buFont typeface="Arial" panose="020B0604020202020204" pitchFamily="34" charset="0"/>
              <a:buNone/>
            </a:pPr>
            <a:endParaRPr lang="zh-CN" altLang="en-US" smtClean="0">
              <a:solidFill>
                <a:srgbClr val="000000"/>
              </a:solidFill>
              <a:latin typeface="Arial" panose="020B0604020202020204" pitchFamily="34" charset="0"/>
              <a:ea typeface="+mn-ea"/>
            </a:endParaRPr>
          </a:p>
        </p:txBody>
      </p:sp>
      <p:sp>
        <p:nvSpPr>
          <p:cNvPr id="2055" name="AutoShape 7"/>
          <p:cNvSpPr>
            <a:spLocks noChangeArrowheads="1"/>
          </p:cNvSpPr>
          <p:nvPr/>
        </p:nvSpPr>
        <p:spPr bwMode="auto">
          <a:xfrm rot="5400000">
            <a:off x="1582799" y="3197760"/>
            <a:ext cx="401814" cy="321469"/>
          </a:xfrm>
          <a:prstGeom prst="triangle">
            <a:avLst>
              <a:gd name="adj" fmla="val 50000"/>
            </a:avLst>
          </a:prstGeom>
          <a:solidFill>
            <a:schemeClr val="bg2">
              <a:alpha val="26999"/>
            </a:schemeClr>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4803" tIns="57401" rIns="114803" bIns="57401" anchor="ctr"/>
          <a:lstStyle/>
          <a:p>
            <a:pPr>
              <a:buFont typeface="Arial" panose="020B0604020202020204" pitchFamily="34" charset="0"/>
              <a:buNone/>
            </a:pPr>
            <a:endParaRPr lang="zh-CN" altLang="en-US" smtClean="0">
              <a:solidFill>
                <a:srgbClr val="000000"/>
              </a:solidFill>
              <a:latin typeface="Arial" panose="020B0604020202020204" pitchFamily="34" charset="0"/>
              <a:ea typeface="+mn-ea"/>
            </a:endParaRPr>
          </a:p>
        </p:txBody>
      </p:sp>
      <p:graphicFrame>
        <p:nvGraphicFramePr>
          <p:cNvPr id="2056" name="Object 8"/>
          <p:cNvGraphicFramePr>
            <a:graphicFrameLocks noChangeAspect="1"/>
          </p:cNvGraphicFramePr>
          <p:nvPr/>
        </p:nvGraphicFramePr>
        <p:xfrm>
          <a:off x="0" y="3616325"/>
          <a:ext cx="5956102" cy="1928707"/>
        </p:xfrm>
        <a:graphic>
          <a:graphicData uri="http://schemas.openxmlformats.org/presentationml/2006/ole">
            <mc:AlternateContent xmlns:mc="http://schemas.openxmlformats.org/markup-compatibility/2006">
              <mc:Choice xmlns:v="urn:schemas-microsoft-com:vml" Requires="v">
                <p:oleObj spid="_x0000_s5149" name="" r:id="rId2" imgW="6007100" imgH="2743200" progId="Photoshop.Image.6">
                  <p:embed/>
                </p:oleObj>
              </mc:Choice>
              <mc:Fallback>
                <p:oleObj name="" r:id="rId2" imgW="6007100" imgH="2743200" progId="Photoshop.Image.6">
                  <p:embed/>
                  <p:pic>
                    <p:nvPicPr>
                      <p:cNvPr id="0" name="图片 514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3616325"/>
                        <a:ext cx="5956102" cy="19287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057" name="Object 9"/>
          <p:cNvGraphicFramePr>
            <a:graphicFrameLocks noChangeAspect="1"/>
          </p:cNvGraphicFramePr>
          <p:nvPr/>
        </p:nvGraphicFramePr>
        <p:xfrm>
          <a:off x="9965531" y="3616325"/>
          <a:ext cx="2893219" cy="1928707"/>
        </p:xfrm>
        <a:graphic>
          <a:graphicData uri="http://schemas.openxmlformats.org/presentationml/2006/ole">
            <mc:AlternateContent xmlns:mc="http://schemas.openxmlformats.org/markup-compatibility/2006">
              <mc:Choice xmlns:v="urn:schemas-microsoft-com:vml" Requires="v">
                <p:oleObj spid="_x0000_s5150" name="" r:id="rId4" imgW="5753100" imgH="4356100" progId="Photoshop.Image.6">
                  <p:embed/>
                </p:oleObj>
              </mc:Choice>
              <mc:Fallback>
                <p:oleObj name="" r:id="rId4" imgW="5753100" imgH="4356100" progId="Photoshop.Image.6">
                  <p:embed/>
                  <p:pic>
                    <p:nvPicPr>
                      <p:cNvPr id="0" name="图片 5149"/>
                      <p:cNvPicPr>
                        <a:picLocks noChangeAspect="1" noChangeArrowheads="1"/>
                      </p:cNvPicPr>
                      <p:nvPr/>
                    </p:nvPicPr>
                    <p:blipFill>
                      <a:blip r:embed="rId5">
                        <a:extLst>
                          <a:ext uri="{28A0092B-C50C-407E-A947-70E740481C1C}">
                            <a14:useLocalDpi xmlns:a14="http://schemas.microsoft.com/office/drawing/2010/main" val="0"/>
                          </a:ext>
                        </a:extLst>
                      </a:blip>
                      <a:srcRect r="21930"/>
                      <a:stretch>
                        <a:fillRect/>
                      </a:stretch>
                    </p:blipFill>
                    <p:spPr bwMode="auto">
                      <a:xfrm>
                        <a:off x="9965531" y="3616325"/>
                        <a:ext cx="2893219" cy="19287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058" name="Object 10"/>
          <p:cNvGraphicFramePr>
            <a:graphicFrameLocks noChangeAspect="1"/>
          </p:cNvGraphicFramePr>
          <p:nvPr/>
        </p:nvGraphicFramePr>
        <p:xfrm>
          <a:off x="5985124" y="3616325"/>
          <a:ext cx="3944689" cy="1930381"/>
        </p:xfrm>
        <a:graphic>
          <a:graphicData uri="http://schemas.openxmlformats.org/presentationml/2006/ole">
            <mc:AlternateContent xmlns:mc="http://schemas.openxmlformats.org/markup-compatibility/2006">
              <mc:Choice xmlns:v="urn:schemas-microsoft-com:vml" Requires="v">
                <p:oleObj spid="_x0000_s5151" name="" r:id="rId6" imgW="3556000" imgH="2540000" progId="Photoshop.Image.6">
                  <p:embed/>
                </p:oleObj>
              </mc:Choice>
              <mc:Fallback>
                <p:oleObj name="" r:id="rId6" imgW="3556000" imgH="2540000" progId="Photoshop.Image.6">
                  <p:embed/>
                  <p:pic>
                    <p:nvPicPr>
                      <p:cNvPr id="0" name="图片 515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985124" y="3616325"/>
                        <a:ext cx="3944689" cy="19303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059" name="Rectangle 11"/>
          <p:cNvSpPr>
            <a:spLocks noChangeArrowheads="1"/>
          </p:cNvSpPr>
          <p:nvPr/>
        </p:nvSpPr>
        <p:spPr bwMode="auto">
          <a:xfrm>
            <a:off x="0" y="3616325"/>
            <a:ext cx="12858750" cy="1928707"/>
          </a:xfrm>
          <a:prstGeom prst="rect">
            <a:avLst/>
          </a:prstGeom>
          <a:solidFill>
            <a:schemeClr val="accent1">
              <a:alpha val="28000"/>
            </a:schemeClr>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4803" tIns="57401" rIns="114803" bIns="57401" anchor="ctr"/>
          <a:lstStyle/>
          <a:p>
            <a:pPr>
              <a:buFont typeface="Arial" panose="020B0604020202020204" pitchFamily="34" charset="0"/>
              <a:buNone/>
            </a:pPr>
            <a:endParaRPr lang="zh-CN" altLang="en-US" smtClean="0">
              <a:solidFill>
                <a:srgbClr val="000000"/>
              </a:solidFill>
              <a:latin typeface="Arial" panose="020B0604020202020204" pitchFamily="34" charset="0"/>
              <a:ea typeface="+mn-ea"/>
            </a:endParaRPr>
          </a:p>
        </p:txBody>
      </p:sp>
      <p:pic>
        <p:nvPicPr>
          <p:cNvPr id="2060" name="Picture 12" descr="glabal"/>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394156" y="2009070"/>
            <a:ext cx="1850678" cy="1426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61" name="Rectangle 13"/>
          <p:cNvSpPr>
            <a:spLocks noGrp="1" noChangeArrowheads="1"/>
          </p:cNvSpPr>
          <p:nvPr>
            <p:ph type="dt" sz="half" idx="2"/>
          </p:nvPr>
        </p:nvSpPr>
        <p:spPr>
          <a:xfrm>
            <a:off x="642938" y="6830836"/>
            <a:ext cx="3000375" cy="257831"/>
          </a:xfrm>
        </p:spPr>
        <p:txBody>
          <a:bodyPr/>
          <a:lstStyle>
            <a:lvl1pPr>
              <a:defRPr sz="1500"/>
            </a:lvl1pPr>
          </a:lstStyle>
          <a:p>
            <a:endParaRPr lang="en-US">
              <a:solidFill>
                <a:srgbClr val="000000"/>
              </a:solidFill>
            </a:endParaRPr>
          </a:p>
        </p:txBody>
      </p:sp>
      <p:sp>
        <p:nvSpPr>
          <p:cNvPr id="2062" name="Rectangle 14"/>
          <p:cNvSpPr>
            <a:spLocks noGrp="1" noChangeArrowheads="1"/>
          </p:cNvSpPr>
          <p:nvPr>
            <p:ph type="ftr" sz="quarter" idx="3"/>
          </p:nvPr>
        </p:nvSpPr>
        <p:spPr>
          <a:xfrm>
            <a:off x="4393406" y="6830836"/>
            <a:ext cx="4071938" cy="257831"/>
          </a:xfrm>
        </p:spPr>
        <p:txBody>
          <a:bodyPr/>
          <a:lstStyle>
            <a:lvl1pPr>
              <a:defRPr sz="1500"/>
            </a:lvl1pPr>
          </a:lstStyle>
          <a:p>
            <a:endParaRPr lang="en-US">
              <a:solidFill>
                <a:srgbClr val="000000"/>
              </a:solidFill>
            </a:endParaRPr>
          </a:p>
        </p:txBody>
      </p:sp>
      <p:sp>
        <p:nvSpPr>
          <p:cNvPr id="2063" name="Rectangle 15"/>
          <p:cNvSpPr>
            <a:spLocks noGrp="1" noChangeArrowheads="1"/>
          </p:cNvSpPr>
          <p:nvPr>
            <p:ph type="sldNum" sz="quarter" idx="4"/>
          </p:nvPr>
        </p:nvSpPr>
        <p:spPr>
          <a:xfrm>
            <a:off x="9215438" y="6830836"/>
            <a:ext cx="3000375" cy="257831"/>
          </a:xfrm>
        </p:spPr>
        <p:txBody>
          <a:bodyPr/>
          <a:lstStyle>
            <a:lvl1pPr>
              <a:defRPr sz="1500"/>
            </a:lvl1pPr>
          </a:lstStyle>
          <a:p>
            <a:fld id="{04C8B1A0-02C4-4DEF-8F1B-5FE934DB1CAC}" type="slidenum">
              <a:rPr lang="zh-CN" altLang="en-US">
                <a:solidFill>
                  <a:srgbClr val="000000"/>
                </a:solidFill>
              </a:rPr>
            </a:fld>
            <a:endParaRPr lang="en-US">
              <a:solidFill>
                <a:srgbClr val="000000"/>
              </a:solidFill>
            </a:endParaRPr>
          </a:p>
        </p:txBody>
      </p:sp>
      <p:sp>
        <p:nvSpPr>
          <p:cNvPr id="2064" name="Text Box 16"/>
          <p:cNvSpPr txBox="1">
            <a:spLocks noChangeArrowheads="1"/>
          </p:cNvSpPr>
          <p:nvPr/>
        </p:nvSpPr>
        <p:spPr bwMode="auto">
          <a:xfrm>
            <a:off x="4911328" y="6122640"/>
            <a:ext cx="3545086" cy="3929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14803" tIns="57401" rIns="114803" bIns="57401">
            <a:spAutoFit/>
          </a:bodyPr>
          <a:lstStyle/>
          <a:p>
            <a:pPr>
              <a:buFont typeface="Arial" panose="020B0604020202020204" pitchFamily="34" charset="0"/>
              <a:buNone/>
            </a:pPr>
            <a:r>
              <a:rPr lang="zh-CN" altLang="en-US" b="1" smtClean="0">
                <a:solidFill>
                  <a:srgbClr val="000000"/>
                </a:solidFill>
                <a:latin typeface="Arial" panose="020B0604020202020204" pitchFamily="34" charset="0"/>
              </a:rPr>
              <a:t>大连理工大学出版社</a:t>
            </a:r>
            <a:r>
              <a:rPr lang="zh-CN" altLang="en-US" smtClean="0">
                <a:solidFill>
                  <a:srgbClr val="000000"/>
                </a:solidFill>
                <a:latin typeface="Arial" panose="020B0604020202020204" pitchFamily="34" charset="0"/>
              </a:rPr>
              <a:t> </a:t>
            </a:r>
            <a:endParaRPr lang="zh-CN" altLang="en-US" smtClean="0">
              <a:solidFill>
                <a:srgbClr val="000000"/>
              </a:solidFill>
              <a:latin typeface="Arial" panose="020B0604020202020204" pitchFamily="34" charset="0"/>
            </a:endParaRPr>
          </a:p>
        </p:txBody>
      </p:sp>
      <p:sp>
        <p:nvSpPr>
          <p:cNvPr id="2065" name="AutoShape 17"/>
          <p:cNvSpPr>
            <a:spLocks noChangeArrowheads="1"/>
          </p:cNvSpPr>
          <p:nvPr/>
        </p:nvSpPr>
        <p:spPr bwMode="auto">
          <a:xfrm rot="5400000">
            <a:off x="6404827" y="5390969"/>
            <a:ext cx="287967" cy="1238995"/>
          </a:xfrm>
          <a:prstGeom prst="moon">
            <a:avLst>
              <a:gd name="adj" fmla="val 21208"/>
            </a:avLst>
          </a:prstGeom>
          <a:solidFill>
            <a:schemeClr val="tx2"/>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4803" tIns="57401" rIns="114803" bIns="57401" anchor="ctr"/>
          <a:lstStyle/>
          <a:p>
            <a:pPr>
              <a:buFont typeface="Arial" panose="020B0604020202020204" pitchFamily="34" charset="0"/>
              <a:buNone/>
            </a:pPr>
            <a:endParaRPr lang="zh-CN" altLang="en-US" smtClean="0">
              <a:solidFill>
                <a:srgbClr val="000000"/>
              </a:solidFill>
              <a:latin typeface="Arial" panose="020B0604020202020204" pitchFamily="34" charset="0"/>
              <a:ea typeface="+mn-ea"/>
            </a:endParaRPr>
          </a:p>
        </p:txBody>
      </p:sp>
      <p:sp>
        <p:nvSpPr>
          <p:cNvPr id="2066" name="Rectangle 18"/>
          <p:cNvSpPr>
            <a:spLocks noGrp="1" noChangeArrowheads="1"/>
          </p:cNvSpPr>
          <p:nvPr>
            <p:ph type="ctrTitle"/>
          </p:nvPr>
        </p:nvSpPr>
        <p:spPr>
          <a:xfrm>
            <a:off x="1607344" y="1767981"/>
            <a:ext cx="8679656" cy="1309244"/>
          </a:xfrm>
          <a:extLst>
            <a:ext uri="{AF507438-7753-43E0-B8FC-AC1667EBCBE1}">
              <a14:hiddenEffects xmlns:a14="http://schemas.microsoft.com/office/drawing/2010/main">
                <a:effectLst>
                  <a:outerShdw dist="53882" dir="2700000" algn="ctr" rotWithShape="0">
                    <a:schemeClr val="tx1"/>
                  </a:outerShdw>
                </a:effectLst>
              </a14:hiddenEffects>
            </a:ext>
          </a:extLst>
        </p:spPr>
        <p:txBody>
          <a:bodyPr/>
          <a:lstStyle>
            <a:lvl1pPr>
              <a:defRPr sz="5500">
                <a:solidFill>
                  <a:schemeClr val="tx2"/>
                </a:solidFill>
              </a:defRPr>
            </a:lvl1pPr>
          </a:lstStyle>
          <a:p>
            <a:pPr lvl="0"/>
            <a:r>
              <a:rPr lang="zh-CN" altLang="en-US" noProof="0" smtClean="0"/>
              <a:t>单击此处编辑母版标题样式</a:t>
            </a:r>
            <a:endParaRPr lang="zh-CN" altLang="en-US" noProof="0" smtClean="0"/>
          </a:p>
        </p:txBody>
      </p:sp>
      <p:sp>
        <p:nvSpPr>
          <p:cNvPr id="2067" name="Rectangle 19"/>
          <p:cNvSpPr>
            <a:spLocks noGrp="1" noChangeArrowheads="1"/>
          </p:cNvSpPr>
          <p:nvPr>
            <p:ph type="subTitle" idx="1"/>
          </p:nvPr>
        </p:nvSpPr>
        <p:spPr>
          <a:xfrm>
            <a:off x="2143125" y="3134148"/>
            <a:ext cx="7608094" cy="401814"/>
          </a:xfrm>
        </p:spPr>
        <p:txBody>
          <a:bodyPr/>
          <a:lstStyle>
            <a:lvl1pPr marL="0" indent="0" algn="ctr">
              <a:buFont typeface="Wingdings" panose="05000000000000000000" pitchFamily="2" charset="2"/>
              <a:buNone/>
              <a:defRPr sz="2800">
                <a:solidFill>
                  <a:schemeClr val="bg1"/>
                </a:solidFill>
              </a:defRPr>
            </a:lvl1pPr>
          </a:lstStyle>
          <a:p>
            <a:pPr lvl="0"/>
            <a:r>
              <a:rPr lang="zh-CN" altLang="en-US" noProof="0" smtClean="0"/>
              <a:t>单击此处编辑母版副标题样式</a:t>
            </a:r>
            <a:endParaRPr lang="zh-CN" altLang="en-US" noProof="0" smtClean="0"/>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endParaRPr lang="en-US">
              <a:solidFill>
                <a:srgbClr val="000000"/>
              </a:solidFill>
            </a:endParaRPr>
          </a:p>
        </p:txBody>
      </p:sp>
      <p:sp>
        <p:nvSpPr>
          <p:cNvPr id="5" name="页脚占位符 4"/>
          <p:cNvSpPr>
            <a:spLocks noGrp="1"/>
          </p:cNvSpPr>
          <p:nvPr>
            <p:ph type="ftr" sz="quarter" idx="11"/>
          </p:nvPr>
        </p:nvSpPr>
        <p:spPr/>
        <p:txBody>
          <a:bodyPr/>
          <a:lstStyle>
            <a:lvl1pPr>
              <a:defRPr/>
            </a:lvl1pPr>
          </a:lstStyle>
          <a:p>
            <a:endParaRPr lang="en-US">
              <a:solidFill>
                <a:srgbClr val="000000"/>
              </a:solidFill>
            </a:endParaRPr>
          </a:p>
        </p:txBody>
      </p:sp>
      <p:sp>
        <p:nvSpPr>
          <p:cNvPr id="6" name="灯片编号占位符 5"/>
          <p:cNvSpPr>
            <a:spLocks noGrp="1"/>
          </p:cNvSpPr>
          <p:nvPr>
            <p:ph type="sldNum" sz="quarter" idx="12"/>
          </p:nvPr>
        </p:nvSpPr>
        <p:spPr/>
        <p:txBody>
          <a:bodyPr/>
          <a:lstStyle>
            <a:lvl1pPr>
              <a:defRPr/>
            </a:lvl1pPr>
          </a:lstStyle>
          <a:p>
            <a:fld id="{D0688137-63B1-44FF-8623-5B3EA5A983A4}" type="slidenum">
              <a:rPr lang="zh-CN" altLang="en-US">
                <a:solidFill>
                  <a:srgbClr val="000000"/>
                </a:solidFill>
              </a:rPr>
            </a:fld>
            <a:endParaRPr lang="en-US">
              <a:solidFill>
                <a:srgbClr val="000000"/>
              </a:solidFill>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1015752" y="4647648"/>
            <a:ext cx="10929938" cy="1436485"/>
          </a:xfrm>
        </p:spPr>
        <p:txBody>
          <a:bodyPr anchor="t"/>
          <a:lstStyle>
            <a:lvl1pPr algn="l">
              <a:defRPr sz="5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1015752" y="3065506"/>
            <a:ext cx="10929938" cy="1582142"/>
          </a:xfrm>
        </p:spPr>
        <p:txBody>
          <a:bodyPr anchor="b"/>
          <a:lstStyle>
            <a:lvl1pPr marL="0" indent="0">
              <a:buNone/>
              <a:defRPr sz="2500"/>
            </a:lvl1pPr>
            <a:lvl2pPr marL="574040" indent="0">
              <a:buNone/>
              <a:defRPr sz="2300"/>
            </a:lvl2pPr>
            <a:lvl3pPr marL="1148080" indent="0">
              <a:buNone/>
              <a:defRPr sz="2000"/>
            </a:lvl3pPr>
            <a:lvl4pPr marL="1722120" indent="0">
              <a:buNone/>
              <a:defRPr sz="1800"/>
            </a:lvl4pPr>
            <a:lvl5pPr marL="2296160" indent="0">
              <a:buNone/>
              <a:defRPr sz="1800"/>
            </a:lvl5pPr>
            <a:lvl6pPr marL="2870200" indent="0">
              <a:buNone/>
              <a:defRPr sz="1800"/>
            </a:lvl6pPr>
            <a:lvl7pPr marL="3444240" indent="0">
              <a:buNone/>
              <a:defRPr sz="1800"/>
            </a:lvl7pPr>
            <a:lvl8pPr marL="4018280" indent="0">
              <a:buNone/>
              <a:defRPr sz="1800"/>
            </a:lvl8pPr>
            <a:lvl9pPr marL="4592320" indent="0">
              <a:buNone/>
              <a:defRPr sz="1800"/>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lvl1pPr>
              <a:defRPr/>
            </a:lvl1pPr>
          </a:lstStyle>
          <a:p>
            <a:endParaRPr lang="en-US">
              <a:solidFill>
                <a:srgbClr val="000000"/>
              </a:solidFill>
            </a:endParaRPr>
          </a:p>
        </p:txBody>
      </p:sp>
      <p:sp>
        <p:nvSpPr>
          <p:cNvPr id="5" name="页脚占位符 4"/>
          <p:cNvSpPr>
            <a:spLocks noGrp="1"/>
          </p:cNvSpPr>
          <p:nvPr>
            <p:ph type="ftr" sz="quarter" idx="11"/>
          </p:nvPr>
        </p:nvSpPr>
        <p:spPr/>
        <p:txBody>
          <a:bodyPr/>
          <a:lstStyle>
            <a:lvl1pPr>
              <a:defRPr/>
            </a:lvl1pPr>
          </a:lstStyle>
          <a:p>
            <a:endParaRPr lang="en-US">
              <a:solidFill>
                <a:srgbClr val="000000"/>
              </a:solidFill>
            </a:endParaRPr>
          </a:p>
        </p:txBody>
      </p:sp>
      <p:sp>
        <p:nvSpPr>
          <p:cNvPr id="6" name="灯片编号占位符 5"/>
          <p:cNvSpPr>
            <a:spLocks noGrp="1"/>
          </p:cNvSpPr>
          <p:nvPr>
            <p:ph type="sldNum" sz="quarter" idx="12"/>
          </p:nvPr>
        </p:nvSpPr>
        <p:spPr/>
        <p:txBody>
          <a:bodyPr/>
          <a:lstStyle>
            <a:lvl1pPr>
              <a:defRPr/>
            </a:lvl1pPr>
          </a:lstStyle>
          <a:p>
            <a:fld id="{79411258-0F47-46F4-8516-85CB7B78D7B6}" type="slidenum">
              <a:rPr lang="zh-CN" altLang="en-US">
                <a:solidFill>
                  <a:srgbClr val="000000"/>
                </a:solidFill>
              </a:rPr>
            </a:fld>
            <a:endParaRPr lang="en-US">
              <a:solidFill>
                <a:srgbClr val="000000"/>
              </a:solidFill>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642938" y="1366167"/>
            <a:ext cx="5679281" cy="5303943"/>
          </a:xfrm>
        </p:spPr>
        <p:txBody>
          <a:bodyPr/>
          <a:lstStyle>
            <a:lvl1pPr>
              <a:defRPr sz="3500"/>
            </a:lvl1pPr>
            <a:lvl2pPr>
              <a:defRPr sz="3000"/>
            </a:lvl2pPr>
            <a:lvl3pPr>
              <a:defRPr sz="2500"/>
            </a:lvl3pPr>
            <a:lvl4pPr>
              <a:defRPr sz="2300"/>
            </a:lvl4pPr>
            <a:lvl5pPr>
              <a:defRPr sz="2300"/>
            </a:lvl5pPr>
            <a:lvl6pPr>
              <a:defRPr sz="2300"/>
            </a:lvl6pPr>
            <a:lvl7pPr>
              <a:defRPr sz="2300"/>
            </a:lvl7pPr>
            <a:lvl8pPr>
              <a:defRPr sz="2300"/>
            </a:lvl8pPr>
            <a:lvl9pPr>
              <a:defRPr sz="23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6536531" y="1366167"/>
            <a:ext cx="5679281" cy="5303943"/>
          </a:xfrm>
        </p:spPr>
        <p:txBody>
          <a:bodyPr/>
          <a:lstStyle>
            <a:lvl1pPr>
              <a:defRPr sz="3500"/>
            </a:lvl1pPr>
            <a:lvl2pPr>
              <a:defRPr sz="3000"/>
            </a:lvl2pPr>
            <a:lvl3pPr>
              <a:defRPr sz="2500"/>
            </a:lvl3pPr>
            <a:lvl4pPr>
              <a:defRPr sz="2300"/>
            </a:lvl4pPr>
            <a:lvl5pPr>
              <a:defRPr sz="2300"/>
            </a:lvl5pPr>
            <a:lvl6pPr>
              <a:defRPr sz="2300"/>
            </a:lvl6pPr>
            <a:lvl7pPr>
              <a:defRPr sz="2300"/>
            </a:lvl7pPr>
            <a:lvl8pPr>
              <a:defRPr sz="2300"/>
            </a:lvl8pPr>
            <a:lvl9pPr>
              <a:defRPr sz="23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lvl1pPr>
              <a:defRPr/>
            </a:lvl1pPr>
          </a:lstStyle>
          <a:p>
            <a:endParaRPr lang="en-US">
              <a:solidFill>
                <a:srgbClr val="000000"/>
              </a:solidFill>
            </a:endParaRPr>
          </a:p>
        </p:txBody>
      </p:sp>
      <p:sp>
        <p:nvSpPr>
          <p:cNvPr id="6" name="页脚占位符 5"/>
          <p:cNvSpPr>
            <a:spLocks noGrp="1"/>
          </p:cNvSpPr>
          <p:nvPr>
            <p:ph type="ftr" sz="quarter" idx="11"/>
          </p:nvPr>
        </p:nvSpPr>
        <p:spPr/>
        <p:txBody>
          <a:bodyPr/>
          <a:lstStyle>
            <a:lvl1pPr>
              <a:defRPr/>
            </a:lvl1pPr>
          </a:lstStyle>
          <a:p>
            <a:endParaRPr lang="en-US">
              <a:solidFill>
                <a:srgbClr val="000000"/>
              </a:solidFill>
            </a:endParaRPr>
          </a:p>
        </p:txBody>
      </p:sp>
      <p:sp>
        <p:nvSpPr>
          <p:cNvPr id="7" name="灯片编号占位符 6"/>
          <p:cNvSpPr>
            <a:spLocks noGrp="1"/>
          </p:cNvSpPr>
          <p:nvPr>
            <p:ph type="sldNum" sz="quarter" idx="12"/>
          </p:nvPr>
        </p:nvSpPr>
        <p:spPr/>
        <p:txBody>
          <a:bodyPr/>
          <a:lstStyle>
            <a:lvl1pPr>
              <a:defRPr/>
            </a:lvl1pPr>
          </a:lstStyle>
          <a:p>
            <a:fld id="{0AB6E74B-A9F8-4896-A4E4-2F3D04AF4632}" type="slidenum">
              <a:rPr lang="zh-CN" altLang="en-US">
                <a:solidFill>
                  <a:srgbClr val="000000"/>
                </a:solidFill>
              </a:rPr>
            </a:fld>
            <a:endParaRPr lang="en-US">
              <a:solidFill>
                <a:srgbClr val="000000"/>
              </a:solidFill>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42938" y="289641"/>
            <a:ext cx="11572875" cy="1205442"/>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42938" y="1618976"/>
            <a:ext cx="5681514" cy="674712"/>
          </a:xfrm>
        </p:spPr>
        <p:txBody>
          <a:bodyPr anchor="b"/>
          <a:lstStyle>
            <a:lvl1pPr marL="0" indent="0">
              <a:buNone/>
              <a:defRPr sz="3000" b="1"/>
            </a:lvl1pPr>
            <a:lvl2pPr marL="574040" indent="0">
              <a:buNone/>
              <a:defRPr sz="2500" b="1"/>
            </a:lvl2pPr>
            <a:lvl3pPr marL="1148080" indent="0">
              <a:buNone/>
              <a:defRPr sz="2300" b="1"/>
            </a:lvl3pPr>
            <a:lvl4pPr marL="1722120" indent="0">
              <a:buNone/>
              <a:defRPr sz="2000" b="1"/>
            </a:lvl4pPr>
            <a:lvl5pPr marL="2296160" indent="0">
              <a:buNone/>
              <a:defRPr sz="2000" b="1"/>
            </a:lvl5pPr>
            <a:lvl6pPr marL="2870200" indent="0">
              <a:buNone/>
              <a:defRPr sz="2000" b="1"/>
            </a:lvl6pPr>
            <a:lvl7pPr marL="3444240" indent="0">
              <a:buNone/>
              <a:defRPr sz="2000" b="1"/>
            </a:lvl7pPr>
            <a:lvl8pPr marL="4018280" indent="0">
              <a:buNone/>
              <a:defRPr sz="2000" b="1"/>
            </a:lvl8pPr>
            <a:lvl9pPr marL="4592320" indent="0">
              <a:buNone/>
              <a:defRPr sz="20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642938" y="2293688"/>
            <a:ext cx="5681514" cy="4167145"/>
          </a:xfrm>
        </p:spPr>
        <p:txBody>
          <a:bodyPr/>
          <a:lstStyle>
            <a:lvl1pPr>
              <a:defRPr sz="3000"/>
            </a:lvl1pPr>
            <a:lvl2pPr>
              <a:defRPr sz="2500"/>
            </a:lvl2pPr>
            <a:lvl3pPr>
              <a:defRPr sz="23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6532067" y="1618976"/>
            <a:ext cx="5683746" cy="674712"/>
          </a:xfrm>
        </p:spPr>
        <p:txBody>
          <a:bodyPr anchor="b"/>
          <a:lstStyle>
            <a:lvl1pPr marL="0" indent="0">
              <a:buNone/>
              <a:defRPr sz="3000" b="1"/>
            </a:lvl1pPr>
            <a:lvl2pPr marL="574040" indent="0">
              <a:buNone/>
              <a:defRPr sz="2500" b="1"/>
            </a:lvl2pPr>
            <a:lvl3pPr marL="1148080" indent="0">
              <a:buNone/>
              <a:defRPr sz="2300" b="1"/>
            </a:lvl3pPr>
            <a:lvl4pPr marL="1722120" indent="0">
              <a:buNone/>
              <a:defRPr sz="2000" b="1"/>
            </a:lvl4pPr>
            <a:lvl5pPr marL="2296160" indent="0">
              <a:buNone/>
              <a:defRPr sz="2000" b="1"/>
            </a:lvl5pPr>
            <a:lvl6pPr marL="2870200" indent="0">
              <a:buNone/>
              <a:defRPr sz="2000" b="1"/>
            </a:lvl6pPr>
            <a:lvl7pPr marL="3444240" indent="0">
              <a:buNone/>
              <a:defRPr sz="2000" b="1"/>
            </a:lvl7pPr>
            <a:lvl8pPr marL="4018280" indent="0">
              <a:buNone/>
              <a:defRPr sz="2000" b="1"/>
            </a:lvl8pPr>
            <a:lvl9pPr marL="4592320" indent="0">
              <a:buNone/>
              <a:defRPr sz="20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6532067" y="2293688"/>
            <a:ext cx="5683746" cy="4167145"/>
          </a:xfrm>
        </p:spPr>
        <p:txBody>
          <a:bodyPr/>
          <a:lstStyle>
            <a:lvl1pPr>
              <a:defRPr sz="3000"/>
            </a:lvl1pPr>
            <a:lvl2pPr>
              <a:defRPr sz="2500"/>
            </a:lvl2pPr>
            <a:lvl3pPr>
              <a:defRPr sz="23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lvl1pPr>
              <a:defRPr/>
            </a:lvl1pPr>
          </a:lstStyle>
          <a:p>
            <a:endParaRPr lang="en-US">
              <a:solidFill>
                <a:srgbClr val="000000"/>
              </a:solidFill>
            </a:endParaRPr>
          </a:p>
        </p:txBody>
      </p:sp>
      <p:sp>
        <p:nvSpPr>
          <p:cNvPr id="8" name="页脚占位符 7"/>
          <p:cNvSpPr>
            <a:spLocks noGrp="1"/>
          </p:cNvSpPr>
          <p:nvPr>
            <p:ph type="ftr" sz="quarter" idx="11"/>
          </p:nvPr>
        </p:nvSpPr>
        <p:spPr/>
        <p:txBody>
          <a:bodyPr/>
          <a:lstStyle>
            <a:lvl1pPr>
              <a:defRPr/>
            </a:lvl1pPr>
          </a:lstStyle>
          <a:p>
            <a:endParaRPr lang="en-US">
              <a:solidFill>
                <a:srgbClr val="000000"/>
              </a:solidFill>
            </a:endParaRPr>
          </a:p>
        </p:txBody>
      </p:sp>
      <p:sp>
        <p:nvSpPr>
          <p:cNvPr id="9" name="灯片编号占位符 8"/>
          <p:cNvSpPr>
            <a:spLocks noGrp="1"/>
          </p:cNvSpPr>
          <p:nvPr>
            <p:ph type="sldNum" sz="quarter" idx="12"/>
          </p:nvPr>
        </p:nvSpPr>
        <p:spPr/>
        <p:txBody>
          <a:bodyPr/>
          <a:lstStyle>
            <a:lvl1pPr>
              <a:defRPr/>
            </a:lvl1pPr>
          </a:lstStyle>
          <a:p>
            <a:fld id="{73F9F7AF-B512-470D-8405-6101FA1845F0}" type="slidenum">
              <a:rPr lang="zh-CN" altLang="en-US">
                <a:solidFill>
                  <a:srgbClr val="000000"/>
                </a:solidFill>
              </a:rPr>
            </a:fld>
            <a:endParaRPr lang="en-US">
              <a:solidFill>
                <a:srgbClr val="000000"/>
              </a:solidFill>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endParaRPr lang="en-US">
              <a:solidFill>
                <a:srgbClr val="000000"/>
              </a:solidFill>
            </a:endParaRPr>
          </a:p>
        </p:txBody>
      </p:sp>
      <p:sp>
        <p:nvSpPr>
          <p:cNvPr id="4" name="页脚占位符 3"/>
          <p:cNvSpPr>
            <a:spLocks noGrp="1"/>
          </p:cNvSpPr>
          <p:nvPr>
            <p:ph type="ftr" sz="quarter" idx="11"/>
          </p:nvPr>
        </p:nvSpPr>
        <p:spPr/>
        <p:txBody>
          <a:bodyPr/>
          <a:lstStyle>
            <a:lvl1pPr>
              <a:defRPr/>
            </a:lvl1pPr>
          </a:lstStyle>
          <a:p>
            <a:endParaRPr lang="en-US">
              <a:solidFill>
                <a:srgbClr val="000000"/>
              </a:solidFill>
            </a:endParaRPr>
          </a:p>
        </p:txBody>
      </p:sp>
      <p:sp>
        <p:nvSpPr>
          <p:cNvPr id="5" name="灯片编号占位符 4"/>
          <p:cNvSpPr>
            <a:spLocks noGrp="1"/>
          </p:cNvSpPr>
          <p:nvPr>
            <p:ph type="sldNum" sz="quarter" idx="12"/>
          </p:nvPr>
        </p:nvSpPr>
        <p:spPr/>
        <p:txBody>
          <a:bodyPr/>
          <a:lstStyle>
            <a:lvl1pPr>
              <a:defRPr/>
            </a:lvl1pPr>
          </a:lstStyle>
          <a:p>
            <a:fld id="{736EC5BD-24E9-4EA7-A70B-4B7363764B79}" type="slidenum">
              <a:rPr lang="zh-CN" altLang="en-US">
                <a:solidFill>
                  <a:srgbClr val="000000"/>
                </a:solidFill>
              </a:rPr>
            </a:fld>
            <a:endParaRPr lang="en-US">
              <a:solidFill>
                <a:srgbClr val="000000"/>
              </a:solidFill>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a:lvl1pPr>
          </a:lstStyle>
          <a:p>
            <a:endParaRPr lang="en-US">
              <a:solidFill>
                <a:srgbClr val="000000"/>
              </a:solidFill>
            </a:endParaRPr>
          </a:p>
        </p:txBody>
      </p:sp>
      <p:sp>
        <p:nvSpPr>
          <p:cNvPr id="3" name="页脚占位符 2"/>
          <p:cNvSpPr>
            <a:spLocks noGrp="1"/>
          </p:cNvSpPr>
          <p:nvPr>
            <p:ph type="ftr" sz="quarter" idx="11"/>
          </p:nvPr>
        </p:nvSpPr>
        <p:spPr/>
        <p:txBody>
          <a:bodyPr/>
          <a:lstStyle>
            <a:lvl1pPr>
              <a:defRPr/>
            </a:lvl1pPr>
          </a:lstStyle>
          <a:p>
            <a:endParaRPr lang="en-US">
              <a:solidFill>
                <a:srgbClr val="000000"/>
              </a:solidFill>
            </a:endParaRPr>
          </a:p>
        </p:txBody>
      </p:sp>
      <p:sp>
        <p:nvSpPr>
          <p:cNvPr id="4" name="灯片编号占位符 3"/>
          <p:cNvSpPr>
            <a:spLocks noGrp="1"/>
          </p:cNvSpPr>
          <p:nvPr>
            <p:ph type="sldNum" sz="quarter" idx="12"/>
          </p:nvPr>
        </p:nvSpPr>
        <p:spPr/>
        <p:txBody>
          <a:bodyPr/>
          <a:lstStyle>
            <a:lvl1pPr>
              <a:defRPr/>
            </a:lvl1pPr>
          </a:lstStyle>
          <a:p>
            <a:fld id="{771A1131-1823-4CC6-9C27-28C7553E488D}" type="slidenum">
              <a:rPr lang="zh-CN" altLang="en-US">
                <a:solidFill>
                  <a:srgbClr val="000000"/>
                </a:solidFill>
              </a:rPr>
            </a:fld>
            <a:endParaRPr lang="en-US">
              <a:solidFill>
                <a:srgbClr val="000000"/>
              </a:solidFill>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42938" y="287967"/>
            <a:ext cx="4230440" cy="1225532"/>
          </a:xfrm>
        </p:spPr>
        <p:txBody>
          <a:bodyPr anchor="b"/>
          <a:lstStyle>
            <a:lvl1pPr algn="l">
              <a:defRPr sz="25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027414" y="287967"/>
            <a:ext cx="7188398" cy="6172866"/>
          </a:xfrm>
        </p:spPr>
        <p:txBody>
          <a:bodyPr/>
          <a:lstStyle>
            <a:lvl1pPr>
              <a:defRPr sz="4000"/>
            </a:lvl1pPr>
            <a:lvl2pPr>
              <a:defRPr sz="3500"/>
            </a:lvl2pPr>
            <a:lvl3pPr>
              <a:defRPr sz="3000"/>
            </a:lvl3pPr>
            <a:lvl4pPr>
              <a:defRPr sz="2500"/>
            </a:lvl4pPr>
            <a:lvl5pPr>
              <a:defRPr sz="2500"/>
            </a:lvl5pPr>
            <a:lvl6pPr>
              <a:defRPr sz="2500"/>
            </a:lvl6pPr>
            <a:lvl7pPr>
              <a:defRPr sz="2500"/>
            </a:lvl7pPr>
            <a:lvl8pPr>
              <a:defRPr sz="2500"/>
            </a:lvl8pPr>
            <a:lvl9pPr>
              <a:defRPr sz="25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642938" y="1513500"/>
            <a:ext cx="4230440" cy="4947334"/>
          </a:xfrm>
        </p:spPr>
        <p:txBody>
          <a:bodyPr/>
          <a:lstStyle>
            <a:lvl1pPr marL="0" indent="0">
              <a:buNone/>
              <a:defRPr sz="1800"/>
            </a:lvl1pPr>
            <a:lvl2pPr marL="574040" indent="0">
              <a:buNone/>
              <a:defRPr sz="1500"/>
            </a:lvl2pPr>
            <a:lvl3pPr marL="1148080" indent="0">
              <a:buNone/>
              <a:defRPr sz="1300"/>
            </a:lvl3pPr>
            <a:lvl4pPr marL="1722120" indent="0">
              <a:buNone/>
              <a:defRPr sz="1100"/>
            </a:lvl4pPr>
            <a:lvl5pPr marL="2296160" indent="0">
              <a:buNone/>
              <a:defRPr sz="1100"/>
            </a:lvl5pPr>
            <a:lvl6pPr marL="2870200" indent="0">
              <a:buNone/>
              <a:defRPr sz="1100"/>
            </a:lvl6pPr>
            <a:lvl7pPr marL="3444240" indent="0">
              <a:buNone/>
              <a:defRPr sz="1100"/>
            </a:lvl7pPr>
            <a:lvl8pPr marL="4018280" indent="0">
              <a:buNone/>
              <a:defRPr sz="1100"/>
            </a:lvl8pPr>
            <a:lvl9pPr marL="4592320" indent="0">
              <a:buNone/>
              <a:defRPr sz="11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lvl1pPr>
              <a:defRPr/>
            </a:lvl1pPr>
          </a:lstStyle>
          <a:p>
            <a:endParaRPr lang="en-US">
              <a:solidFill>
                <a:srgbClr val="000000"/>
              </a:solidFill>
            </a:endParaRPr>
          </a:p>
        </p:txBody>
      </p:sp>
      <p:sp>
        <p:nvSpPr>
          <p:cNvPr id="6" name="页脚占位符 5"/>
          <p:cNvSpPr>
            <a:spLocks noGrp="1"/>
          </p:cNvSpPr>
          <p:nvPr>
            <p:ph type="ftr" sz="quarter" idx="11"/>
          </p:nvPr>
        </p:nvSpPr>
        <p:spPr/>
        <p:txBody>
          <a:bodyPr/>
          <a:lstStyle>
            <a:lvl1pPr>
              <a:defRPr/>
            </a:lvl1pPr>
          </a:lstStyle>
          <a:p>
            <a:endParaRPr lang="en-US">
              <a:solidFill>
                <a:srgbClr val="000000"/>
              </a:solidFill>
            </a:endParaRPr>
          </a:p>
        </p:txBody>
      </p:sp>
      <p:sp>
        <p:nvSpPr>
          <p:cNvPr id="7" name="灯片编号占位符 6"/>
          <p:cNvSpPr>
            <a:spLocks noGrp="1"/>
          </p:cNvSpPr>
          <p:nvPr>
            <p:ph type="sldNum" sz="quarter" idx="12"/>
          </p:nvPr>
        </p:nvSpPr>
        <p:spPr/>
        <p:txBody>
          <a:bodyPr/>
          <a:lstStyle>
            <a:lvl1pPr>
              <a:defRPr/>
            </a:lvl1pPr>
          </a:lstStyle>
          <a:p>
            <a:fld id="{8BBBD002-17C7-4276-8054-322C093E4476}" type="slidenum">
              <a:rPr lang="zh-CN" altLang="en-US">
                <a:solidFill>
                  <a:srgbClr val="000000"/>
                </a:solidFill>
              </a:rPr>
            </a:fld>
            <a:endParaRPr lang="en-US">
              <a:solidFill>
                <a:srgbClr val="000000"/>
              </a:solidFill>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520405" y="5062855"/>
            <a:ext cx="7715250" cy="597699"/>
          </a:xfrm>
        </p:spPr>
        <p:txBody>
          <a:bodyPr anchor="b"/>
          <a:lstStyle>
            <a:lvl1pPr algn="l">
              <a:defRPr sz="25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2520405" y="646251"/>
            <a:ext cx="7715250" cy="4339590"/>
          </a:xfrm>
        </p:spPr>
        <p:txBody>
          <a:bodyPr/>
          <a:lstStyle>
            <a:lvl1pPr marL="0" indent="0">
              <a:buNone/>
              <a:defRPr sz="4000"/>
            </a:lvl1pPr>
            <a:lvl2pPr marL="574040" indent="0">
              <a:buNone/>
              <a:defRPr sz="3500"/>
            </a:lvl2pPr>
            <a:lvl3pPr marL="1148080" indent="0">
              <a:buNone/>
              <a:defRPr sz="3000"/>
            </a:lvl3pPr>
            <a:lvl4pPr marL="1722120" indent="0">
              <a:buNone/>
              <a:defRPr sz="2500"/>
            </a:lvl4pPr>
            <a:lvl5pPr marL="2296160" indent="0">
              <a:buNone/>
              <a:defRPr sz="2500"/>
            </a:lvl5pPr>
            <a:lvl6pPr marL="2870200" indent="0">
              <a:buNone/>
              <a:defRPr sz="2500"/>
            </a:lvl6pPr>
            <a:lvl7pPr marL="3444240" indent="0">
              <a:buNone/>
              <a:defRPr sz="2500"/>
            </a:lvl7pPr>
            <a:lvl8pPr marL="4018280" indent="0">
              <a:buNone/>
              <a:defRPr sz="2500"/>
            </a:lvl8pPr>
            <a:lvl9pPr marL="4592320" indent="0">
              <a:buNone/>
              <a:defRPr sz="2500"/>
            </a:lvl9pPr>
          </a:lstStyle>
          <a:p>
            <a:endParaRPr lang="zh-CN" altLang="en-US"/>
          </a:p>
        </p:txBody>
      </p:sp>
      <p:sp>
        <p:nvSpPr>
          <p:cNvPr id="4" name="文本占位符 3"/>
          <p:cNvSpPr>
            <a:spLocks noGrp="1"/>
          </p:cNvSpPr>
          <p:nvPr>
            <p:ph type="body" sz="half" idx="2"/>
          </p:nvPr>
        </p:nvSpPr>
        <p:spPr>
          <a:xfrm>
            <a:off x="2520405" y="5660554"/>
            <a:ext cx="7715250" cy="848831"/>
          </a:xfrm>
        </p:spPr>
        <p:txBody>
          <a:bodyPr/>
          <a:lstStyle>
            <a:lvl1pPr marL="0" indent="0">
              <a:buNone/>
              <a:defRPr sz="1800"/>
            </a:lvl1pPr>
            <a:lvl2pPr marL="574040" indent="0">
              <a:buNone/>
              <a:defRPr sz="1500"/>
            </a:lvl2pPr>
            <a:lvl3pPr marL="1148080" indent="0">
              <a:buNone/>
              <a:defRPr sz="1300"/>
            </a:lvl3pPr>
            <a:lvl4pPr marL="1722120" indent="0">
              <a:buNone/>
              <a:defRPr sz="1100"/>
            </a:lvl4pPr>
            <a:lvl5pPr marL="2296160" indent="0">
              <a:buNone/>
              <a:defRPr sz="1100"/>
            </a:lvl5pPr>
            <a:lvl6pPr marL="2870200" indent="0">
              <a:buNone/>
              <a:defRPr sz="1100"/>
            </a:lvl6pPr>
            <a:lvl7pPr marL="3444240" indent="0">
              <a:buNone/>
              <a:defRPr sz="1100"/>
            </a:lvl7pPr>
            <a:lvl8pPr marL="4018280" indent="0">
              <a:buNone/>
              <a:defRPr sz="1100"/>
            </a:lvl8pPr>
            <a:lvl9pPr marL="4592320" indent="0">
              <a:buNone/>
              <a:defRPr sz="11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lvl1pPr>
              <a:defRPr/>
            </a:lvl1pPr>
          </a:lstStyle>
          <a:p>
            <a:endParaRPr lang="en-US">
              <a:solidFill>
                <a:srgbClr val="000000"/>
              </a:solidFill>
            </a:endParaRPr>
          </a:p>
        </p:txBody>
      </p:sp>
      <p:sp>
        <p:nvSpPr>
          <p:cNvPr id="6" name="页脚占位符 5"/>
          <p:cNvSpPr>
            <a:spLocks noGrp="1"/>
          </p:cNvSpPr>
          <p:nvPr>
            <p:ph type="ftr" sz="quarter" idx="11"/>
          </p:nvPr>
        </p:nvSpPr>
        <p:spPr/>
        <p:txBody>
          <a:bodyPr/>
          <a:lstStyle>
            <a:lvl1pPr>
              <a:defRPr/>
            </a:lvl1pPr>
          </a:lstStyle>
          <a:p>
            <a:endParaRPr lang="en-US">
              <a:solidFill>
                <a:srgbClr val="000000"/>
              </a:solidFill>
            </a:endParaRPr>
          </a:p>
        </p:txBody>
      </p:sp>
      <p:sp>
        <p:nvSpPr>
          <p:cNvPr id="7" name="灯片编号占位符 6"/>
          <p:cNvSpPr>
            <a:spLocks noGrp="1"/>
          </p:cNvSpPr>
          <p:nvPr>
            <p:ph type="sldNum" sz="quarter" idx="12"/>
          </p:nvPr>
        </p:nvSpPr>
        <p:spPr/>
        <p:txBody>
          <a:bodyPr/>
          <a:lstStyle>
            <a:lvl1pPr>
              <a:defRPr/>
            </a:lvl1pPr>
          </a:lstStyle>
          <a:p>
            <a:fld id="{9C25A1EB-C42B-4E6E-A898-3EC4A4B70F24}" type="slidenum">
              <a:rPr lang="zh-CN" altLang="en-US">
                <a:solidFill>
                  <a:srgbClr val="000000"/>
                </a:solidFill>
              </a:rPr>
            </a:fld>
            <a:endParaRPr lang="en-US">
              <a:solidFill>
                <a:srgbClr val="000000"/>
              </a:solidFill>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endParaRPr lang="en-US">
              <a:solidFill>
                <a:srgbClr val="000000"/>
              </a:solidFill>
            </a:endParaRPr>
          </a:p>
        </p:txBody>
      </p:sp>
      <p:sp>
        <p:nvSpPr>
          <p:cNvPr id="5" name="页脚占位符 4"/>
          <p:cNvSpPr>
            <a:spLocks noGrp="1"/>
          </p:cNvSpPr>
          <p:nvPr>
            <p:ph type="ftr" sz="quarter" idx="11"/>
          </p:nvPr>
        </p:nvSpPr>
        <p:spPr/>
        <p:txBody>
          <a:bodyPr/>
          <a:lstStyle>
            <a:lvl1pPr>
              <a:defRPr/>
            </a:lvl1pPr>
          </a:lstStyle>
          <a:p>
            <a:endParaRPr lang="en-US">
              <a:solidFill>
                <a:srgbClr val="000000"/>
              </a:solidFill>
            </a:endParaRPr>
          </a:p>
        </p:txBody>
      </p:sp>
      <p:sp>
        <p:nvSpPr>
          <p:cNvPr id="6" name="灯片编号占位符 5"/>
          <p:cNvSpPr>
            <a:spLocks noGrp="1"/>
          </p:cNvSpPr>
          <p:nvPr>
            <p:ph type="sldNum" sz="quarter" idx="12"/>
          </p:nvPr>
        </p:nvSpPr>
        <p:spPr/>
        <p:txBody>
          <a:bodyPr/>
          <a:lstStyle>
            <a:lvl1pPr>
              <a:defRPr/>
            </a:lvl1pPr>
          </a:lstStyle>
          <a:p>
            <a:fld id="{F4756706-37EB-4BCB-9167-BDA80E7FFBDF}" type="slidenum">
              <a:rPr lang="zh-CN" altLang="en-US">
                <a:solidFill>
                  <a:srgbClr val="000000"/>
                </a:solidFill>
              </a:rPr>
            </a:fld>
            <a:endParaRPr lang="en-US">
              <a:solidFill>
                <a:srgbClr val="000000"/>
              </a:solidFill>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9322594" y="622812"/>
            <a:ext cx="2893219" cy="6047299"/>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642937" y="622812"/>
            <a:ext cx="8465344" cy="6047299"/>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endParaRPr lang="en-US">
              <a:solidFill>
                <a:srgbClr val="000000"/>
              </a:solidFill>
            </a:endParaRPr>
          </a:p>
        </p:txBody>
      </p:sp>
      <p:sp>
        <p:nvSpPr>
          <p:cNvPr id="5" name="页脚占位符 4"/>
          <p:cNvSpPr>
            <a:spLocks noGrp="1"/>
          </p:cNvSpPr>
          <p:nvPr>
            <p:ph type="ftr" sz="quarter" idx="11"/>
          </p:nvPr>
        </p:nvSpPr>
        <p:spPr/>
        <p:txBody>
          <a:bodyPr/>
          <a:lstStyle>
            <a:lvl1pPr>
              <a:defRPr/>
            </a:lvl1pPr>
          </a:lstStyle>
          <a:p>
            <a:endParaRPr lang="en-US">
              <a:solidFill>
                <a:srgbClr val="000000"/>
              </a:solidFill>
            </a:endParaRPr>
          </a:p>
        </p:txBody>
      </p:sp>
      <p:sp>
        <p:nvSpPr>
          <p:cNvPr id="6" name="灯片编号占位符 5"/>
          <p:cNvSpPr>
            <a:spLocks noGrp="1"/>
          </p:cNvSpPr>
          <p:nvPr>
            <p:ph type="sldNum" sz="quarter" idx="12"/>
          </p:nvPr>
        </p:nvSpPr>
        <p:spPr/>
        <p:txBody>
          <a:bodyPr/>
          <a:lstStyle>
            <a:lvl1pPr>
              <a:defRPr/>
            </a:lvl1pPr>
          </a:lstStyle>
          <a:p>
            <a:fld id="{D457E5D1-B682-4DFF-A4EB-668F1922C941}" type="slidenum">
              <a:rPr lang="zh-CN" altLang="en-US">
                <a:solidFill>
                  <a:srgbClr val="000000"/>
                </a:solidFill>
              </a:rPr>
            </a:fld>
            <a:endParaRPr lang="en-US">
              <a:solidFill>
                <a:srgbClr val="000000"/>
              </a:solidFill>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2652117" y="622812"/>
            <a:ext cx="8358188" cy="594350"/>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642938" y="1366167"/>
            <a:ext cx="5679281" cy="5303943"/>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6536531" y="1366167"/>
            <a:ext cx="5679281" cy="5303943"/>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a:xfrm>
            <a:off x="642938" y="6750474"/>
            <a:ext cx="3000375" cy="338193"/>
          </a:xfrm>
        </p:spPr>
        <p:txBody>
          <a:bodyPr/>
          <a:lstStyle>
            <a:lvl1pPr>
              <a:defRPr/>
            </a:lvl1pPr>
          </a:lstStyle>
          <a:p>
            <a:endParaRPr lang="en-US">
              <a:solidFill>
                <a:srgbClr val="000000"/>
              </a:solidFill>
            </a:endParaRPr>
          </a:p>
        </p:txBody>
      </p:sp>
      <p:sp>
        <p:nvSpPr>
          <p:cNvPr id="6" name="页脚占位符 5"/>
          <p:cNvSpPr>
            <a:spLocks noGrp="1"/>
          </p:cNvSpPr>
          <p:nvPr>
            <p:ph type="ftr" sz="quarter" idx="11"/>
          </p:nvPr>
        </p:nvSpPr>
        <p:spPr>
          <a:xfrm>
            <a:off x="4393406" y="6750474"/>
            <a:ext cx="4071938" cy="338193"/>
          </a:xfrm>
        </p:spPr>
        <p:txBody>
          <a:bodyPr/>
          <a:lstStyle>
            <a:lvl1pPr>
              <a:defRPr/>
            </a:lvl1pPr>
          </a:lstStyle>
          <a:p>
            <a:endParaRPr lang="en-US">
              <a:solidFill>
                <a:srgbClr val="000000"/>
              </a:solidFill>
            </a:endParaRPr>
          </a:p>
        </p:txBody>
      </p:sp>
      <p:sp>
        <p:nvSpPr>
          <p:cNvPr id="7" name="灯片编号占位符 6"/>
          <p:cNvSpPr>
            <a:spLocks noGrp="1"/>
          </p:cNvSpPr>
          <p:nvPr>
            <p:ph type="sldNum" sz="quarter" idx="12"/>
          </p:nvPr>
        </p:nvSpPr>
        <p:spPr>
          <a:xfrm>
            <a:off x="9215438" y="6750474"/>
            <a:ext cx="3000375" cy="338193"/>
          </a:xfrm>
        </p:spPr>
        <p:txBody>
          <a:bodyPr/>
          <a:lstStyle>
            <a:lvl1pPr>
              <a:defRPr/>
            </a:lvl1pPr>
          </a:lstStyle>
          <a:p>
            <a:fld id="{0459FB57-0AAC-4BD4-91BC-5DE7C17C95F3}" type="slidenum">
              <a:rPr lang="zh-CN" altLang="en-US">
                <a:solidFill>
                  <a:srgbClr val="000000"/>
                </a:solidFill>
              </a:rPr>
            </a:fld>
            <a:endParaRPr lang="en-US">
              <a:solidFill>
                <a:srgbClr val="000000"/>
              </a:solidFill>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2652117" y="622812"/>
            <a:ext cx="8358188" cy="594350"/>
          </a:xfrm>
        </p:spPr>
        <p:txBody>
          <a:bodyPr/>
          <a:lstStyle/>
          <a:p>
            <a:r>
              <a:rPr lang="zh-CN" altLang="en-US" smtClean="0"/>
              <a:t>单击此处编辑母版标题样式</a:t>
            </a:r>
            <a:endParaRPr lang="zh-CN" altLang="en-US"/>
          </a:p>
        </p:txBody>
      </p:sp>
      <p:sp>
        <p:nvSpPr>
          <p:cNvPr id="3" name="表格占位符 2"/>
          <p:cNvSpPr>
            <a:spLocks noGrp="1"/>
          </p:cNvSpPr>
          <p:nvPr>
            <p:ph type="tbl" idx="1"/>
          </p:nvPr>
        </p:nvSpPr>
        <p:spPr>
          <a:xfrm>
            <a:off x="642938" y="1366167"/>
            <a:ext cx="11572875" cy="5303943"/>
          </a:xfrm>
        </p:spPr>
        <p:txBody>
          <a:bodyPr/>
          <a:lstStyle/>
          <a:p>
            <a:endParaRPr lang="zh-CN" altLang="en-US"/>
          </a:p>
        </p:txBody>
      </p:sp>
      <p:sp>
        <p:nvSpPr>
          <p:cNvPr id="4" name="日期占位符 3"/>
          <p:cNvSpPr>
            <a:spLocks noGrp="1"/>
          </p:cNvSpPr>
          <p:nvPr>
            <p:ph type="dt" sz="half" idx="10"/>
          </p:nvPr>
        </p:nvSpPr>
        <p:spPr>
          <a:xfrm>
            <a:off x="642938" y="6750474"/>
            <a:ext cx="3000375" cy="338193"/>
          </a:xfrm>
        </p:spPr>
        <p:txBody>
          <a:bodyPr/>
          <a:lstStyle>
            <a:lvl1pPr>
              <a:defRPr/>
            </a:lvl1pPr>
          </a:lstStyle>
          <a:p>
            <a:endParaRPr lang="en-US">
              <a:solidFill>
                <a:srgbClr val="000000"/>
              </a:solidFill>
            </a:endParaRPr>
          </a:p>
        </p:txBody>
      </p:sp>
      <p:sp>
        <p:nvSpPr>
          <p:cNvPr id="5" name="页脚占位符 4"/>
          <p:cNvSpPr>
            <a:spLocks noGrp="1"/>
          </p:cNvSpPr>
          <p:nvPr>
            <p:ph type="ftr" sz="quarter" idx="11"/>
          </p:nvPr>
        </p:nvSpPr>
        <p:spPr>
          <a:xfrm>
            <a:off x="4393406" y="6750474"/>
            <a:ext cx="4071938" cy="338193"/>
          </a:xfrm>
        </p:spPr>
        <p:txBody>
          <a:bodyPr/>
          <a:lstStyle>
            <a:lvl1pPr>
              <a:defRPr/>
            </a:lvl1pPr>
          </a:lstStyle>
          <a:p>
            <a:endParaRPr lang="en-US">
              <a:solidFill>
                <a:srgbClr val="000000"/>
              </a:solidFill>
            </a:endParaRPr>
          </a:p>
        </p:txBody>
      </p:sp>
      <p:sp>
        <p:nvSpPr>
          <p:cNvPr id="6" name="灯片编号占位符 5"/>
          <p:cNvSpPr>
            <a:spLocks noGrp="1"/>
          </p:cNvSpPr>
          <p:nvPr>
            <p:ph type="sldNum" sz="quarter" idx="12"/>
          </p:nvPr>
        </p:nvSpPr>
        <p:spPr>
          <a:xfrm>
            <a:off x="9215438" y="6750474"/>
            <a:ext cx="3000375" cy="338193"/>
          </a:xfrm>
        </p:spPr>
        <p:txBody>
          <a:bodyPr/>
          <a:lstStyle>
            <a:lvl1pPr>
              <a:defRPr/>
            </a:lvl1pPr>
          </a:lstStyle>
          <a:p>
            <a:fld id="{2DEA1956-958C-4D8C-A616-7BD010F0F3E3}" type="slidenum">
              <a:rPr lang="zh-CN" altLang="en-US">
                <a:solidFill>
                  <a:srgbClr val="000000"/>
                </a:solidFill>
              </a:rPr>
            </a:fld>
            <a:endParaRPr lang="en-US">
              <a:solidFill>
                <a:srgbClr val="000000"/>
              </a:solidFill>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11.xml"/><Relationship Id="rId8" Type="http://schemas.openxmlformats.org/officeDocument/2006/relationships/slideLayout" Target="../slideLayouts/slideLayout10.xml"/><Relationship Id="rId7" Type="http://schemas.openxmlformats.org/officeDocument/2006/relationships/slideLayout" Target="../slideLayouts/slideLayout9.xml"/><Relationship Id="rId6" Type="http://schemas.openxmlformats.org/officeDocument/2006/relationships/slideLayout" Target="../slideLayouts/slideLayout8.xml"/><Relationship Id="rId5" Type="http://schemas.openxmlformats.org/officeDocument/2006/relationships/slideLayout" Target="../slideLayouts/slideLayout7.xml"/><Relationship Id="rId4" Type="http://schemas.openxmlformats.org/officeDocument/2006/relationships/slideLayout" Target="../slideLayouts/slideLayout6.xml"/><Relationship Id="rId3" Type="http://schemas.openxmlformats.org/officeDocument/2006/relationships/slideLayout" Target="../slideLayouts/slideLayout5.xml"/><Relationship Id="rId2" Type="http://schemas.openxmlformats.org/officeDocument/2006/relationships/slideLayout" Target="../slideLayouts/slideLayout4.xml"/><Relationship Id="rId12" Type="http://schemas.openxmlformats.org/officeDocument/2006/relationships/theme" Target="../theme/theme2.xml"/><Relationship Id="rId11" Type="http://schemas.openxmlformats.org/officeDocument/2006/relationships/slideLayout" Target="../slideLayouts/slideLayout13.xml"/><Relationship Id="rId10" Type="http://schemas.openxmlformats.org/officeDocument/2006/relationships/slideLayout" Target="../slideLayouts/slideLayout12.xml"/><Relationship Id="rId1" Type="http://schemas.openxmlformats.org/officeDocument/2006/relationships/slideLayout" Target="../slideLayouts/slideLayout3.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22.xml"/><Relationship Id="rId8" Type="http://schemas.openxmlformats.org/officeDocument/2006/relationships/slideLayout" Target="../slideLayouts/slideLayout21.xml"/><Relationship Id="rId7" Type="http://schemas.openxmlformats.org/officeDocument/2006/relationships/slideLayout" Target="../slideLayouts/slideLayout20.xml"/><Relationship Id="rId6" Type="http://schemas.openxmlformats.org/officeDocument/2006/relationships/slideLayout" Target="../slideLayouts/slideLayout19.xml"/><Relationship Id="rId5" Type="http://schemas.openxmlformats.org/officeDocument/2006/relationships/slideLayout" Target="../slideLayouts/slideLayout18.xml"/><Relationship Id="rId4" Type="http://schemas.openxmlformats.org/officeDocument/2006/relationships/slideLayout" Target="../slideLayouts/slideLayout17.xml"/><Relationship Id="rId3" Type="http://schemas.openxmlformats.org/officeDocument/2006/relationships/slideLayout" Target="../slideLayouts/slideLayout16.xml"/><Relationship Id="rId2" Type="http://schemas.openxmlformats.org/officeDocument/2006/relationships/slideLayout" Target="../slideLayouts/slideLayout15.xml"/><Relationship Id="rId14" Type="http://schemas.openxmlformats.org/officeDocument/2006/relationships/theme" Target="../theme/theme3.xml"/><Relationship Id="rId13" Type="http://schemas.openxmlformats.org/officeDocument/2006/relationships/slideLayout" Target="../slideLayouts/slideLayout26.xml"/><Relationship Id="rId12" Type="http://schemas.openxmlformats.org/officeDocument/2006/relationships/slideLayout" Target="../slideLayouts/slideLayout25.xml"/><Relationship Id="rId11" Type="http://schemas.openxmlformats.org/officeDocument/2006/relationships/slideLayout" Target="../slideLayouts/slideLayout24.xml"/><Relationship Id="rId10" Type="http://schemas.openxmlformats.org/officeDocument/2006/relationships/slideLayout" Target="../slideLayouts/slideLayout23.xml"/><Relationship Id="rId1" Type="http://schemas.openxmlformats.org/officeDocument/2006/relationships/slideLayout" Target="../slideLayouts/slideLayout14.xml"/></Relationships>
</file>

<file path=ppt/slideMasters/_rels/slideMaster4.xml.rels><?xml version="1.0" encoding="UTF-8" standalone="yes"?>
<Relationships xmlns="http://schemas.openxmlformats.org/package/2006/relationships"><Relationship Id="rId9" Type="http://schemas.openxmlformats.org/officeDocument/2006/relationships/slideLayout" Target="../slideLayouts/slideLayout35.xml"/><Relationship Id="rId8" Type="http://schemas.openxmlformats.org/officeDocument/2006/relationships/slideLayout" Target="../slideLayouts/slideLayout34.xml"/><Relationship Id="rId7" Type="http://schemas.openxmlformats.org/officeDocument/2006/relationships/slideLayout" Target="../slideLayouts/slideLayout33.xml"/><Relationship Id="rId6" Type="http://schemas.openxmlformats.org/officeDocument/2006/relationships/slideLayout" Target="../slideLayouts/slideLayout32.xml"/><Relationship Id="rId5" Type="http://schemas.openxmlformats.org/officeDocument/2006/relationships/slideLayout" Target="../slideLayouts/slideLayout31.xml"/><Relationship Id="rId4" Type="http://schemas.openxmlformats.org/officeDocument/2006/relationships/slideLayout" Target="../slideLayouts/slideLayout30.xml"/><Relationship Id="rId3" Type="http://schemas.openxmlformats.org/officeDocument/2006/relationships/slideLayout" Target="../slideLayouts/slideLayout29.xml"/><Relationship Id="rId2" Type="http://schemas.openxmlformats.org/officeDocument/2006/relationships/slideLayout" Target="../slideLayouts/slideLayout28.xml"/><Relationship Id="rId14" Type="http://schemas.openxmlformats.org/officeDocument/2006/relationships/theme" Target="../theme/theme4.xml"/><Relationship Id="rId13" Type="http://schemas.openxmlformats.org/officeDocument/2006/relationships/slideLayout" Target="../slideLayouts/slideLayout39.xml"/><Relationship Id="rId12" Type="http://schemas.openxmlformats.org/officeDocument/2006/relationships/slideLayout" Target="../slideLayouts/slideLayout38.xml"/><Relationship Id="rId11" Type="http://schemas.openxmlformats.org/officeDocument/2006/relationships/slideLayout" Target="../slideLayouts/slideLayout37.xml"/><Relationship Id="rId10" Type="http://schemas.openxmlformats.org/officeDocument/2006/relationships/slideLayout" Target="../slideLayouts/slideLayout36.xml"/><Relationship Id="rId1"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a:lvl1pPr algn="l" defTabSz="91313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313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165" indent="-228600" algn="l" defTabSz="91313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1730" indent="-228600" algn="l" defTabSz="91313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598295" indent="-228600" algn="l" defTabSz="91313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4860" indent="-228600" algn="l" defTabSz="91313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2060" indent="-228600" algn="l" defTabSz="91313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68625" indent="-228600" algn="l" defTabSz="91313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5190" indent="-228600" algn="l" defTabSz="91313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1755" indent="-228600" algn="l" defTabSz="91313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3130" rtl="0" eaLnBrk="1" latinLnBrk="0" hangingPunct="1">
        <a:defRPr sz="1800" kern="1200">
          <a:solidFill>
            <a:schemeClr val="tx1"/>
          </a:solidFill>
          <a:latin typeface="+mn-lt"/>
          <a:ea typeface="+mn-ea"/>
          <a:cs typeface="+mn-cs"/>
        </a:defRPr>
      </a:lvl1pPr>
      <a:lvl2pPr marL="456565" algn="l" defTabSz="913130" rtl="0" eaLnBrk="1" latinLnBrk="0" hangingPunct="1">
        <a:defRPr sz="1800" kern="1200">
          <a:solidFill>
            <a:schemeClr val="tx1"/>
          </a:solidFill>
          <a:latin typeface="+mn-lt"/>
          <a:ea typeface="+mn-ea"/>
          <a:cs typeface="+mn-cs"/>
        </a:defRPr>
      </a:lvl2pPr>
      <a:lvl3pPr marL="913130" algn="l" defTabSz="913130" rtl="0" eaLnBrk="1" latinLnBrk="0" hangingPunct="1">
        <a:defRPr sz="1800" kern="1200">
          <a:solidFill>
            <a:schemeClr val="tx1"/>
          </a:solidFill>
          <a:latin typeface="+mn-lt"/>
          <a:ea typeface="+mn-ea"/>
          <a:cs typeface="+mn-cs"/>
        </a:defRPr>
      </a:lvl3pPr>
      <a:lvl4pPr marL="1370330" algn="l" defTabSz="913130" rtl="0" eaLnBrk="1" latinLnBrk="0" hangingPunct="1">
        <a:defRPr sz="1800" kern="1200">
          <a:solidFill>
            <a:schemeClr val="tx1"/>
          </a:solidFill>
          <a:latin typeface="+mn-lt"/>
          <a:ea typeface="+mn-ea"/>
          <a:cs typeface="+mn-cs"/>
        </a:defRPr>
      </a:lvl4pPr>
      <a:lvl5pPr marL="1826895" algn="l" defTabSz="913130" rtl="0" eaLnBrk="1" latinLnBrk="0" hangingPunct="1">
        <a:defRPr sz="1800" kern="1200">
          <a:solidFill>
            <a:schemeClr val="tx1"/>
          </a:solidFill>
          <a:latin typeface="+mn-lt"/>
          <a:ea typeface="+mn-ea"/>
          <a:cs typeface="+mn-cs"/>
        </a:defRPr>
      </a:lvl5pPr>
      <a:lvl6pPr marL="2283460" algn="l" defTabSz="913130" rtl="0" eaLnBrk="1" latinLnBrk="0" hangingPunct="1">
        <a:defRPr sz="1800" kern="1200">
          <a:solidFill>
            <a:schemeClr val="tx1"/>
          </a:solidFill>
          <a:latin typeface="+mn-lt"/>
          <a:ea typeface="+mn-ea"/>
          <a:cs typeface="+mn-cs"/>
        </a:defRPr>
      </a:lvl6pPr>
      <a:lvl7pPr marL="2740025" algn="l" defTabSz="913130" rtl="0" eaLnBrk="1" latinLnBrk="0" hangingPunct="1">
        <a:defRPr sz="1800" kern="1200">
          <a:solidFill>
            <a:schemeClr val="tx1"/>
          </a:solidFill>
          <a:latin typeface="+mn-lt"/>
          <a:ea typeface="+mn-ea"/>
          <a:cs typeface="+mn-cs"/>
        </a:defRPr>
      </a:lvl7pPr>
      <a:lvl8pPr marL="3196590" algn="l" defTabSz="913130" rtl="0" eaLnBrk="1" latinLnBrk="0" hangingPunct="1">
        <a:defRPr sz="1800" kern="1200">
          <a:solidFill>
            <a:schemeClr val="tx1"/>
          </a:solidFill>
          <a:latin typeface="+mn-lt"/>
          <a:ea typeface="+mn-ea"/>
          <a:cs typeface="+mn-cs"/>
        </a:defRPr>
      </a:lvl8pPr>
      <a:lvl9pPr marL="3653790" algn="l" defTabSz="91313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ChangeArrowheads="1"/>
          </p:cNvSpPr>
          <p:nvPr/>
        </p:nvSpPr>
        <p:spPr bwMode="auto">
          <a:xfrm>
            <a:off x="2035969" y="592677"/>
            <a:ext cx="10822781" cy="681410"/>
          </a:xfrm>
          <a:prstGeom prst="rect">
            <a:avLst/>
          </a:prstGeom>
          <a:solidFill>
            <a:schemeClr val="tx1"/>
          </a:solidFill>
          <a:ln w="9525" cmpd="sng">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4651" tIns="57327" rIns="114651" bIns="57327" anchor="ctr"/>
          <a:lstStyle/>
          <a:p>
            <a:pPr>
              <a:buFont typeface="Arial" panose="020B0604020202020204" pitchFamily="34" charset="0"/>
              <a:buNone/>
            </a:pPr>
            <a:endParaRPr lang="zh-CN" altLang="en-US" smtClean="0">
              <a:solidFill>
                <a:srgbClr val="000000"/>
              </a:solidFill>
              <a:latin typeface="Arial" panose="020B0604020202020204" pitchFamily="34" charset="0"/>
              <a:ea typeface="+mn-ea"/>
            </a:endParaRPr>
          </a:p>
        </p:txBody>
      </p:sp>
      <p:sp>
        <p:nvSpPr>
          <p:cNvPr id="1027" name="Rectangle 3"/>
          <p:cNvSpPr>
            <a:spLocks noChangeArrowheads="1"/>
          </p:cNvSpPr>
          <p:nvPr/>
        </p:nvSpPr>
        <p:spPr bwMode="auto">
          <a:xfrm>
            <a:off x="0" y="589327"/>
            <a:ext cx="2035969" cy="696477"/>
          </a:xfrm>
          <a:prstGeom prst="rect">
            <a:avLst/>
          </a:prstGeom>
          <a:solidFill>
            <a:schemeClr val="tx2"/>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4651" tIns="57327" rIns="114651" bIns="57327" anchor="ctr"/>
          <a:lstStyle/>
          <a:p>
            <a:pPr>
              <a:buFont typeface="Arial" panose="020B0604020202020204" pitchFamily="34" charset="0"/>
              <a:buNone/>
            </a:pPr>
            <a:endParaRPr lang="zh-CN" altLang="en-US" smtClean="0">
              <a:solidFill>
                <a:srgbClr val="000000"/>
              </a:solidFill>
              <a:latin typeface="Arial" panose="020B0604020202020204" pitchFamily="34" charset="0"/>
              <a:ea typeface="+mn-ea"/>
            </a:endParaRPr>
          </a:p>
        </p:txBody>
      </p:sp>
      <p:sp>
        <p:nvSpPr>
          <p:cNvPr id="1028" name="AutoShape 4"/>
          <p:cNvSpPr>
            <a:spLocks noChangeArrowheads="1"/>
          </p:cNvSpPr>
          <p:nvPr/>
        </p:nvSpPr>
        <p:spPr bwMode="auto">
          <a:xfrm rot="5400000">
            <a:off x="404080" y="155694"/>
            <a:ext cx="401814" cy="321469"/>
          </a:xfrm>
          <a:prstGeom prst="triangle">
            <a:avLst>
              <a:gd name="adj" fmla="val 50000"/>
            </a:avLst>
          </a:prstGeom>
          <a:solidFill>
            <a:schemeClr val="bg2"/>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4651" tIns="57327" rIns="114651" bIns="57327" anchor="ctr"/>
          <a:lstStyle/>
          <a:p>
            <a:pPr>
              <a:buFont typeface="Arial" panose="020B0604020202020204" pitchFamily="34" charset="0"/>
              <a:buNone/>
            </a:pPr>
            <a:endParaRPr lang="zh-CN" altLang="en-US" smtClean="0">
              <a:solidFill>
                <a:srgbClr val="000000"/>
              </a:solidFill>
              <a:latin typeface="Arial" panose="020B0604020202020204" pitchFamily="34" charset="0"/>
              <a:ea typeface="+mn-ea"/>
            </a:endParaRPr>
          </a:p>
        </p:txBody>
      </p:sp>
      <p:sp>
        <p:nvSpPr>
          <p:cNvPr id="1029" name="AutoShape 5"/>
          <p:cNvSpPr>
            <a:spLocks noChangeArrowheads="1"/>
          </p:cNvSpPr>
          <p:nvPr/>
        </p:nvSpPr>
        <p:spPr bwMode="auto">
          <a:xfrm rot="5400000">
            <a:off x="832705" y="155694"/>
            <a:ext cx="401814" cy="321469"/>
          </a:xfrm>
          <a:prstGeom prst="triangle">
            <a:avLst>
              <a:gd name="adj" fmla="val 50000"/>
            </a:avLst>
          </a:prstGeom>
          <a:solidFill>
            <a:schemeClr val="bg2">
              <a:alpha val="84000"/>
            </a:schemeClr>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4651" tIns="57327" rIns="114651" bIns="57327" anchor="ctr"/>
          <a:lstStyle/>
          <a:p>
            <a:pPr>
              <a:buFont typeface="Arial" panose="020B0604020202020204" pitchFamily="34" charset="0"/>
              <a:buNone/>
            </a:pPr>
            <a:endParaRPr lang="zh-CN" altLang="en-US" smtClean="0">
              <a:solidFill>
                <a:srgbClr val="000000"/>
              </a:solidFill>
              <a:latin typeface="Arial" panose="020B0604020202020204" pitchFamily="34" charset="0"/>
              <a:ea typeface="+mn-ea"/>
            </a:endParaRPr>
          </a:p>
        </p:txBody>
      </p:sp>
      <p:sp>
        <p:nvSpPr>
          <p:cNvPr id="1030" name="AutoShape 6"/>
          <p:cNvSpPr>
            <a:spLocks noChangeArrowheads="1"/>
          </p:cNvSpPr>
          <p:nvPr/>
        </p:nvSpPr>
        <p:spPr bwMode="auto">
          <a:xfrm rot="5400000">
            <a:off x="1261330" y="155694"/>
            <a:ext cx="401814" cy="321469"/>
          </a:xfrm>
          <a:prstGeom prst="triangle">
            <a:avLst>
              <a:gd name="adj" fmla="val 50000"/>
            </a:avLst>
          </a:prstGeom>
          <a:solidFill>
            <a:schemeClr val="bg2">
              <a:alpha val="56000"/>
            </a:schemeClr>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4651" tIns="57327" rIns="114651" bIns="57327" anchor="ctr"/>
          <a:lstStyle/>
          <a:p>
            <a:pPr>
              <a:buFont typeface="Arial" panose="020B0604020202020204" pitchFamily="34" charset="0"/>
              <a:buNone/>
            </a:pPr>
            <a:endParaRPr lang="zh-CN" altLang="en-US" smtClean="0">
              <a:solidFill>
                <a:srgbClr val="000000"/>
              </a:solidFill>
              <a:latin typeface="Arial" panose="020B0604020202020204" pitchFamily="34" charset="0"/>
              <a:ea typeface="+mn-ea"/>
            </a:endParaRPr>
          </a:p>
        </p:txBody>
      </p:sp>
      <p:sp>
        <p:nvSpPr>
          <p:cNvPr id="1031" name="AutoShape 7"/>
          <p:cNvSpPr>
            <a:spLocks noChangeArrowheads="1"/>
          </p:cNvSpPr>
          <p:nvPr/>
        </p:nvSpPr>
        <p:spPr bwMode="auto">
          <a:xfrm rot="5400000">
            <a:off x="1689955" y="155694"/>
            <a:ext cx="401814" cy="321469"/>
          </a:xfrm>
          <a:prstGeom prst="triangle">
            <a:avLst>
              <a:gd name="adj" fmla="val 50000"/>
            </a:avLst>
          </a:prstGeom>
          <a:solidFill>
            <a:schemeClr val="bg2">
              <a:alpha val="26999"/>
            </a:schemeClr>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4651" tIns="57327" rIns="114651" bIns="57327" anchor="ctr"/>
          <a:lstStyle/>
          <a:p>
            <a:pPr>
              <a:buFont typeface="Arial" panose="020B0604020202020204" pitchFamily="34" charset="0"/>
              <a:buNone/>
            </a:pPr>
            <a:endParaRPr lang="zh-CN" altLang="en-US" smtClean="0">
              <a:solidFill>
                <a:srgbClr val="000000"/>
              </a:solidFill>
              <a:latin typeface="Arial" panose="020B0604020202020204" pitchFamily="34" charset="0"/>
              <a:ea typeface="+mn-ea"/>
            </a:endParaRPr>
          </a:p>
        </p:txBody>
      </p:sp>
      <p:sp>
        <p:nvSpPr>
          <p:cNvPr id="1032" name="Rectangle 8"/>
          <p:cNvSpPr>
            <a:spLocks noGrp="1" noChangeArrowheads="1"/>
          </p:cNvSpPr>
          <p:nvPr>
            <p:ph type="body" idx="1"/>
          </p:nvPr>
        </p:nvSpPr>
        <p:spPr bwMode="auto">
          <a:xfrm>
            <a:off x="642939" y="1366167"/>
            <a:ext cx="11572875" cy="53039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14651" tIns="57327" rIns="114651" bIns="57327" numCol="1" anchor="t" anchorCtr="0" compatLnSpc="1"/>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smtClean="0"/>
          </a:p>
        </p:txBody>
      </p:sp>
      <p:sp>
        <p:nvSpPr>
          <p:cNvPr id="1033" name="Rectangle 9"/>
          <p:cNvSpPr>
            <a:spLocks noGrp="1" noChangeArrowheads="1"/>
          </p:cNvSpPr>
          <p:nvPr>
            <p:ph type="dt" sz="half" idx="2"/>
          </p:nvPr>
        </p:nvSpPr>
        <p:spPr bwMode="auto">
          <a:xfrm>
            <a:off x="642939" y="6750486"/>
            <a:ext cx="3000375" cy="3381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14651" tIns="57327" rIns="114651" bIns="57327" numCol="1" anchor="t" anchorCtr="0" compatLnSpc="1"/>
          <a:lstStyle>
            <a:lvl1pPr>
              <a:defRPr sz="1800">
                <a:ea typeface="宋体" panose="02010600030101010101" pitchFamily="2" charset="-122"/>
              </a:defRPr>
            </a:lvl1pPr>
          </a:lstStyle>
          <a:p>
            <a:pPr>
              <a:buFont typeface="Arial" panose="020B0604020202020204" pitchFamily="34" charset="0"/>
              <a:buNone/>
            </a:pPr>
            <a:endParaRPr lang="en-US" smtClean="0">
              <a:solidFill>
                <a:srgbClr val="000000"/>
              </a:solidFill>
              <a:latin typeface="Arial" panose="020B0604020202020204" pitchFamily="34" charset="0"/>
            </a:endParaRPr>
          </a:p>
        </p:txBody>
      </p:sp>
      <p:sp>
        <p:nvSpPr>
          <p:cNvPr id="1034" name="Rectangle 10"/>
          <p:cNvSpPr>
            <a:spLocks noGrp="1" noChangeArrowheads="1"/>
          </p:cNvSpPr>
          <p:nvPr>
            <p:ph type="ftr" sz="quarter" idx="3"/>
          </p:nvPr>
        </p:nvSpPr>
        <p:spPr bwMode="auto">
          <a:xfrm>
            <a:off x="4393406" y="6750486"/>
            <a:ext cx="4071938" cy="3381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14651" tIns="57327" rIns="114651" bIns="57327" numCol="1" anchor="t" anchorCtr="0" compatLnSpc="1"/>
          <a:lstStyle>
            <a:lvl1pPr algn="ctr">
              <a:defRPr sz="1800">
                <a:ea typeface="宋体" panose="02010600030101010101" pitchFamily="2" charset="-122"/>
              </a:defRPr>
            </a:lvl1pPr>
          </a:lstStyle>
          <a:p>
            <a:pPr>
              <a:buFont typeface="Arial" panose="020B0604020202020204" pitchFamily="34" charset="0"/>
              <a:buNone/>
            </a:pPr>
            <a:endParaRPr lang="en-US" smtClean="0">
              <a:solidFill>
                <a:srgbClr val="000000"/>
              </a:solidFill>
              <a:latin typeface="Arial" panose="020B0604020202020204" pitchFamily="34" charset="0"/>
            </a:endParaRPr>
          </a:p>
        </p:txBody>
      </p:sp>
      <p:sp>
        <p:nvSpPr>
          <p:cNvPr id="1035" name="Rectangle 11"/>
          <p:cNvSpPr>
            <a:spLocks noGrp="1" noChangeArrowheads="1"/>
          </p:cNvSpPr>
          <p:nvPr>
            <p:ph type="sldNum" sz="quarter" idx="4"/>
          </p:nvPr>
        </p:nvSpPr>
        <p:spPr bwMode="auto">
          <a:xfrm>
            <a:off x="9215439" y="6750486"/>
            <a:ext cx="3000375" cy="3381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14651" tIns="57327" rIns="114651" bIns="57327" numCol="1" anchor="t" anchorCtr="0" compatLnSpc="1"/>
          <a:lstStyle>
            <a:lvl1pPr algn="r">
              <a:defRPr sz="1800">
                <a:ea typeface="宋体" panose="02010600030101010101" pitchFamily="2" charset="-122"/>
              </a:defRPr>
            </a:lvl1pPr>
          </a:lstStyle>
          <a:p>
            <a:pPr>
              <a:buFont typeface="Arial" panose="020B0604020202020204" pitchFamily="34" charset="0"/>
              <a:buNone/>
            </a:pPr>
            <a:fld id="{E885DCAE-4A19-439B-9674-D186DD8CF82A}" type="slidenum">
              <a:rPr lang="zh-CN" altLang="en-US" smtClean="0">
                <a:solidFill>
                  <a:srgbClr val="000000"/>
                </a:solidFill>
                <a:latin typeface="Arial" panose="020B0604020202020204" pitchFamily="34" charset="0"/>
              </a:rPr>
            </a:fld>
            <a:endParaRPr lang="en-US" smtClean="0">
              <a:solidFill>
                <a:srgbClr val="000000"/>
              </a:solidFill>
              <a:latin typeface="Arial" panose="020B0604020202020204" pitchFamily="34" charset="0"/>
            </a:endParaRPr>
          </a:p>
        </p:txBody>
      </p:sp>
      <p:sp>
        <p:nvSpPr>
          <p:cNvPr id="1036" name="Rectangle 12"/>
          <p:cNvSpPr>
            <a:spLocks noGrp="1" noChangeArrowheads="1"/>
          </p:cNvSpPr>
          <p:nvPr>
            <p:ph type="title"/>
          </p:nvPr>
        </p:nvSpPr>
        <p:spPr bwMode="auto">
          <a:xfrm>
            <a:off x="2652117" y="622812"/>
            <a:ext cx="8358188" cy="594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45791" dir="2021404" algn="ctr" rotWithShape="0">
                    <a:schemeClr val="tx1"/>
                  </a:outerShdw>
                </a:effectLst>
              </a14:hiddenEffects>
            </a:ext>
          </a:extLst>
        </p:spPr>
        <p:txBody>
          <a:bodyPr vert="horz" wrap="square" lIns="114651" tIns="57327" rIns="114651" bIns="57327" numCol="1" anchor="ctr" anchorCtr="0" compatLnSpc="1"/>
          <a:lstStyle/>
          <a:p>
            <a:pPr lvl="0"/>
            <a:r>
              <a:rPr lang="zh-CN" altLang="en-US" smtClean="0"/>
              <a:t>单击此处编辑母版标题样式</a:t>
            </a:r>
            <a:endParaRPr lang="zh-CN" altLang="en-US" smtClean="0"/>
          </a:p>
        </p:txBody>
      </p:sp>
    </p:spTree>
  </p:cSld>
  <p:clrMap bg1="lt1" tx1="dk1" bg2="lt2" tx2="dk2" accent1="accent1" accent2="accent2" accent3="accent3" accent4="accent4" accent5="accent5" accent6="accent6" hlink="hlink" folHlink="folHlink"/>
  <p:sldLayoutIdLst>
    <p:sldLayoutId id="2147483652" r:id="rId1"/>
    <p:sldLayoutId id="2147483653"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Lst>
  <p:txStyles>
    <p:titleStyle>
      <a:lvl1pPr algn="ctr" rtl="0" fontAlgn="base">
        <a:spcBef>
          <a:spcPct val="0"/>
        </a:spcBef>
        <a:spcAft>
          <a:spcPct val="0"/>
        </a:spcAft>
        <a:defRPr sz="4000" b="1">
          <a:solidFill>
            <a:schemeClr val="bg1"/>
          </a:solidFill>
          <a:latin typeface="+mj-lt"/>
          <a:ea typeface="+mj-ea"/>
          <a:cs typeface="+mj-cs"/>
        </a:defRPr>
      </a:lvl1pPr>
      <a:lvl2pPr algn="ctr" rtl="0" fontAlgn="base">
        <a:spcBef>
          <a:spcPct val="0"/>
        </a:spcBef>
        <a:spcAft>
          <a:spcPct val="0"/>
        </a:spcAft>
        <a:defRPr sz="4000" b="1">
          <a:solidFill>
            <a:schemeClr val="bg1"/>
          </a:solidFill>
          <a:latin typeface="Arial" panose="020B0604020202020204" pitchFamily="34" charset="0"/>
        </a:defRPr>
      </a:lvl2pPr>
      <a:lvl3pPr algn="ctr" rtl="0" fontAlgn="base">
        <a:spcBef>
          <a:spcPct val="0"/>
        </a:spcBef>
        <a:spcAft>
          <a:spcPct val="0"/>
        </a:spcAft>
        <a:defRPr sz="4000" b="1">
          <a:solidFill>
            <a:schemeClr val="bg1"/>
          </a:solidFill>
          <a:latin typeface="Arial" panose="020B0604020202020204" pitchFamily="34" charset="0"/>
        </a:defRPr>
      </a:lvl3pPr>
      <a:lvl4pPr algn="ctr" rtl="0" fontAlgn="base">
        <a:spcBef>
          <a:spcPct val="0"/>
        </a:spcBef>
        <a:spcAft>
          <a:spcPct val="0"/>
        </a:spcAft>
        <a:defRPr sz="4000" b="1">
          <a:solidFill>
            <a:schemeClr val="bg1"/>
          </a:solidFill>
          <a:latin typeface="Arial" panose="020B0604020202020204" pitchFamily="34" charset="0"/>
        </a:defRPr>
      </a:lvl4pPr>
      <a:lvl5pPr algn="ctr" rtl="0" fontAlgn="base">
        <a:spcBef>
          <a:spcPct val="0"/>
        </a:spcBef>
        <a:spcAft>
          <a:spcPct val="0"/>
        </a:spcAft>
        <a:defRPr sz="4000" b="1">
          <a:solidFill>
            <a:schemeClr val="bg1"/>
          </a:solidFill>
          <a:latin typeface="Arial" panose="020B0604020202020204" pitchFamily="34" charset="0"/>
        </a:defRPr>
      </a:lvl5pPr>
      <a:lvl6pPr marL="573405" algn="ctr" rtl="0" fontAlgn="base">
        <a:spcBef>
          <a:spcPct val="0"/>
        </a:spcBef>
        <a:spcAft>
          <a:spcPct val="0"/>
        </a:spcAft>
        <a:defRPr sz="4000" b="1">
          <a:solidFill>
            <a:schemeClr val="bg1"/>
          </a:solidFill>
          <a:latin typeface="Arial" panose="020B0604020202020204" pitchFamily="34" charset="0"/>
        </a:defRPr>
      </a:lvl6pPr>
      <a:lvl7pPr marL="1146810" algn="ctr" rtl="0" fontAlgn="base">
        <a:spcBef>
          <a:spcPct val="0"/>
        </a:spcBef>
        <a:spcAft>
          <a:spcPct val="0"/>
        </a:spcAft>
        <a:defRPr sz="4000" b="1">
          <a:solidFill>
            <a:schemeClr val="bg1"/>
          </a:solidFill>
          <a:latin typeface="Arial" panose="020B0604020202020204" pitchFamily="34" charset="0"/>
        </a:defRPr>
      </a:lvl7pPr>
      <a:lvl8pPr marL="1719580" algn="ctr" rtl="0" fontAlgn="base">
        <a:spcBef>
          <a:spcPct val="0"/>
        </a:spcBef>
        <a:spcAft>
          <a:spcPct val="0"/>
        </a:spcAft>
        <a:defRPr sz="4000" b="1">
          <a:solidFill>
            <a:schemeClr val="bg1"/>
          </a:solidFill>
          <a:latin typeface="Arial" panose="020B0604020202020204" pitchFamily="34" charset="0"/>
        </a:defRPr>
      </a:lvl8pPr>
      <a:lvl9pPr marL="2292985" algn="ctr" rtl="0" fontAlgn="base">
        <a:spcBef>
          <a:spcPct val="0"/>
        </a:spcBef>
        <a:spcAft>
          <a:spcPct val="0"/>
        </a:spcAft>
        <a:defRPr sz="4000" b="1">
          <a:solidFill>
            <a:schemeClr val="bg1"/>
          </a:solidFill>
          <a:latin typeface="Arial" panose="020B0604020202020204" pitchFamily="34" charset="0"/>
        </a:defRPr>
      </a:lvl9pPr>
    </p:titleStyle>
    <p:bodyStyle>
      <a:lvl1pPr marL="429895" indent="-429895" algn="l" rtl="0" fontAlgn="base">
        <a:spcBef>
          <a:spcPct val="20000"/>
        </a:spcBef>
        <a:spcAft>
          <a:spcPct val="0"/>
        </a:spcAft>
        <a:buClr>
          <a:schemeClr val="tx2"/>
        </a:buClr>
        <a:buFont typeface="Wingdings" panose="05000000000000000000" pitchFamily="2" charset="2"/>
        <a:buChar char="v"/>
        <a:defRPr sz="3500">
          <a:solidFill>
            <a:schemeClr val="tx1"/>
          </a:solidFill>
          <a:latin typeface="+mn-lt"/>
          <a:ea typeface="+mn-ea"/>
          <a:cs typeface="+mn-cs"/>
        </a:defRPr>
      </a:lvl1pPr>
      <a:lvl2pPr marL="931545" indent="-358140" algn="l" rtl="0" fontAlgn="base">
        <a:spcBef>
          <a:spcPct val="20000"/>
        </a:spcBef>
        <a:spcAft>
          <a:spcPct val="0"/>
        </a:spcAft>
        <a:buClr>
          <a:schemeClr val="tx2"/>
        </a:buClr>
        <a:buFont typeface="Wingdings" panose="05000000000000000000" pitchFamily="2" charset="2"/>
        <a:buChar char="§"/>
        <a:defRPr sz="3300">
          <a:solidFill>
            <a:schemeClr val="tx1"/>
          </a:solidFill>
          <a:latin typeface="+mn-lt"/>
        </a:defRPr>
      </a:lvl2pPr>
      <a:lvl3pPr marL="1433195" indent="-286385" algn="l" rtl="0" fontAlgn="base">
        <a:spcBef>
          <a:spcPct val="20000"/>
        </a:spcBef>
        <a:spcAft>
          <a:spcPct val="0"/>
        </a:spcAft>
        <a:buClr>
          <a:schemeClr val="accent2"/>
        </a:buClr>
        <a:buFont typeface="Wingdings" panose="05000000000000000000" pitchFamily="2" charset="2"/>
        <a:buChar char="•"/>
        <a:defRPr sz="2800">
          <a:solidFill>
            <a:schemeClr val="tx1"/>
          </a:solidFill>
          <a:latin typeface="+mn-lt"/>
        </a:defRPr>
      </a:lvl3pPr>
      <a:lvl4pPr marL="2006600" indent="-286385" algn="l" rtl="0" fontAlgn="base">
        <a:spcBef>
          <a:spcPct val="20000"/>
        </a:spcBef>
        <a:spcAft>
          <a:spcPct val="0"/>
        </a:spcAft>
        <a:buFont typeface="Wingdings" panose="05000000000000000000" pitchFamily="2" charset="2"/>
        <a:buChar char="–"/>
        <a:defRPr sz="2500">
          <a:solidFill>
            <a:schemeClr val="tx1"/>
          </a:solidFill>
          <a:latin typeface="+mn-lt"/>
        </a:defRPr>
      </a:lvl4pPr>
      <a:lvl5pPr marL="2579370" indent="-286385" algn="l" rtl="0" fontAlgn="base">
        <a:spcBef>
          <a:spcPct val="20000"/>
        </a:spcBef>
        <a:spcAft>
          <a:spcPct val="0"/>
        </a:spcAft>
        <a:buFont typeface="Wingdings" panose="05000000000000000000" pitchFamily="2" charset="2"/>
        <a:buChar char="»"/>
        <a:defRPr sz="2500">
          <a:solidFill>
            <a:schemeClr val="tx1"/>
          </a:solidFill>
          <a:latin typeface="+mn-lt"/>
        </a:defRPr>
      </a:lvl5pPr>
      <a:lvl6pPr marL="3152775" indent="-286385" algn="l" rtl="0" fontAlgn="base">
        <a:spcBef>
          <a:spcPct val="20000"/>
        </a:spcBef>
        <a:spcAft>
          <a:spcPct val="0"/>
        </a:spcAft>
        <a:buFont typeface="Wingdings" panose="05000000000000000000" pitchFamily="2" charset="2"/>
        <a:buChar char="»"/>
        <a:defRPr sz="2500">
          <a:solidFill>
            <a:schemeClr val="tx1"/>
          </a:solidFill>
          <a:latin typeface="+mn-lt"/>
        </a:defRPr>
      </a:lvl6pPr>
      <a:lvl7pPr marL="3726180" indent="-286385" algn="l" rtl="0" fontAlgn="base">
        <a:spcBef>
          <a:spcPct val="20000"/>
        </a:spcBef>
        <a:spcAft>
          <a:spcPct val="0"/>
        </a:spcAft>
        <a:buFont typeface="Wingdings" panose="05000000000000000000" pitchFamily="2" charset="2"/>
        <a:buChar char="»"/>
        <a:defRPr sz="2500">
          <a:solidFill>
            <a:schemeClr val="tx1"/>
          </a:solidFill>
          <a:latin typeface="+mn-lt"/>
        </a:defRPr>
      </a:lvl7pPr>
      <a:lvl8pPr marL="4299585" indent="-286385" algn="l" rtl="0" fontAlgn="base">
        <a:spcBef>
          <a:spcPct val="20000"/>
        </a:spcBef>
        <a:spcAft>
          <a:spcPct val="0"/>
        </a:spcAft>
        <a:buFont typeface="Wingdings" panose="05000000000000000000" pitchFamily="2" charset="2"/>
        <a:buChar char="»"/>
        <a:defRPr sz="2500">
          <a:solidFill>
            <a:schemeClr val="tx1"/>
          </a:solidFill>
          <a:latin typeface="+mn-lt"/>
        </a:defRPr>
      </a:lvl8pPr>
      <a:lvl9pPr marL="4872990" indent="-286385" algn="l" rtl="0" fontAlgn="base">
        <a:spcBef>
          <a:spcPct val="20000"/>
        </a:spcBef>
        <a:spcAft>
          <a:spcPct val="0"/>
        </a:spcAft>
        <a:buFont typeface="Wingdings" panose="05000000000000000000" pitchFamily="2" charset="2"/>
        <a:buChar char="»"/>
        <a:defRPr sz="2500">
          <a:solidFill>
            <a:schemeClr val="tx1"/>
          </a:solidFill>
          <a:latin typeface="+mn-lt"/>
        </a:defRPr>
      </a:lvl9pPr>
    </p:bodyStyle>
    <p:otherStyle>
      <a:defPPr>
        <a:defRPr lang="zh-CN"/>
      </a:defPPr>
      <a:lvl1pPr marL="0" algn="l" defTabSz="1146810" rtl="0" eaLnBrk="1" latinLnBrk="0" hangingPunct="1">
        <a:defRPr sz="2300" kern="1200">
          <a:solidFill>
            <a:schemeClr val="tx1"/>
          </a:solidFill>
          <a:latin typeface="+mn-lt"/>
          <a:ea typeface="+mn-ea"/>
          <a:cs typeface="+mn-cs"/>
        </a:defRPr>
      </a:lvl1pPr>
      <a:lvl2pPr marL="573405" algn="l" defTabSz="1146810" rtl="0" eaLnBrk="1" latinLnBrk="0" hangingPunct="1">
        <a:defRPr sz="2300" kern="1200">
          <a:solidFill>
            <a:schemeClr val="tx1"/>
          </a:solidFill>
          <a:latin typeface="+mn-lt"/>
          <a:ea typeface="+mn-ea"/>
          <a:cs typeface="+mn-cs"/>
        </a:defRPr>
      </a:lvl2pPr>
      <a:lvl3pPr marL="1146810" algn="l" defTabSz="1146810" rtl="0" eaLnBrk="1" latinLnBrk="0" hangingPunct="1">
        <a:defRPr sz="2300" kern="1200">
          <a:solidFill>
            <a:schemeClr val="tx1"/>
          </a:solidFill>
          <a:latin typeface="+mn-lt"/>
          <a:ea typeface="+mn-ea"/>
          <a:cs typeface="+mn-cs"/>
        </a:defRPr>
      </a:lvl3pPr>
      <a:lvl4pPr marL="1719580" algn="l" defTabSz="1146810" rtl="0" eaLnBrk="1" latinLnBrk="0" hangingPunct="1">
        <a:defRPr sz="2300" kern="1200">
          <a:solidFill>
            <a:schemeClr val="tx1"/>
          </a:solidFill>
          <a:latin typeface="+mn-lt"/>
          <a:ea typeface="+mn-ea"/>
          <a:cs typeface="+mn-cs"/>
        </a:defRPr>
      </a:lvl4pPr>
      <a:lvl5pPr marL="2292985" algn="l" defTabSz="1146810" rtl="0" eaLnBrk="1" latinLnBrk="0" hangingPunct="1">
        <a:defRPr sz="2300" kern="1200">
          <a:solidFill>
            <a:schemeClr val="tx1"/>
          </a:solidFill>
          <a:latin typeface="+mn-lt"/>
          <a:ea typeface="+mn-ea"/>
          <a:cs typeface="+mn-cs"/>
        </a:defRPr>
      </a:lvl5pPr>
      <a:lvl6pPr marL="2866390" algn="l" defTabSz="1146810" rtl="0" eaLnBrk="1" latinLnBrk="0" hangingPunct="1">
        <a:defRPr sz="2300" kern="1200">
          <a:solidFill>
            <a:schemeClr val="tx1"/>
          </a:solidFill>
          <a:latin typeface="+mn-lt"/>
          <a:ea typeface="+mn-ea"/>
          <a:cs typeface="+mn-cs"/>
        </a:defRPr>
      </a:lvl6pPr>
      <a:lvl7pPr marL="3439795" algn="l" defTabSz="1146810" rtl="0" eaLnBrk="1" latinLnBrk="0" hangingPunct="1">
        <a:defRPr sz="2300" kern="1200">
          <a:solidFill>
            <a:schemeClr val="tx1"/>
          </a:solidFill>
          <a:latin typeface="+mn-lt"/>
          <a:ea typeface="+mn-ea"/>
          <a:cs typeface="+mn-cs"/>
        </a:defRPr>
      </a:lvl7pPr>
      <a:lvl8pPr marL="4012565" algn="l" defTabSz="1146810" rtl="0" eaLnBrk="1" latinLnBrk="0" hangingPunct="1">
        <a:defRPr sz="2300" kern="1200">
          <a:solidFill>
            <a:schemeClr val="tx1"/>
          </a:solidFill>
          <a:latin typeface="+mn-lt"/>
          <a:ea typeface="+mn-ea"/>
          <a:cs typeface="+mn-cs"/>
        </a:defRPr>
      </a:lvl8pPr>
      <a:lvl9pPr marL="4585970" algn="l" defTabSz="1146810" rtl="0" eaLnBrk="1" latinLnBrk="0" hangingPunct="1">
        <a:defRPr sz="23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ChangeArrowheads="1"/>
          </p:cNvSpPr>
          <p:nvPr/>
        </p:nvSpPr>
        <p:spPr bwMode="auto">
          <a:xfrm>
            <a:off x="2035969" y="592677"/>
            <a:ext cx="10822781" cy="681410"/>
          </a:xfrm>
          <a:prstGeom prst="rect">
            <a:avLst/>
          </a:prstGeom>
          <a:solidFill>
            <a:schemeClr val="tx1"/>
          </a:solidFill>
          <a:ln w="9525" cmpd="sng">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4775" tIns="57388" rIns="114775" bIns="57388" anchor="ctr"/>
          <a:lstStyle/>
          <a:p>
            <a:pPr>
              <a:buFont typeface="Arial" panose="020B0604020202020204" pitchFamily="34" charset="0"/>
              <a:buNone/>
            </a:pPr>
            <a:endParaRPr lang="zh-CN" altLang="en-US" smtClean="0">
              <a:solidFill>
                <a:srgbClr val="000000"/>
              </a:solidFill>
              <a:latin typeface="Arial" panose="020B0604020202020204" pitchFamily="34" charset="0"/>
              <a:ea typeface="+mn-ea"/>
            </a:endParaRPr>
          </a:p>
        </p:txBody>
      </p:sp>
      <p:sp>
        <p:nvSpPr>
          <p:cNvPr id="1027" name="Rectangle 3"/>
          <p:cNvSpPr>
            <a:spLocks noChangeArrowheads="1"/>
          </p:cNvSpPr>
          <p:nvPr/>
        </p:nvSpPr>
        <p:spPr bwMode="auto">
          <a:xfrm>
            <a:off x="0" y="589327"/>
            <a:ext cx="2035969" cy="696477"/>
          </a:xfrm>
          <a:prstGeom prst="rect">
            <a:avLst/>
          </a:prstGeom>
          <a:solidFill>
            <a:schemeClr val="tx2"/>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4775" tIns="57388" rIns="114775" bIns="57388" anchor="ctr"/>
          <a:lstStyle/>
          <a:p>
            <a:pPr>
              <a:buFont typeface="Arial" panose="020B0604020202020204" pitchFamily="34" charset="0"/>
              <a:buNone/>
            </a:pPr>
            <a:endParaRPr lang="zh-CN" altLang="en-US" smtClean="0">
              <a:solidFill>
                <a:srgbClr val="000000"/>
              </a:solidFill>
              <a:latin typeface="Arial" panose="020B0604020202020204" pitchFamily="34" charset="0"/>
              <a:ea typeface="+mn-ea"/>
            </a:endParaRPr>
          </a:p>
        </p:txBody>
      </p:sp>
      <p:sp>
        <p:nvSpPr>
          <p:cNvPr id="1028" name="AutoShape 4"/>
          <p:cNvSpPr>
            <a:spLocks noChangeArrowheads="1"/>
          </p:cNvSpPr>
          <p:nvPr/>
        </p:nvSpPr>
        <p:spPr bwMode="auto">
          <a:xfrm rot="5400000">
            <a:off x="404080" y="155694"/>
            <a:ext cx="401814" cy="321469"/>
          </a:xfrm>
          <a:prstGeom prst="triangle">
            <a:avLst>
              <a:gd name="adj" fmla="val 50000"/>
            </a:avLst>
          </a:prstGeom>
          <a:solidFill>
            <a:schemeClr val="bg2"/>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4775" tIns="57388" rIns="114775" bIns="57388" anchor="ctr"/>
          <a:lstStyle/>
          <a:p>
            <a:pPr>
              <a:buFont typeface="Arial" panose="020B0604020202020204" pitchFamily="34" charset="0"/>
              <a:buNone/>
            </a:pPr>
            <a:endParaRPr lang="zh-CN" altLang="en-US" smtClean="0">
              <a:solidFill>
                <a:srgbClr val="000000"/>
              </a:solidFill>
              <a:latin typeface="Arial" panose="020B0604020202020204" pitchFamily="34" charset="0"/>
              <a:ea typeface="+mn-ea"/>
            </a:endParaRPr>
          </a:p>
        </p:txBody>
      </p:sp>
      <p:sp>
        <p:nvSpPr>
          <p:cNvPr id="1029" name="AutoShape 5"/>
          <p:cNvSpPr>
            <a:spLocks noChangeArrowheads="1"/>
          </p:cNvSpPr>
          <p:nvPr/>
        </p:nvSpPr>
        <p:spPr bwMode="auto">
          <a:xfrm rot="5400000">
            <a:off x="832705" y="155694"/>
            <a:ext cx="401814" cy="321469"/>
          </a:xfrm>
          <a:prstGeom prst="triangle">
            <a:avLst>
              <a:gd name="adj" fmla="val 50000"/>
            </a:avLst>
          </a:prstGeom>
          <a:solidFill>
            <a:schemeClr val="bg2">
              <a:alpha val="84000"/>
            </a:schemeClr>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4775" tIns="57388" rIns="114775" bIns="57388" anchor="ctr"/>
          <a:lstStyle/>
          <a:p>
            <a:pPr>
              <a:buFont typeface="Arial" panose="020B0604020202020204" pitchFamily="34" charset="0"/>
              <a:buNone/>
            </a:pPr>
            <a:endParaRPr lang="zh-CN" altLang="en-US" smtClean="0">
              <a:solidFill>
                <a:srgbClr val="000000"/>
              </a:solidFill>
              <a:latin typeface="Arial" panose="020B0604020202020204" pitchFamily="34" charset="0"/>
              <a:ea typeface="+mn-ea"/>
            </a:endParaRPr>
          </a:p>
        </p:txBody>
      </p:sp>
      <p:sp>
        <p:nvSpPr>
          <p:cNvPr id="1030" name="AutoShape 6"/>
          <p:cNvSpPr>
            <a:spLocks noChangeArrowheads="1"/>
          </p:cNvSpPr>
          <p:nvPr/>
        </p:nvSpPr>
        <p:spPr bwMode="auto">
          <a:xfrm rot="5400000">
            <a:off x="1261330" y="155694"/>
            <a:ext cx="401814" cy="321469"/>
          </a:xfrm>
          <a:prstGeom prst="triangle">
            <a:avLst>
              <a:gd name="adj" fmla="val 50000"/>
            </a:avLst>
          </a:prstGeom>
          <a:solidFill>
            <a:schemeClr val="bg2">
              <a:alpha val="56000"/>
            </a:schemeClr>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4775" tIns="57388" rIns="114775" bIns="57388" anchor="ctr"/>
          <a:lstStyle/>
          <a:p>
            <a:pPr>
              <a:buFont typeface="Arial" panose="020B0604020202020204" pitchFamily="34" charset="0"/>
              <a:buNone/>
            </a:pPr>
            <a:endParaRPr lang="zh-CN" altLang="en-US" smtClean="0">
              <a:solidFill>
                <a:srgbClr val="000000"/>
              </a:solidFill>
              <a:latin typeface="Arial" panose="020B0604020202020204" pitchFamily="34" charset="0"/>
              <a:ea typeface="+mn-ea"/>
            </a:endParaRPr>
          </a:p>
        </p:txBody>
      </p:sp>
      <p:sp>
        <p:nvSpPr>
          <p:cNvPr id="1031" name="AutoShape 7"/>
          <p:cNvSpPr>
            <a:spLocks noChangeArrowheads="1"/>
          </p:cNvSpPr>
          <p:nvPr/>
        </p:nvSpPr>
        <p:spPr bwMode="auto">
          <a:xfrm rot="5400000">
            <a:off x="1689955" y="155694"/>
            <a:ext cx="401814" cy="321469"/>
          </a:xfrm>
          <a:prstGeom prst="triangle">
            <a:avLst>
              <a:gd name="adj" fmla="val 50000"/>
            </a:avLst>
          </a:prstGeom>
          <a:solidFill>
            <a:schemeClr val="bg2">
              <a:alpha val="26999"/>
            </a:schemeClr>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4775" tIns="57388" rIns="114775" bIns="57388" anchor="ctr"/>
          <a:lstStyle/>
          <a:p>
            <a:pPr>
              <a:buFont typeface="Arial" panose="020B0604020202020204" pitchFamily="34" charset="0"/>
              <a:buNone/>
            </a:pPr>
            <a:endParaRPr lang="zh-CN" altLang="en-US" smtClean="0">
              <a:solidFill>
                <a:srgbClr val="000000"/>
              </a:solidFill>
              <a:latin typeface="Arial" panose="020B0604020202020204" pitchFamily="34" charset="0"/>
              <a:ea typeface="+mn-ea"/>
            </a:endParaRPr>
          </a:p>
        </p:txBody>
      </p:sp>
      <p:sp>
        <p:nvSpPr>
          <p:cNvPr id="1032" name="Rectangle 8"/>
          <p:cNvSpPr>
            <a:spLocks noGrp="1" noChangeArrowheads="1"/>
          </p:cNvSpPr>
          <p:nvPr>
            <p:ph type="body" idx="1"/>
          </p:nvPr>
        </p:nvSpPr>
        <p:spPr bwMode="auto">
          <a:xfrm>
            <a:off x="642939" y="1366167"/>
            <a:ext cx="11572875" cy="53039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14775" tIns="57388" rIns="114775" bIns="57388" numCol="1" anchor="t" anchorCtr="0" compatLnSpc="1"/>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smtClean="0"/>
          </a:p>
        </p:txBody>
      </p:sp>
      <p:sp>
        <p:nvSpPr>
          <p:cNvPr id="1033" name="Rectangle 9"/>
          <p:cNvSpPr>
            <a:spLocks noGrp="1" noChangeArrowheads="1"/>
          </p:cNvSpPr>
          <p:nvPr>
            <p:ph type="dt" sz="half" idx="2"/>
          </p:nvPr>
        </p:nvSpPr>
        <p:spPr bwMode="auto">
          <a:xfrm>
            <a:off x="642939" y="6750476"/>
            <a:ext cx="3000375" cy="3381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14775" tIns="57388" rIns="114775" bIns="57388" numCol="1" anchor="t" anchorCtr="0" compatLnSpc="1"/>
          <a:lstStyle>
            <a:lvl1pPr>
              <a:defRPr sz="1800">
                <a:ea typeface="宋体" panose="02010600030101010101" pitchFamily="2" charset="-122"/>
              </a:defRPr>
            </a:lvl1pPr>
          </a:lstStyle>
          <a:p>
            <a:pPr>
              <a:buFont typeface="Arial" panose="020B0604020202020204" pitchFamily="34" charset="0"/>
              <a:buNone/>
            </a:pPr>
            <a:endParaRPr lang="en-US" smtClean="0">
              <a:solidFill>
                <a:srgbClr val="000000"/>
              </a:solidFill>
              <a:latin typeface="Arial" panose="020B0604020202020204" pitchFamily="34" charset="0"/>
            </a:endParaRPr>
          </a:p>
        </p:txBody>
      </p:sp>
      <p:sp>
        <p:nvSpPr>
          <p:cNvPr id="1034" name="Rectangle 10"/>
          <p:cNvSpPr>
            <a:spLocks noGrp="1" noChangeArrowheads="1"/>
          </p:cNvSpPr>
          <p:nvPr>
            <p:ph type="ftr" sz="quarter" idx="3"/>
          </p:nvPr>
        </p:nvSpPr>
        <p:spPr bwMode="auto">
          <a:xfrm>
            <a:off x="4393406" y="6750476"/>
            <a:ext cx="4071938" cy="3381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14775" tIns="57388" rIns="114775" bIns="57388" numCol="1" anchor="t" anchorCtr="0" compatLnSpc="1"/>
          <a:lstStyle>
            <a:lvl1pPr algn="ctr">
              <a:defRPr sz="1800">
                <a:ea typeface="宋体" panose="02010600030101010101" pitchFamily="2" charset="-122"/>
              </a:defRPr>
            </a:lvl1pPr>
          </a:lstStyle>
          <a:p>
            <a:pPr>
              <a:buFont typeface="Arial" panose="020B0604020202020204" pitchFamily="34" charset="0"/>
              <a:buNone/>
            </a:pPr>
            <a:endParaRPr lang="en-US" smtClean="0">
              <a:solidFill>
                <a:srgbClr val="000000"/>
              </a:solidFill>
              <a:latin typeface="Arial" panose="020B0604020202020204" pitchFamily="34" charset="0"/>
            </a:endParaRPr>
          </a:p>
        </p:txBody>
      </p:sp>
      <p:sp>
        <p:nvSpPr>
          <p:cNvPr id="1035" name="Rectangle 11"/>
          <p:cNvSpPr>
            <a:spLocks noGrp="1" noChangeArrowheads="1"/>
          </p:cNvSpPr>
          <p:nvPr>
            <p:ph type="sldNum" sz="quarter" idx="4"/>
          </p:nvPr>
        </p:nvSpPr>
        <p:spPr bwMode="auto">
          <a:xfrm>
            <a:off x="9215439" y="6750476"/>
            <a:ext cx="3000375" cy="3381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14775" tIns="57388" rIns="114775" bIns="57388" numCol="1" anchor="t" anchorCtr="0" compatLnSpc="1"/>
          <a:lstStyle>
            <a:lvl1pPr algn="r">
              <a:defRPr sz="1800">
                <a:ea typeface="宋体" panose="02010600030101010101" pitchFamily="2" charset="-122"/>
              </a:defRPr>
            </a:lvl1pPr>
          </a:lstStyle>
          <a:p>
            <a:pPr>
              <a:buFont typeface="Arial" panose="020B0604020202020204" pitchFamily="34" charset="0"/>
              <a:buNone/>
            </a:pPr>
            <a:fld id="{61BEC784-7BBA-415A-90D8-CFD62751F5D6}" type="slidenum">
              <a:rPr lang="zh-CN" altLang="en-US" smtClean="0">
                <a:solidFill>
                  <a:srgbClr val="000000"/>
                </a:solidFill>
                <a:latin typeface="Arial" panose="020B0604020202020204" pitchFamily="34" charset="0"/>
              </a:rPr>
            </a:fld>
            <a:endParaRPr lang="en-US" smtClean="0">
              <a:solidFill>
                <a:srgbClr val="000000"/>
              </a:solidFill>
              <a:latin typeface="Arial" panose="020B0604020202020204" pitchFamily="34" charset="0"/>
            </a:endParaRPr>
          </a:p>
        </p:txBody>
      </p:sp>
      <p:sp>
        <p:nvSpPr>
          <p:cNvPr id="1036" name="Rectangle 12"/>
          <p:cNvSpPr>
            <a:spLocks noGrp="1" noChangeArrowheads="1"/>
          </p:cNvSpPr>
          <p:nvPr>
            <p:ph type="title"/>
          </p:nvPr>
        </p:nvSpPr>
        <p:spPr bwMode="auto">
          <a:xfrm>
            <a:off x="2652117" y="622812"/>
            <a:ext cx="8358188" cy="594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45791" dir="2021404" algn="ctr" rotWithShape="0">
                    <a:schemeClr val="tx1"/>
                  </a:outerShdw>
                </a:effectLst>
              </a14:hiddenEffects>
            </a:ext>
          </a:extLst>
        </p:spPr>
        <p:txBody>
          <a:bodyPr vert="horz" wrap="square" lIns="114775" tIns="57388" rIns="114775" bIns="57388" numCol="1" anchor="ctr" anchorCtr="0" compatLnSpc="1"/>
          <a:lstStyle/>
          <a:p>
            <a:pPr lvl="0"/>
            <a:r>
              <a:rPr lang="zh-CN" altLang="en-US" smtClean="0"/>
              <a:t>单击此处编辑母版标题样式</a:t>
            </a:r>
            <a:endParaRPr lang="zh-CN" altLang="en-US" smtClean="0"/>
          </a:p>
        </p:txBody>
      </p:sp>
    </p:spTree>
  </p:cSld>
  <p:clrMap bg1="lt1" tx1="dk1" bg2="lt2" tx2="dk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 id="2147483675" r:id="rId12"/>
    <p:sldLayoutId id="2147483676" r:id="rId13"/>
  </p:sldLayoutIdLst>
  <p:txStyles>
    <p:titleStyle>
      <a:lvl1pPr algn="ctr" rtl="0" fontAlgn="base">
        <a:spcBef>
          <a:spcPct val="0"/>
        </a:spcBef>
        <a:spcAft>
          <a:spcPct val="0"/>
        </a:spcAft>
        <a:defRPr sz="4000" b="1">
          <a:solidFill>
            <a:schemeClr val="bg1"/>
          </a:solidFill>
          <a:latin typeface="+mj-lt"/>
          <a:ea typeface="+mj-ea"/>
          <a:cs typeface="+mj-cs"/>
        </a:defRPr>
      </a:lvl1pPr>
      <a:lvl2pPr algn="ctr" rtl="0" fontAlgn="base">
        <a:spcBef>
          <a:spcPct val="0"/>
        </a:spcBef>
        <a:spcAft>
          <a:spcPct val="0"/>
        </a:spcAft>
        <a:defRPr sz="4000" b="1">
          <a:solidFill>
            <a:schemeClr val="bg1"/>
          </a:solidFill>
          <a:latin typeface="Arial" panose="020B0604020202020204" pitchFamily="34" charset="0"/>
        </a:defRPr>
      </a:lvl2pPr>
      <a:lvl3pPr algn="ctr" rtl="0" fontAlgn="base">
        <a:spcBef>
          <a:spcPct val="0"/>
        </a:spcBef>
        <a:spcAft>
          <a:spcPct val="0"/>
        </a:spcAft>
        <a:defRPr sz="4000" b="1">
          <a:solidFill>
            <a:schemeClr val="bg1"/>
          </a:solidFill>
          <a:latin typeface="Arial" panose="020B0604020202020204" pitchFamily="34" charset="0"/>
        </a:defRPr>
      </a:lvl3pPr>
      <a:lvl4pPr algn="ctr" rtl="0" fontAlgn="base">
        <a:spcBef>
          <a:spcPct val="0"/>
        </a:spcBef>
        <a:spcAft>
          <a:spcPct val="0"/>
        </a:spcAft>
        <a:defRPr sz="4000" b="1">
          <a:solidFill>
            <a:schemeClr val="bg1"/>
          </a:solidFill>
          <a:latin typeface="Arial" panose="020B0604020202020204" pitchFamily="34" charset="0"/>
        </a:defRPr>
      </a:lvl4pPr>
      <a:lvl5pPr algn="ctr" rtl="0" fontAlgn="base">
        <a:spcBef>
          <a:spcPct val="0"/>
        </a:spcBef>
        <a:spcAft>
          <a:spcPct val="0"/>
        </a:spcAft>
        <a:defRPr sz="4000" b="1">
          <a:solidFill>
            <a:schemeClr val="bg1"/>
          </a:solidFill>
          <a:latin typeface="Arial" panose="020B0604020202020204" pitchFamily="34" charset="0"/>
        </a:defRPr>
      </a:lvl5pPr>
      <a:lvl6pPr marL="574040" algn="ctr" rtl="0" fontAlgn="base">
        <a:spcBef>
          <a:spcPct val="0"/>
        </a:spcBef>
        <a:spcAft>
          <a:spcPct val="0"/>
        </a:spcAft>
        <a:defRPr sz="4000" b="1">
          <a:solidFill>
            <a:schemeClr val="bg1"/>
          </a:solidFill>
          <a:latin typeface="Arial" panose="020B0604020202020204" pitchFamily="34" charset="0"/>
        </a:defRPr>
      </a:lvl6pPr>
      <a:lvl7pPr marL="1147445" algn="ctr" rtl="0" fontAlgn="base">
        <a:spcBef>
          <a:spcPct val="0"/>
        </a:spcBef>
        <a:spcAft>
          <a:spcPct val="0"/>
        </a:spcAft>
        <a:defRPr sz="4000" b="1">
          <a:solidFill>
            <a:schemeClr val="bg1"/>
          </a:solidFill>
          <a:latin typeface="Arial" panose="020B0604020202020204" pitchFamily="34" charset="0"/>
        </a:defRPr>
      </a:lvl7pPr>
      <a:lvl8pPr marL="1721485" algn="ctr" rtl="0" fontAlgn="base">
        <a:spcBef>
          <a:spcPct val="0"/>
        </a:spcBef>
        <a:spcAft>
          <a:spcPct val="0"/>
        </a:spcAft>
        <a:defRPr sz="4000" b="1">
          <a:solidFill>
            <a:schemeClr val="bg1"/>
          </a:solidFill>
          <a:latin typeface="Arial" panose="020B0604020202020204" pitchFamily="34" charset="0"/>
        </a:defRPr>
      </a:lvl8pPr>
      <a:lvl9pPr marL="2295525" algn="ctr" rtl="0" fontAlgn="base">
        <a:spcBef>
          <a:spcPct val="0"/>
        </a:spcBef>
        <a:spcAft>
          <a:spcPct val="0"/>
        </a:spcAft>
        <a:defRPr sz="4000" b="1">
          <a:solidFill>
            <a:schemeClr val="bg1"/>
          </a:solidFill>
          <a:latin typeface="Arial" panose="020B0604020202020204" pitchFamily="34" charset="0"/>
        </a:defRPr>
      </a:lvl9pPr>
    </p:titleStyle>
    <p:bodyStyle>
      <a:lvl1pPr marL="430530" indent="-430530" algn="l" rtl="0" fontAlgn="base">
        <a:spcBef>
          <a:spcPct val="20000"/>
        </a:spcBef>
        <a:spcAft>
          <a:spcPct val="0"/>
        </a:spcAft>
        <a:buClr>
          <a:schemeClr val="tx2"/>
        </a:buClr>
        <a:buFont typeface="Wingdings" panose="05000000000000000000" pitchFamily="2" charset="2"/>
        <a:buChar char="v"/>
        <a:defRPr sz="3500">
          <a:solidFill>
            <a:schemeClr val="tx1"/>
          </a:solidFill>
          <a:latin typeface="+mn-lt"/>
          <a:ea typeface="+mn-ea"/>
          <a:cs typeface="+mn-cs"/>
        </a:defRPr>
      </a:lvl1pPr>
      <a:lvl2pPr marL="932815" indent="-358775" algn="l" rtl="0" fontAlgn="base">
        <a:spcBef>
          <a:spcPct val="20000"/>
        </a:spcBef>
        <a:spcAft>
          <a:spcPct val="0"/>
        </a:spcAft>
        <a:buClr>
          <a:schemeClr val="tx2"/>
        </a:buClr>
        <a:buFont typeface="Wingdings" panose="05000000000000000000" pitchFamily="2" charset="2"/>
        <a:buChar char="§"/>
        <a:defRPr sz="3300">
          <a:solidFill>
            <a:schemeClr val="tx1"/>
          </a:solidFill>
          <a:latin typeface="+mn-lt"/>
        </a:defRPr>
      </a:lvl2pPr>
      <a:lvl3pPr marL="1434465" indent="-287020" algn="l" rtl="0" fontAlgn="base">
        <a:spcBef>
          <a:spcPct val="20000"/>
        </a:spcBef>
        <a:spcAft>
          <a:spcPct val="0"/>
        </a:spcAft>
        <a:buClr>
          <a:schemeClr val="tx2"/>
        </a:buClr>
        <a:buFont typeface="Wingdings" panose="05000000000000000000" pitchFamily="2" charset="2"/>
        <a:buChar char="•"/>
        <a:defRPr sz="2800">
          <a:solidFill>
            <a:schemeClr val="tx1"/>
          </a:solidFill>
          <a:latin typeface="+mn-lt"/>
        </a:defRPr>
      </a:lvl3pPr>
      <a:lvl4pPr marL="2008505" indent="-287020" algn="l" rtl="0" fontAlgn="base">
        <a:spcBef>
          <a:spcPct val="20000"/>
        </a:spcBef>
        <a:spcAft>
          <a:spcPct val="0"/>
        </a:spcAft>
        <a:buFont typeface="Wingdings" panose="05000000000000000000" pitchFamily="2" charset="2"/>
        <a:buChar char="–"/>
        <a:defRPr sz="2500">
          <a:solidFill>
            <a:schemeClr val="tx1"/>
          </a:solidFill>
          <a:latin typeface="+mn-lt"/>
        </a:defRPr>
      </a:lvl4pPr>
      <a:lvl5pPr marL="2582545" indent="-287020" algn="l" rtl="0" fontAlgn="base">
        <a:spcBef>
          <a:spcPct val="20000"/>
        </a:spcBef>
        <a:spcAft>
          <a:spcPct val="0"/>
        </a:spcAft>
        <a:buFont typeface="Wingdings" panose="05000000000000000000" pitchFamily="2" charset="2"/>
        <a:buChar char="»"/>
        <a:defRPr sz="2500">
          <a:solidFill>
            <a:schemeClr val="tx1"/>
          </a:solidFill>
          <a:latin typeface="+mn-lt"/>
        </a:defRPr>
      </a:lvl5pPr>
      <a:lvl6pPr marL="3156585" indent="-287020" algn="l" rtl="0" fontAlgn="base">
        <a:spcBef>
          <a:spcPct val="20000"/>
        </a:spcBef>
        <a:spcAft>
          <a:spcPct val="0"/>
        </a:spcAft>
        <a:buFont typeface="Wingdings" panose="05000000000000000000" pitchFamily="2" charset="2"/>
        <a:buChar char="»"/>
        <a:defRPr sz="2500">
          <a:solidFill>
            <a:schemeClr val="tx1"/>
          </a:solidFill>
          <a:latin typeface="+mn-lt"/>
        </a:defRPr>
      </a:lvl6pPr>
      <a:lvl7pPr marL="3729990" indent="-287020" algn="l" rtl="0" fontAlgn="base">
        <a:spcBef>
          <a:spcPct val="20000"/>
        </a:spcBef>
        <a:spcAft>
          <a:spcPct val="0"/>
        </a:spcAft>
        <a:buFont typeface="Wingdings" panose="05000000000000000000" pitchFamily="2" charset="2"/>
        <a:buChar char="»"/>
        <a:defRPr sz="2500">
          <a:solidFill>
            <a:schemeClr val="tx1"/>
          </a:solidFill>
          <a:latin typeface="+mn-lt"/>
        </a:defRPr>
      </a:lvl7pPr>
      <a:lvl8pPr marL="4304030" indent="-287020" algn="l" rtl="0" fontAlgn="base">
        <a:spcBef>
          <a:spcPct val="20000"/>
        </a:spcBef>
        <a:spcAft>
          <a:spcPct val="0"/>
        </a:spcAft>
        <a:buFont typeface="Wingdings" panose="05000000000000000000" pitchFamily="2" charset="2"/>
        <a:buChar char="»"/>
        <a:defRPr sz="2500">
          <a:solidFill>
            <a:schemeClr val="tx1"/>
          </a:solidFill>
          <a:latin typeface="+mn-lt"/>
        </a:defRPr>
      </a:lvl8pPr>
      <a:lvl9pPr marL="4878070" indent="-287020" algn="l" rtl="0" fontAlgn="base">
        <a:spcBef>
          <a:spcPct val="20000"/>
        </a:spcBef>
        <a:spcAft>
          <a:spcPct val="0"/>
        </a:spcAft>
        <a:buFont typeface="Wingdings" panose="05000000000000000000" pitchFamily="2" charset="2"/>
        <a:buChar char="»"/>
        <a:defRPr sz="2500">
          <a:solidFill>
            <a:schemeClr val="tx1"/>
          </a:solidFill>
          <a:latin typeface="+mn-lt"/>
        </a:defRPr>
      </a:lvl9pPr>
    </p:bodyStyle>
    <p:otherStyle>
      <a:defPPr>
        <a:defRPr lang="zh-CN"/>
      </a:defPPr>
      <a:lvl1pPr marL="0" algn="l" defTabSz="1147445" rtl="0" eaLnBrk="1" latinLnBrk="0" hangingPunct="1">
        <a:defRPr sz="2300" kern="1200">
          <a:solidFill>
            <a:schemeClr val="tx1"/>
          </a:solidFill>
          <a:latin typeface="+mn-lt"/>
          <a:ea typeface="+mn-ea"/>
          <a:cs typeface="+mn-cs"/>
        </a:defRPr>
      </a:lvl1pPr>
      <a:lvl2pPr marL="574040" algn="l" defTabSz="1147445" rtl="0" eaLnBrk="1" latinLnBrk="0" hangingPunct="1">
        <a:defRPr sz="2300" kern="1200">
          <a:solidFill>
            <a:schemeClr val="tx1"/>
          </a:solidFill>
          <a:latin typeface="+mn-lt"/>
          <a:ea typeface="+mn-ea"/>
          <a:cs typeface="+mn-cs"/>
        </a:defRPr>
      </a:lvl2pPr>
      <a:lvl3pPr marL="1147445" algn="l" defTabSz="1147445" rtl="0" eaLnBrk="1" latinLnBrk="0" hangingPunct="1">
        <a:defRPr sz="2300" kern="1200">
          <a:solidFill>
            <a:schemeClr val="tx1"/>
          </a:solidFill>
          <a:latin typeface="+mn-lt"/>
          <a:ea typeface="+mn-ea"/>
          <a:cs typeface="+mn-cs"/>
        </a:defRPr>
      </a:lvl3pPr>
      <a:lvl4pPr marL="1721485" algn="l" defTabSz="1147445" rtl="0" eaLnBrk="1" latinLnBrk="0" hangingPunct="1">
        <a:defRPr sz="2300" kern="1200">
          <a:solidFill>
            <a:schemeClr val="tx1"/>
          </a:solidFill>
          <a:latin typeface="+mn-lt"/>
          <a:ea typeface="+mn-ea"/>
          <a:cs typeface="+mn-cs"/>
        </a:defRPr>
      </a:lvl4pPr>
      <a:lvl5pPr marL="2295525" algn="l" defTabSz="1147445" rtl="0" eaLnBrk="1" latinLnBrk="0" hangingPunct="1">
        <a:defRPr sz="2300" kern="1200">
          <a:solidFill>
            <a:schemeClr val="tx1"/>
          </a:solidFill>
          <a:latin typeface="+mn-lt"/>
          <a:ea typeface="+mn-ea"/>
          <a:cs typeface="+mn-cs"/>
        </a:defRPr>
      </a:lvl5pPr>
      <a:lvl6pPr marL="2869565" algn="l" defTabSz="1147445" rtl="0" eaLnBrk="1" latinLnBrk="0" hangingPunct="1">
        <a:defRPr sz="2300" kern="1200">
          <a:solidFill>
            <a:schemeClr val="tx1"/>
          </a:solidFill>
          <a:latin typeface="+mn-lt"/>
          <a:ea typeface="+mn-ea"/>
          <a:cs typeface="+mn-cs"/>
        </a:defRPr>
      </a:lvl6pPr>
      <a:lvl7pPr marL="3442970" algn="l" defTabSz="1147445" rtl="0" eaLnBrk="1" latinLnBrk="0" hangingPunct="1">
        <a:defRPr sz="2300" kern="1200">
          <a:solidFill>
            <a:schemeClr val="tx1"/>
          </a:solidFill>
          <a:latin typeface="+mn-lt"/>
          <a:ea typeface="+mn-ea"/>
          <a:cs typeface="+mn-cs"/>
        </a:defRPr>
      </a:lvl7pPr>
      <a:lvl8pPr marL="4017010" algn="l" defTabSz="1147445" rtl="0" eaLnBrk="1" latinLnBrk="0" hangingPunct="1">
        <a:defRPr sz="2300" kern="1200">
          <a:solidFill>
            <a:schemeClr val="tx1"/>
          </a:solidFill>
          <a:latin typeface="+mn-lt"/>
          <a:ea typeface="+mn-ea"/>
          <a:cs typeface="+mn-cs"/>
        </a:defRPr>
      </a:lvl8pPr>
      <a:lvl9pPr marL="4591050" algn="l" defTabSz="1147445" rtl="0" eaLnBrk="1" latinLnBrk="0" hangingPunct="1">
        <a:defRPr sz="23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ChangeArrowheads="1"/>
          </p:cNvSpPr>
          <p:nvPr/>
        </p:nvSpPr>
        <p:spPr bwMode="auto">
          <a:xfrm>
            <a:off x="2035969" y="592676"/>
            <a:ext cx="10822781" cy="681410"/>
          </a:xfrm>
          <a:prstGeom prst="rect">
            <a:avLst/>
          </a:prstGeom>
          <a:solidFill>
            <a:schemeClr val="tx1"/>
          </a:solidFill>
          <a:ln w="9525" cmpd="sng">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4803" tIns="57401" rIns="114803" bIns="57401" anchor="ctr"/>
          <a:lstStyle/>
          <a:p>
            <a:pPr>
              <a:buFont typeface="Arial" panose="020B0604020202020204" pitchFamily="34" charset="0"/>
              <a:buNone/>
            </a:pPr>
            <a:endParaRPr lang="zh-CN" altLang="en-US" smtClean="0">
              <a:solidFill>
                <a:srgbClr val="000000"/>
              </a:solidFill>
              <a:latin typeface="Arial" panose="020B0604020202020204" pitchFamily="34" charset="0"/>
              <a:ea typeface="+mn-ea"/>
            </a:endParaRPr>
          </a:p>
        </p:txBody>
      </p:sp>
      <p:sp>
        <p:nvSpPr>
          <p:cNvPr id="1027" name="Rectangle 3"/>
          <p:cNvSpPr>
            <a:spLocks noChangeArrowheads="1"/>
          </p:cNvSpPr>
          <p:nvPr/>
        </p:nvSpPr>
        <p:spPr bwMode="auto">
          <a:xfrm>
            <a:off x="0" y="589327"/>
            <a:ext cx="2035969" cy="696477"/>
          </a:xfrm>
          <a:prstGeom prst="rect">
            <a:avLst/>
          </a:prstGeom>
          <a:solidFill>
            <a:schemeClr val="tx2"/>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4803" tIns="57401" rIns="114803" bIns="57401" anchor="ctr"/>
          <a:lstStyle/>
          <a:p>
            <a:pPr>
              <a:buFont typeface="Arial" panose="020B0604020202020204" pitchFamily="34" charset="0"/>
              <a:buNone/>
            </a:pPr>
            <a:endParaRPr lang="zh-CN" altLang="en-US" smtClean="0">
              <a:solidFill>
                <a:srgbClr val="000000"/>
              </a:solidFill>
              <a:latin typeface="Arial" panose="020B0604020202020204" pitchFamily="34" charset="0"/>
              <a:ea typeface="+mn-ea"/>
            </a:endParaRPr>
          </a:p>
        </p:txBody>
      </p:sp>
      <p:sp>
        <p:nvSpPr>
          <p:cNvPr id="1028" name="AutoShape 4"/>
          <p:cNvSpPr>
            <a:spLocks noChangeArrowheads="1"/>
          </p:cNvSpPr>
          <p:nvPr/>
        </p:nvSpPr>
        <p:spPr bwMode="auto">
          <a:xfrm rot="5400000">
            <a:off x="404080" y="155694"/>
            <a:ext cx="401814" cy="321469"/>
          </a:xfrm>
          <a:prstGeom prst="triangle">
            <a:avLst>
              <a:gd name="adj" fmla="val 50000"/>
            </a:avLst>
          </a:prstGeom>
          <a:solidFill>
            <a:schemeClr val="bg2"/>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4803" tIns="57401" rIns="114803" bIns="57401" anchor="ctr"/>
          <a:lstStyle/>
          <a:p>
            <a:pPr>
              <a:buFont typeface="Arial" panose="020B0604020202020204" pitchFamily="34" charset="0"/>
              <a:buNone/>
            </a:pPr>
            <a:endParaRPr lang="zh-CN" altLang="en-US" smtClean="0">
              <a:solidFill>
                <a:srgbClr val="000000"/>
              </a:solidFill>
              <a:latin typeface="Arial" panose="020B0604020202020204" pitchFamily="34" charset="0"/>
              <a:ea typeface="+mn-ea"/>
            </a:endParaRPr>
          </a:p>
        </p:txBody>
      </p:sp>
      <p:sp>
        <p:nvSpPr>
          <p:cNvPr id="1029" name="AutoShape 5"/>
          <p:cNvSpPr>
            <a:spLocks noChangeArrowheads="1"/>
          </p:cNvSpPr>
          <p:nvPr/>
        </p:nvSpPr>
        <p:spPr bwMode="auto">
          <a:xfrm rot="5400000">
            <a:off x="832705" y="155694"/>
            <a:ext cx="401814" cy="321469"/>
          </a:xfrm>
          <a:prstGeom prst="triangle">
            <a:avLst>
              <a:gd name="adj" fmla="val 50000"/>
            </a:avLst>
          </a:prstGeom>
          <a:solidFill>
            <a:schemeClr val="bg2">
              <a:alpha val="84000"/>
            </a:schemeClr>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4803" tIns="57401" rIns="114803" bIns="57401" anchor="ctr"/>
          <a:lstStyle/>
          <a:p>
            <a:pPr>
              <a:buFont typeface="Arial" panose="020B0604020202020204" pitchFamily="34" charset="0"/>
              <a:buNone/>
            </a:pPr>
            <a:endParaRPr lang="zh-CN" altLang="en-US" smtClean="0">
              <a:solidFill>
                <a:srgbClr val="000000"/>
              </a:solidFill>
              <a:latin typeface="Arial" panose="020B0604020202020204" pitchFamily="34" charset="0"/>
              <a:ea typeface="+mn-ea"/>
            </a:endParaRPr>
          </a:p>
        </p:txBody>
      </p:sp>
      <p:sp>
        <p:nvSpPr>
          <p:cNvPr id="1030" name="AutoShape 6"/>
          <p:cNvSpPr>
            <a:spLocks noChangeArrowheads="1"/>
          </p:cNvSpPr>
          <p:nvPr/>
        </p:nvSpPr>
        <p:spPr bwMode="auto">
          <a:xfrm rot="5400000">
            <a:off x="1261330" y="155694"/>
            <a:ext cx="401814" cy="321469"/>
          </a:xfrm>
          <a:prstGeom prst="triangle">
            <a:avLst>
              <a:gd name="adj" fmla="val 50000"/>
            </a:avLst>
          </a:prstGeom>
          <a:solidFill>
            <a:schemeClr val="bg2">
              <a:alpha val="56000"/>
            </a:schemeClr>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4803" tIns="57401" rIns="114803" bIns="57401" anchor="ctr"/>
          <a:lstStyle/>
          <a:p>
            <a:pPr>
              <a:buFont typeface="Arial" panose="020B0604020202020204" pitchFamily="34" charset="0"/>
              <a:buNone/>
            </a:pPr>
            <a:endParaRPr lang="zh-CN" altLang="en-US" smtClean="0">
              <a:solidFill>
                <a:srgbClr val="000000"/>
              </a:solidFill>
              <a:latin typeface="Arial" panose="020B0604020202020204" pitchFamily="34" charset="0"/>
              <a:ea typeface="+mn-ea"/>
            </a:endParaRPr>
          </a:p>
        </p:txBody>
      </p:sp>
      <p:sp>
        <p:nvSpPr>
          <p:cNvPr id="1031" name="AutoShape 7"/>
          <p:cNvSpPr>
            <a:spLocks noChangeArrowheads="1"/>
          </p:cNvSpPr>
          <p:nvPr/>
        </p:nvSpPr>
        <p:spPr bwMode="auto">
          <a:xfrm rot="5400000">
            <a:off x="1689955" y="155694"/>
            <a:ext cx="401814" cy="321469"/>
          </a:xfrm>
          <a:prstGeom prst="triangle">
            <a:avLst>
              <a:gd name="adj" fmla="val 50000"/>
            </a:avLst>
          </a:prstGeom>
          <a:solidFill>
            <a:schemeClr val="bg2">
              <a:alpha val="26999"/>
            </a:schemeClr>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4803" tIns="57401" rIns="114803" bIns="57401" anchor="ctr"/>
          <a:lstStyle/>
          <a:p>
            <a:pPr>
              <a:buFont typeface="Arial" panose="020B0604020202020204" pitchFamily="34" charset="0"/>
              <a:buNone/>
            </a:pPr>
            <a:endParaRPr lang="zh-CN" altLang="en-US" smtClean="0">
              <a:solidFill>
                <a:srgbClr val="000000"/>
              </a:solidFill>
              <a:latin typeface="Arial" panose="020B0604020202020204" pitchFamily="34" charset="0"/>
              <a:ea typeface="+mn-ea"/>
            </a:endParaRPr>
          </a:p>
        </p:txBody>
      </p:sp>
      <p:sp>
        <p:nvSpPr>
          <p:cNvPr id="1032" name="Rectangle 8"/>
          <p:cNvSpPr>
            <a:spLocks noGrp="1" noChangeArrowheads="1"/>
          </p:cNvSpPr>
          <p:nvPr>
            <p:ph type="body" idx="1"/>
          </p:nvPr>
        </p:nvSpPr>
        <p:spPr bwMode="auto">
          <a:xfrm>
            <a:off x="642938" y="1366167"/>
            <a:ext cx="11572875" cy="53039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14803" tIns="57401" rIns="114803" bIns="57401" numCol="1" anchor="t" anchorCtr="0" compatLnSpc="1"/>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smtClean="0"/>
          </a:p>
        </p:txBody>
      </p:sp>
      <p:sp>
        <p:nvSpPr>
          <p:cNvPr id="1033" name="Rectangle 9"/>
          <p:cNvSpPr>
            <a:spLocks noGrp="1" noChangeArrowheads="1"/>
          </p:cNvSpPr>
          <p:nvPr>
            <p:ph type="dt" sz="half" idx="2"/>
          </p:nvPr>
        </p:nvSpPr>
        <p:spPr bwMode="auto">
          <a:xfrm>
            <a:off x="642938" y="6750474"/>
            <a:ext cx="3000375" cy="3381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14803" tIns="57401" rIns="114803" bIns="57401" numCol="1" anchor="t" anchorCtr="0" compatLnSpc="1"/>
          <a:lstStyle>
            <a:lvl1pPr>
              <a:defRPr sz="1800">
                <a:ea typeface="宋体" panose="02010600030101010101" pitchFamily="2" charset="-122"/>
              </a:defRPr>
            </a:lvl1pPr>
          </a:lstStyle>
          <a:p>
            <a:pPr>
              <a:buFont typeface="Arial" panose="020B0604020202020204" pitchFamily="34" charset="0"/>
              <a:buNone/>
            </a:pPr>
            <a:endParaRPr lang="en-US" smtClean="0">
              <a:solidFill>
                <a:srgbClr val="000000"/>
              </a:solidFill>
              <a:latin typeface="Arial" panose="020B0604020202020204" pitchFamily="34" charset="0"/>
            </a:endParaRPr>
          </a:p>
        </p:txBody>
      </p:sp>
      <p:sp>
        <p:nvSpPr>
          <p:cNvPr id="1034" name="Rectangle 10"/>
          <p:cNvSpPr>
            <a:spLocks noGrp="1" noChangeArrowheads="1"/>
          </p:cNvSpPr>
          <p:nvPr>
            <p:ph type="ftr" sz="quarter" idx="3"/>
          </p:nvPr>
        </p:nvSpPr>
        <p:spPr bwMode="auto">
          <a:xfrm>
            <a:off x="4393406" y="6750474"/>
            <a:ext cx="4071938" cy="3381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14803" tIns="57401" rIns="114803" bIns="57401" numCol="1" anchor="t" anchorCtr="0" compatLnSpc="1"/>
          <a:lstStyle>
            <a:lvl1pPr algn="ctr">
              <a:defRPr sz="1800">
                <a:ea typeface="宋体" panose="02010600030101010101" pitchFamily="2" charset="-122"/>
              </a:defRPr>
            </a:lvl1pPr>
          </a:lstStyle>
          <a:p>
            <a:pPr>
              <a:buFont typeface="Arial" panose="020B0604020202020204" pitchFamily="34" charset="0"/>
              <a:buNone/>
            </a:pPr>
            <a:endParaRPr lang="en-US" smtClean="0">
              <a:solidFill>
                <a:srgbClr val="000000"/>
              </a:solidFill>
              <a:latin typeface="Arial" panose="020B0604020202020204" pitchFamily="34" charset="0"/>
            </a:endParaRPr>
          </a:p>
        </p:txBody>
      </p:sp>
      <p:sp>
        <p:nvSpPr>
          <p:cNvPr id="1035" name="Rectangle 11"/>
          <p:cNvSpPr>
            <a:spLocks noGrp="1" noChangeArrowheads="1"/>
          </p:cNvSpPr>
          <p:nvPr>
            <p:ph type="sldNum" sz="quarter" idx="4"/>
          </p:nvPr>
        </p:nvSpPr>
        <p:spPr bwMode="auto">
          <a:xfrm>
            <a:off x="9215438" y="6750474"/>
            <a:ext cx="3000375" cy="3381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14803" tIns="57401" rIns="114803" bIns="57401" numCol="1" anchor="t" anchorCtr="0" compatLnSpc="1"/>
          <a:lstStyle>
            <a:lvl1pPr algn="r">
              <a:defRPr sz="1800">
                <a:ea typeface="宋体" panose="02010600030101010101" pitchFamily="2" charset="-122"/>
              </a:defRPr>
            </a:lvl1pPr>
          </a:lstStyle>
          <a:p>
            <a:pPr>
              <a:buFont typeface="Arial" panose="020B0604020202020204" pitchFamily="34" charset="0"/>
              <a:buNone/>
            </a:pPr>
            <a:fld id="{61BEC784-7BBA-415A-90D8-CFD62751F5D6}" type="slidenum">
              <a:rPr lang="zh-CN" altLang="en-US" smtClean="0">
                <a:solidFill>
                  <a:srgbClr val="000000"/>
                </a:solidFill>
                <a:latin typeface="Arial" panose="020B0604020202020204" pitchFamily="34" charset="0"/>
              </a:rPr>
            </a:fld>
            <a:endParaRPr lang="en-US" smtClean="0">
              <a:solidFill>
                <a:srgbClr val="000000"/>
              </a:solidFill>
              <a:latin typeface="Arial" panose="020B0604020202020204" pitchFamily="34" charset="0"/>
            </a:endParaRPr>
          </a:p>
        </p:txBody>
      </p:sp>
      <p:sp>
        <p:nvSpPr>
          <p:cNvPr id="1036" name="Rectangle 12"/>
          <p:cNvSpPr>
            <a:spLocks noGrp="1" noChangeArrowheads="1"/>
          </p:cNvSpPr>
          <p:nvPr>
            <p:ph type="title"/>
          </p:nvPr>
        </p:nvSpPr>
        <p:spPr bwMode="auto">
          <a:xfrm>
            <a:off x="2652117" y="622812"/>
            <a:ext cx="8358188" cy="594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45791" dir="2021404" algn="ctr" rotWithShape="0">
                    <a:schemeClr val="tx1"/>
                  </a:outerShdw>
                </a:effectLst>
              </a14:hiddenEffects>
            </a:ext>
          </a:extLst>
        </p:spPr>
        <p:txBody>
          <a:bodyPr vert="horz" wrap="square" lIns="114803" tIns="57401" rIns="114803" bIns="57401" numCol="1" anchor="ctr" anchorCtr="0" compatLnSpc="1"/>
          <a:lstStyle/>
          <a:p>
            <a:pPr lvl="0"/>
            <a:r>
              <a:rPr lang="zh-CN" altLang="en-US" smtClean="0"/>
              <a:t>单击此处编辑母版标题样式</a:t>
            </a:r>
            <a:endParaRPr lang="zh-CN" altLang="en-US" smtClean="0"/>
          </a:p>
        </p:txBody>
      </p:sp>
    </p:spTree>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 id="2147483689" r:id="rId12"/>
    <p:sldLayoutId id="2147483690" r:id="rId13"/>
  </p:sldLayoutIdLst>
  <p:txStyles>
    <p:titleStyle>
      <a:lvl1pPr algn="ctr" rtl="0" fontAlgn="base">
        <a:spcBef>
          <a:spcPct val="0"/>
        </a:spcBef>
        <a:spcAft>
          <a:spcPct val="0"/>
        </a:spcAft>
        <a:defRPr sz="4000" b="1">
          <a:solidFill>
            <a:schemeClr val="bg1"/>
          </a:solidFill>
          <a:latin typeface="+mj-lt"/>
          <a:ea typeface="+mj-ea"/>
          <a:cs typeface="+mj-cs"/>
        </a:defRPr>
      </a:lvl1pPr>
      <a:lvl2pPr algn="ctr" rtl="0" fontAlgn="base">
        <a:spcBef>
          <a:spcPct val="0"/>
        </a:spcBef>
        <a:spcAft>
          <a:spcPct val="0"/>
        </a:spcAft>
        <a:defRPr sz="4000" b="1">
          <a:solidFill>
            <a:schemeClr val="bg1"/>
          </a:solidFill>
          <a:latin typeface="Arial" panose="020B0604020202020204" pitchFamily="34" charset="0"/>
        </a:defRPr>
      </a:lvl2pPr>
      <a:lvl3pPr algn="ctr" rtl="0" fontAlgn="base">
        <a:spcBef>
          <a:spcPct val="0"/>
        </a:spcBef>
        <a:spcAft>
          <a:spcPct val="0"/>
        </a:spcAft>
        <a:defRPr sz="4000" b="1">
          <a:solidFill>
            <a:schemeClr val="bg1"/>
          </a:solidFill>
          <a:latin typeface="Arial" panose="020B0604020202020204" pitchFamily="34" charset="0"/>
        </a:defRPr>
      </a:lvl3pPr>
      <a:lvl4pPr algn="ctr" rtl="0" fontAlgn="base">
        <a:spcBef>
          <a:spcPct val="0"/>
        </a:spcBef>
        <a:spcAft>
          <a:spcPct val="0"/>
        </a:spcAft>
        <a:defRPr sz="4000" b="1">
          <a:solidFill>
            <a:schemeClr val="bg1"/>
          </a:solidFill>
          <a:latin typeface="Arial" panose="020B0604020202020204" pitchFamily="34" charset="0"/>
        </a:defRPr>
      </a:lvl4pPr>
      <a:lvl5pPr algn="ctr" rtl="0" fontAlgn="base">
        <a:spcBef>
          <a:spcPct val="0"/>
        </a:spcBef>
        <a:spcAft>
          <a:spcPct val="0"/>
        </a:spcAft>
        <a:defRPr sz="4000" b="1">
          <a:solidFill>
            <a:schemeClr val="bg1"/>
          </a:solidFill>
          <a:latin typeface="Arial" panose="020B0604020202020204" pitchFamily="34" charset="0"/>
        </a:defRPr>
      </a:lvl5pPr>
      <a:lvl6pPr marL="574040" algn="ctr" rtl="0" fontAlgn="base">
        <a:spcBef>
          <a:spcPct val="0"/>
        </a:spcBef>
        <a:spcAft>
          <a:spcPct val="0"/>
        </a:spcAft>
        <a:defRPr sz="4000" b="1">
          <a:solidFill>
            <a:schemeClr val="bg1"/>
          </a:solidFill>
          <a:latin typeface="Arial" panose="020B0604020202020204" pitchFamily="34" charset="0"/>
        </a:defRPr>
      </a:lvl6pPr>
      <a:lvl7pPr marL="1148080" algn="ctr" rtl="0" fontAlgn="base">
        <a:spcBef>
          <a:spcPct val="0"/>
        </a:spcBef>
        <a:spcAft>
          <a:spcPct val="0"/>
        </a:spcAft>
        <a:defRPr sz="4000" b="1">
          <a:solidFill>
            <a:schemeClr val="bg1"/>
          </a:solidFill>
          <a:latin typeface="Arial" panose="020B0604020202020204" pitchFamily="34" charset="0"/>
        </a:defRPr>
      </a:lvl7pPr>
      <a:lvl8pPr marL="1722120" algn="ctr" rtl="0" fontAlgn="base">
        <a:spcBef>
          <a:spcPct val="0"/>
        </a:spcBef>
        <a:spcAft>
          <a:spcPct val="0"/>
        </a:spcAft>
        <a:defRPr sz="4000" b="1">
          <a:solidFill>
            <a:schemeClr val="bg1"/>
          </a:solidFill>
          <a:latin typeface="Arial" panose="020B0604020202020204" pitchFamily="34" charset="0"/>
        </a:defRPr>
      </a:lvl8pPr>
      <a:lvl9pPr marL="2296160" algn="ctr" rtl="0" fontAlgn="base">
        <a:spcBef>
          <a:spcPct val="0"/>
        </a:spcBef>
        <a:spcAft>
          <a:spcPct val="0"/>
        </a:spcAft>
        <a:defRPr sz="4000" b="1">
          <a:solidFill>
            <a:schemeClr val="bg1"/>
          </a:solidFill>
          <a:latin typeface="Arial" panose="020B0604020202020204" pitchFamily="34" charset="0"/>
        </a:defRPr>
      </a:lvl9pPr>
    </p:titleStyle>
    <p:bodyStyle>
      <a:lvl1pPr marL="430530" indent="-430530" algn="l" rtl="0" fontAlgn="base">
        <a:spcBef>
          <a:spcPct val="20000"/>
        </a:spcBef>
        <a:spcAft>
          <a:spcPct val="0"/>
        </a:spcAft>
        <a:buClr>
          <a:schemeClr val="tx2"/>
        </a:buClr>
        <a:buFont typeface="Wingdings" panose="05000000000000000000" pitchFamily="2" charset="2"/>
        <a:buChar char="v"/>
        <a:defRPr sz="3500">
          <a:solidFill>
            <a:schemeClr val="tx1"/>
          </a:solidFill>
          <a:latin typeface="+mn-lt"/>
          <a:ea typeface="+mn-ea"/>
          <a:cs typeface="+mn-cs"/>
        </a:defRPr>
      </a:lvl1pPr>
      <a:lvl2pPr marL="932815" indent="-358775" algn="l" rtl="0" fontAlgn="base">
        <a:spcBef>
          <a:spcPct val="20000"/>
        </a:spcBef>
        <a:spcAft>
          <a:spcPct val="0"/>
        </a:spcAft>
        <a:buClr>
          <a:schemeClr val="tx2"/>
        </a:buClr>
        <a:buFont typeface="Wingdings" panose="05000000000000000000" pitchFamily="2" charset="2"/>
        <a:buChar char="§"/>
        <a:defRPr sz="3300">
          <a:solidFill>
            <a:schemeClr val="tx1"/>
          </a:solidFill>
          <a:latin typeface="+mn-lt"/>
        </a:defRPr>
      </a:lvl2pPr>
      <a:lvl3pPr marL="1435100" indent="-287020" algn="l" rtl="0" fontAlgn="base">
        <a:spcBef>
          <a:spcPct val="20000"/>
        </a:spcBef>
        <a:spcAft>
          <a:spcPct val="0"/>
        </a:spcAft>
        <a:buClr>
          <a:schemeClr val="tx2"/>
        </a:buClr>
        <a:buFont typeface="Wingdings" panose="05000000000000000000" pitchFamily="2" charset="2"/>
        <a:buChar char="•"/>
        <a:defRPr sz="2800">
          <a:solidFill>
            <a:schemeClr val="tx1"/>
          </a:solidFill>
          <a:latin typeface="+mn-lt"/>
        </a:defRPr>
      </a:lvl3pPr>
      <a:lvl4pPr marL="2009140" indent="-287020" algn="l" rtl="0" fontAlgn="base">
        <a:spcBef>
          <a:spcPct val="20000"/>
        </a:spcBef>
        <a:spcAft>
          <a:spcPct val="0"/>
        </a:spcAft>
        <a:buFont typeface="Wingdings" panose="05000000000000000000" pitchFamily="2" charset="2"/>
        <a:buChar char="–"/>
        <a:defRPr sz="2500">
          <a:solidFill>
            <a:schemeClr val="tx1"/>
          </a:solidFill>
          <a:latin typeface="+mn-lt"/>
        </a:defRPr>
      </a:lvl4pPr>
      <a:lvl5pPr marL="2583180" indent="-287020" algn="l" rtl="0" fontAlgn="base">
        <a:spcBef>
          <a:spcPct val="20000"/>
        </a:spcBef>
        <a:spcAft>
          <a:spcPct val="0"/>
        </a:spcAft>
        <a:buFont typeface="Wingdings" panose="05000000000000000000" pitchFamily="2" charset="2"/>
        <a:buChar char="»"/>
        <a:defRPr sz="2500">
          <a:solidFill>
            <a:schemeClr val="tx1"/>
          </a:solidFill>
          <a:latin typeface="+mn-lt"/>
        </a:defRPr>
      </a:lvl5pPr>
      <a:lvl6pPr marL="3157220" indent="-287020" algn="l" rtl="0" fontAlgn="base">
        <a:spcBef>
          <a:spcPct val="20000"/>
        </a:spcBef>
        <a:spcAft>
          <a:spcPct val="0"/>
        </a:spcAft>
        <a:buFont typeface="Wingdings" panose="05000000000000000000" pitchFamily="2" charset="2"/>
        <a:buChar char="»"/>
        <a:defRPr sz="2500">
          <a:solidFill>
            <a:schemeClr val="tx1"/>
          </a:solidFill>
          <a:latin typeface="+mn-lt"/>
        </a:defRPr>
      </a:lvl6pPr>
      <a:lvl7pPr marL="3731260" indent="-287020" algn="l" rtl="0" fontAlgn="base">
        <a:spcBef>
          <a:spcPct val="20000"/>
        </a:spcBef>
        <a:spcAft>
          <a:spcPct val="0"/>
        </a:spcAft>
        <a:buFont typeface="Wingdings" panose="05000000000000000000" pitchFamily="2" charset="2"/>
        <a:buChar char="»"/>
        <a:defRPr sz="2500">
          <a:solidFill>
            <a:schemeClr val="tx1"/>
          </a:solidFill>
          <a:latin typeface="+mn-lt"/>
        </a:defRPr>
      </a:lvl7pPr>
      <a:lvl8pPr marL="4305300" indent="-287020" algn="l" rtl="0" fontAlgn="base">
        <a:spcBef>
          <a:spcPct val="20000"/>
        </a:spcBef>
        <a:spcAft>
          <a:spcPct val="0"/>
        </a:spcAft>
        <a:buFont typeface="Wingdings" panose="05000000000000000000" pitchFamily="2" charset="2"/>
        <a:buChar char="»"/>
        <a:defRPr sz="2500">
          <a:solidFill>
            <a:schemeClr val="tx1"/>
          </a:solidFill>
          <a:latin typeface="+mn-lt"/>
        </a:defRPr>
      </a:lvl8pPr>
      <a:lvl9pPr marL="4879340" indent="-287020" algn="l" rtl="0" fontAlgn="base">
        <a:spcBef>
          <a:spcPct val="20000"/>
        </a:spcBef>
        <a:spcAft>
          <a:spcPct val="0"/>
        </a:spcAft>
        <a:buFont typeface="Wingdings" panose="05000000000000000000" pitchFamily="2" charset="2"/>
        <a:buChar char="»"/>
        <a:defRPr sz="2500">
          <a:solidFill>
            <a:schemeClr val="tx1"/>
          </a:solidFill>
          <a:latin typeface="+mn-lt"/>
        </a:defRPr>
      </a:lvl9pPr>
    </p:bodyStyle>
    <p:otherStyle>
      <a:defPPr>
        <a:defRPr lang="zh-CN"/>
      </a:defPPr>
      <a:lvl1pPr marL="0" algn="l" defTabSz="1148080" rtl="0" eaLnBrk="1" latinLnBrk="0" hangingPunct="1">
        <a:defRPr sz="2300" kern="1200">
          <a:solidFill>
            <a:schemeClr val="tx1"/>
          </a:solidFill>
          <a:latin typeface="+mn-lt"/>
          <a:ea typeface="+mn-ea"/>
          <a:cs typeface="+mn-cs"/>
        </a:defRPr>
      </a:lvl1pPr>
      <a:lvl2pPr marL="574040" algn="l" defTabSz="1148080" rtl="0" eaLnBrk="1" latinLnBrk="0" hangingPunct="1">
        <a:defRPr sz="2300" kern="1200">
          <a:solidFill>
            <a:schemeClr val="tx1"/>
          </a:solidFill>
          <a:latin typeface="+mn-lt"/>
          <a:ea typeface="+mn-ea"/>
          <a:cs typeface="+mn-cs"/>
        </a:defRPr>
      </a:lvl2pPr>
      <a:lvl3pPr marL="1148080" algn="l" defTabSz="1148080" rtl="0" eaLnBrk="1" latinLnBrk="0" hangingPunct="1">
        <a:defRPr sz="2300" kern="1200">
          <a:solidFill>
            <a:schemeClr val="tx1"/>
          </a:solidFill>
          <a:latin typeface="+mn-lt"/>
          <a:ea typeface="+mn-ea"/>
          <a:cs typeface="+mn-cs"/>
        </a:defRPr>
      </a:lvl3pPr>
      <a:lvl4pPr marL="1722120" algn="l" defTabSz="1148080" rtl="0" eaLnBrk="1" latinLnBrk="0" hangingPunct="1">
        <a:defRPr sz="2300" kern="1200">
          <a:solidFill>
            <a:schemeClr val="tx1"/>
          </a:solidFill>
          <a:latin typeface="+mn-lt"/>
          <a:ea typeface="+mn-ea"/>
          <a:cs typeface="+mn-cs"/>
        </a:defRPr>
      </a:lvl4pPr>
      <a:lvl5pPr marL="2296160" algn="l" defTabSz="1148080" rtl="0" eaLnBrk="1" latinLnBrk="0" hangingPunct="1">
        <a:defRPr sz="2300" kern="1200">
          <a:solidFill>
            <a:schemeClr val="tx1"/>
          </a:solidFill>
          <a:latin typeface="+mn-lt"/>
          <a:ea typeface="+mn-ea"/>
          <a:cs typeface="+mn-cs"/>
        </a:defRPr>
      </a:lvl5pPr>
      <a:lvl6pPr marL="2870200" algn="l" defTabSz="1148080" rtl="0" eaLnBrk="1" latinLnBrk="0" hangingPunct="1">
        <a:defRPr sz="2300" kern="1200">
          <a:solidFill>
            <a:schemeClr val="tx1"/>
          </a:solidFill>
          <a:latin typeface="+mn-lt"/>
          <a:ea typeface="+mn-ea"/>
          <a:cs typeface="+mn-cs"/>
        </a:defRPr>
      </a:lvl6pPr>
      <a:lvl7pPr marL="3444240" algn="l" defTabSz="1148080" rtl="0" eaLnBrk="1" latinLnBrk="0" hangingPunct="1">
        <a:defRPr sz="2300" kern="1200">
          <a:solidFill>
            <a:schemeClr val="tx1"/>
          </a:solidFill>
          <a:latin typeface="+mn-lt"/>
          <a:ea typeface="+mn-ea"/>
          <a:cs typeface="+mn-cs"/>
        </a:defRPr>
      </a:lvl7pPr>
      <a:lvl8pPr marL="4018280" algn="l" defTabSz="1148080" rtl="0" eaLnBrk="1" latinLnBrk="0" hangingPunct="1">
        <a:defRPr sz="2300" kern="1200">
          <a:solidFill>
            <a:schemeClr val="tx1"/>
          </a:solidFill>
          <a:latin typeface="+mn-lt"/>
          <a:ea typeface="+mn-ea"/>
          <a:cs typeface="+mn-cs"/>
        </a:defRPr>
      </a:lvl8pPr>
      <a:lvl9pPr marL="4592320" algn="l" defTabSz="1148080" rtl="0" eaLnBrk="1" latinLnBrk="0" hangingPunct="1">
        <a:defRPr sz="23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5.jpe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6.jpe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6.jpe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image" Target="../media/image7.jpe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15.xml"/><Relationship Id="rId1" Type="http://schemas.openxmlformats.org/officeDocument/2006/relationships/image" Target="../media/image8.png"/></Relationships>
</file>

<file path=ppt/slides/_rels/slide7.xml.rels><?xml version="1.0" encoding="UTF-8" standalone="yes"?>
<Relationships xmlns="http://schemas.openxmlformats.org/package/2006/relationships"><Relationship Id="rId4" Type="http://schemas.openxmlformats.org/officeDocument/2006/relationships/slideLayout" Target="../slideLayouts/slideLayout15.xml"/><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5.xml"/><Relationship Id="rId1" Type="http://schemas.openxmlformats.org/officeDocument/2006/relationships/image" Target="../media/image7.jpe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8.xml"/><Relationship Id="rId1" Type="http://schemas.openxmlformats.org/officeDocument/2006/relationships/image" Target="../media/image7.jpe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8.xml"/><Relationship Id="rId1" Type="http://schemas.openxmlformats.org/officeDocument/2006/relationships/image" Target="../media/image1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39.xml"/><Relationship Id="rId1" Type="http://schemas.openxmlformats.org/officeDocument/2006/relationships/image" Target="../media/image13.pn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8.xml"/><Relationship Id="rId1" Type="http://schemas.openxmlformats.org/officeDocument/2006/relationships/image" Target="../media/image7.jpe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39.xml"/><Relationship Id="rId1" Type="http://schemas.openxmlformats.org/officeDocument/2006/relationships/image" Target="../media/image14.png"/></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33.xml"/><Relationship Id="rId1" Type="http://schemas.openxmlformats.org/officeDocument/2006/relationships/image" Target="../media/image5.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直角三角形 1"/>
          <p:cNvSpPr/>
          <p:nvPr/>
        </p:nvSpPr>
        <p:spPr>
          <a:xfrm>
            <a:off x="0" y="0"/>
            <a:ext cx="7256762" cy="7256364"/>
          </a:xfrm>
          <a:prstGeom prst="rtTriangle">
            <a:avLst/>
          </a:prstGeom>
          <a:blipFill dpi="0" rotWithShape="1">
            <a:blip r:embed="rId1" cstate="screen"/>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lIns="128583" tIns="64291" rIns="128583" bIns="64291" rtlCol="0" anchor="ctr"/>
          <a:lstStyle/>
          <a:p>
            <a:pPr algn="ctr"/>
            <a:endParaRPr lang="zh-CN" altLang="en-US" sz="1400">
              <a:cs typeface="+mn-ea"/>
              <a:sym typeface="+mn-lt"/>
            </a:endParaRPr>
          </a:p>
        </p:txBody>
      </p:sp>
      <p:sp>
        <p:nvSpPr>
          <p:cNvPr id="3" name="任意多边形 2"/>
          <p:cNvSpPr/>
          <p:nvPr/>
        </p:nvSpPr>
        <p:spPr>
          <a:xfrm rot="5400000" flipV="1">
            <a:off x="1608166" y="1145782"/>
            <a:ext cx="4826927" cy="4827192"/>
          </a:xfrm>
          <a:custGeom>
            <a:avLst/>
            <a:gdLst>
              <a:gd name="connsiteX0" fmla="*/ 0 w 4343400"/>
              <a:gd name="connsiteY0" fmla="*/ 0 h 4343400"/>
              <a:gd name="connsiteX1" fmla="*/ 4343400 w 4343400"/>
              <a:gd name="connsiteY1" fmla="*/ 4343400 h 4343400"/>
              <a:gd name="connsiteX2" fmla="*/ 3486149 w 4343400"/>
              <a:gd name="connsiteY2" fmla="*/ 4343400 h 4343400"/>
              <a:gd name="connsiteX3" fmla="*/ 0 w 4343400"/>
              <a:gd name="connsiteY3" fmla="*/ 857251 h 4343400"/>
              <a:gd name="connsiteX4" fmla="*/ 0 w 4343400"/>
              <a:gd name="connsiteY4" fmla="*/ 0 h 4343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43400" h="4343400">
                <a:moveTo>
                  <a:pt x="0" y="0"/>
                </a:moveTo>
                <a:lnTo>
                  <a:pt x="4343400" y="4343400"/>
                </a:lnTo>
                <a:lnTo>
                  <a:pt x="3486149" y="4343400"/>
                </a:lnTo>
                <a:lnTo>
                  <a:pt x="0" y="857251"/>
                </a:lnTo>
                <a:lnTo>
                  <a:pt x="0" y="0"/>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28583" tIns="64291" rIns="128583" bIns="64291" rtlCol="0" anchor="ctr"/>
          <a:lstStyle/>
          <a:p>
            <a:pPr algn="ctr"/>
            <a:endParaRPr lang="zh-CN" altLang="en-US" sz="1400">
              <a:cs typeface="+mn-ea"/>
              <a:sym typeface="+mn-lt"/>
            </a:endParaRPr>
          </a:p>
        </p:txBody>
      </p:sp>
      <p:sp>
        <p:nvSpPr>
          <p:cNvPr id="6" name="文本框 5"/>
          <p:cNvSpPr txBox="1"/>
          <p:nvPr/>
        </p:nvSpPr>
        <p:spPr>
          <a:xfrm>
            <a:off x="4557167" y="1960141"/>
            <a:ext cx="8595718" cy="622280"/>
          </a:xfrm>
          <a:prstGeom prst="rect">
            <a:avLst/>
          </a:prstGeom>
          <a:noFill/>
        </p:spPr>
        <p:txBody>
          <a:bodyPr wrap="square" lIns="128583" tIns="64291" rIns="128583" bIns="64291" rtlCol="0">
            <a:spAutoFit/>
          </a:bodyPr>
          <a:lstStyle/>
          <a:p>
            <a:r>
              <a:rPr kumimoji="1" lang="en-US" altLang="zh-CN" sz="3200" b="1" dirty="0">
                <a:solidFill>
                  <a:srgbClr val="526580"/>
                </a:solidFill>
                <a:latin typeface="+mn-ea"/>
                <a:ea typeface="+mn-ea"/>
                <a:cs typeface="+mn-ea"/>
              </a:rPr>
              <a:t>&lt;&lt;JSP</a:t>
            </a:r>
            <a:r>
              <a:rPr kumimoji="1" lang="zh-CN" altLang="en-US" sz="3200" b="1" dirty="0">
                <a:solidFill>
                  <a:srgbClr val="526580"/>
                </a:solidFill>
                <a:latin typeface="+mn-ea"/>
                <a:ea typeface="+mn-ea"/>
                <a:cs typeface="+mn-ea"/>
              </a:rPr>
              <a:t>与</a:t>
            </a:r>
            <a:r>
              <a:rPr kumimoji="1" lang="en-US" altLang="zh-CN" sz="3200" b="1" dirty="0">
                <a:solidFill>
                  <a:srgbClr val="526580"/>
                </a:solidFill>
                <a:latin typeface="+mn-ea"/>
                <a:ea typeface="+mn-ea"/>
                <a:cs typeface="+mn-ea"/>
              </a:rPr>
              <a:t>Servlet</a:t>
            </a:r>
            <a:r>
              <a:rPr kumimoji="1" lang="zh-CN" altLang="en-US" sz="3200" b="1" dirty="0">
                <a:solidFill>
                  <a:srgbClr val="526580"/>
                </a:solidFill>
                <a:latin typeface="+mn-ea"/>
                <a:ea typeface="+mn-ea"/>
                <a:cs typeface="+mn-ea"/>
              </a:rPr>
              <a:t>开发技术与典型应用教程</a:t>
            </a:r>
            <a:r>
              <a:rPr kumimoji="1" lang="en-US" altLang="zh-CN" sz="3200" b="1" dirty="0">
                <a:solidFill>
                  <a:srgbClr val="526580"/>
                </a:solidFill>
                <a:latin typeface="+mn-ea"/>
                <a:ea typeface="+mn-ea"/>
                <a:cs typeface="+mn-ea"/>
              </a:rPr>
              <a:t>&gt;&gt;</a:t>
            </a:r>
            <a:endParaRPr kumimoji="1" lang="zh-CN" altLang="en-US" sz="3200" b="1" dirty="0">
              <a:solidFill>
                <a:srgbClr val="526580"/>
              </a:solidFill>
              <a:latin typeface="+mn-ea"/>
              <a:ea typeface="+mn-ea"/>
              <a:cs typeface="+mn-ea"/>
              <a:sym typeface="+mn-lt"/>
            </a:endParaRPr>
          </a:p>
        </p:txBody>
      </p:sp>
      <p:sp>
        <p:nvSpPr>
          <p:cNvPr id="8" name="文本框 7"/>
          <p:cNvSpPr txBox="1"/>
          <p:nvPr/>
        </p:nvSpPr>
        <p:spPr>
          <a:xfrm>
            <a:off x="5997327" y="2896245"/>
            <a:ext cx="6016403" cy="649181"/>
          </a:xfrm>
          <a:prstGeom prst="rect">
            <a:avLst/>
          </a:prstGeom>
          <a:noFill/>
        </p:spPr>
        <p:txBody>
          <a:bodyPr wrap="square" lIns="128583" tIns="64291" rIns="128583" bIns="64291" rtlCol="0">
            <a:spAutoFit/>
          </a:bodyPr>
          <a:lstStyle/>
          <a:p>
            <a:pPr algn="ctr"/>
            <a:r>
              <a:rPr kumimoji="1" lang="en-US" altLang="zh-CN" sz="1700" dirty="0">
                <a:solidFill>
                  <a:schemeClr val="bg1">
                    <a:lumMod val="50000"/>
                  </a:schemeClr>
                </a:solidFill>
                <a:cs typeface="+mn-ea"/>
                <a:sym typeface="+mn-lt"/>
              </a:rPr>
              <a:t>JSP and  servlet  development  technology  and  typical application  course</a:t>
            </a:r>
            <a:endParaRPr kumimoji="1" lang="zh-CN" altLang="en-US" sz="1700" dirty="0">
              <a:solidFill>
                <a:schemeClr val="bg1">
                  <a:lumMod val="50000"/>
                </a:schemeClr>
              </a:solidFill>
              <a:cs typeface="+mn-ea"/>
              <a:sym typeface="+mn-lt"/>
            </a:endParaRPr>
          </a:p>
        </p:txBody>
      </p:sp>
      <p:sp>
        <p:nvSpPr>
          <p:cNvPr id="9" name="文本框 8"/>
          <p:cNvSpPr txBox="1"/>
          <p:nvPr/>
        </p:nvSpPr>
        <p:spPr>
          <a:xfrm rot="2691049">
            <a:off x="1504190" y="3590662"/>
            <a:ext cx="6476181" cy="528320"/>
          </a:xfrm>
          <a:prstGeom prst="rect">
            <a:avLst/>
          </a:prstGeom>
          <a:noFill/>
        </p:spPr>
        <p:txBody>
          <a:bodyPr wrap="square" lIns="128583" tIns="64291" rIns="128583" bIns="64291" rtlCol="0">
            <a:spAutoFit/>
          </a:bodyPr>
          <a:lstStyle/>
          <a:p>
            <a:r>
              <a:rPr kumimoji="1" lang="zh-CN" altLang="en-US" sz="2600" b="1" dirty="0">
                <a:solidFill>
                  <a:srgbClr val="526580"/>
                </a:solidFill>
                <a:cs typeface="+mn-ea"/>
              </a:rPr>
              <a:t>第九章 </a:t>
            </a:r>
            <a:r>
              <a:rPr kumimoji="1" lang="en-US" altLang="zh-CN" sz="2600" b="1" dirty="0">
                <a:solidFill>
                  <a:srgbClr val="526580"/>
                </a:solidFill>
                <a:cs typeface="+mn-ea"/>
              </a:rPr>
              <a:t>Java Web</a:t>
            </a:r>
            <a:r>
              <a:rPr kumimoji="1" lang="zh-CN" altLang="en-US" sz="2600" b="1" dirty="0">
                <a:solidFill>
                  <a:srgbClr val="526580"/>
                </a:solidFill>
                <a:cs typeface="+mn-ea"/>
              </a:rPr>
              <a:t>应用中的文件操作</a:t>
            </a:r>
            <a:endParaRPr kumimoji="1" lang="zh-CN" altLang="en-US" sz="2600" b="1" dirty="0">
              <a:solidFill>
                <a:srgbClr val="526580"/>
              </a:solidFill>
              <a:cs typeface="+mn-ea"/>
              <a:sym typeface="宋体" panose="02010600030101010101" pitchFamily="2" charset="-122"/>
            </a:endParaRPr>
          </a:p>
        </p:txBody>
      </p:sp>
      <p:sp>
        <p:nvSpPr>
          <p:cNvPr id="12" name="直角三角形 11"/>
          <p:cNvSpPr/>
          <p:nvPr/>
        </p:nvSpPr>
        <p:spPr>
          <a:xfrm flipH="1">
            <a:off x="8229575" y="3976365"/>
            <a:ext cx="4629176" cy="3279999"/>
          </a:xfrm>
          <a:prstGeom prst="rtTriangle">
            <a:avLst/>
          </a:prstGeom>
          <a:solidFill>
            <a:srgbClr val="43536A"/>
          </a:solidFill>
          <a:ln>
            <a:solidFill>
              <a:srgbClr val="43536A"/>
            </a:solidFill>
          </a:ln>
        </p:spPr>
        <p:style>
          <a:lnRef idx="2">
            <a:schemeClr val="accent1">
              <a:shade val="50000"/>
            </a:schemeClr>
          </a:lnRef>
          <a:fillRef idx="1">
            <a:schemeClr val="accent1"/>
          </a:fillRef>
          <a:effectRef idx="0">
            <a:schemeClr val="accent1"/>
          </a:effectRef>
          <a:fontRef idx="minor">
            <a:schemeClr val="lt1"/>
          </a:fontRef>
        </p:style>
        <p:txBody>
          <a:bodyPr lIns="128583" tIns="64291" rIns="128583" bIns="64291" rtlCol="0" anchor="ctr"/>
          <a:lstStyle/>
          <a:p>
            <a:pPr algn="ctr"/>
            <a:endParaRPr lang="zh-CN" altLang="en-US" sz="1400">
              <a:solidFill>
                <a:schemeClr val="bg2">
                  <a:lumMod val="25000"/>
                </a:schemeClr>
              </a:solidFill>
              <a:cs typeface="+mn-ea"/>
              <a:sym typeface="+mn-lt"/>
            </a:endParaRPr>
          </a:p>
        </p:txBody>
      </p:sp>
      <p:sp>
        <p:nvSpPr>
          <p:cNvPr id="16" name="直角三角形 15"/>
          <p:cNvSpPr/>
          <p:nvPr/>
        </p:nvSpPr>
        <p:spPr>
          <a:xfrm rot="13500000" flipV="1">
            <a:off x="2775844" y="-1270801"/>
            <a:ext cx="2491570" cy="2491706"/>
          </a:xfrm>
          <a:prstGeom prst="rtTriangle">
            <a:avLst/>
          </a:prstGeom>
          <a:solidFill>
            <a:srgbClr val="43536A"/>
          </a:solidFill>
          <a:ln>
            <a:noFill/>
          </a:ln>
        </p:spPr>
        <p:style>
          <a:lnRef idx="2">
            <a:schemeClr val="accent1">
              <a:shade val="50000"/>
            </a:schemeClr>
          </a:lnRef>
          <a:fillRef idx="1">
            <a:schemeClr val="accent1"/>
          </a:fillRef>
          <a:effectRef idx="0">
            <a:schemeClr val="accent1"/>
          </a:effectRef>
          <a:fontRef idx="minor">
            <a:schemeClr val="lt1"/>
          </a:fontRef>
        </p:style>
        <p:txBody>
          <a:bodyPr lIns="128583" tIns="64291" rIns="128583" bIns="64291" rtlCol="0" anchor="ctr"/>
          <a:lstStyle/>
          <a:p>
            <a:pPr algn="ctr"/>
            <a:endParaRPr lang="zh-CN" altLang="en-US" sz="1400">
              <a:solidFill>
                <a:prstClr val="white"/>
              </a:solidFill>
              <a:cs typeface="+mn-ea"/>
              <a:sym typeface="+mn-lt"/>
            </a:endParaRPr>
          </a:p>
        </p:txBody>
      </p:sp>
      <p:sp>
        <p:nvSpPr>
          <p:cNvPr id="4" name="TextBox 3"/>
          <p:cNvSpPr txBox="1"/>
          <p:nvPr/>
        </p:nvSpPr>
        <p:spPr>
          <a:xfrm>
            <a:off x="8373591" y="3976365"/>
            <a:ext cx="3960440" cy="400110"/>
          </a:xfrm>
          <a:prstGeom prst="rect">
            <a:avLst/>
          </a:prstGeom>
          <a:noFill/>
        </p:spPr>
        <p:txBody>
          <a:bodyPr wrap="square" rtlCol="0">
            <a:spAutoFit/>
          </a:bodyPr>
          <a:lstStyle/>
          <a:p>
            <a:pPr algn="r"/>
            <a:r>
              <a:rPr kumimoji="1" lang="zh-CN" altLang="en-US" sz="2000" b="1" dirty="0">
                <a:solidFill>
                  <a:srgbClr val="526580"/>
                </a:solidFill>
                <a:cs typeface="+mn-ea"/>
              </a:rPr>
              <a:t>大连理工大学出版社</a:t>
            </a:r>
            <a:endParaRPr kumimoji="1" lang="zh-CN" altLang="en-US" sz="2000" b="1" dirty="0">
              <a:solidFill>
                <a:srgbClr val="526580"/>
              </a:solidFill>
              <a:cs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advClick="0" advTm="0"/>
    </mc:Choice>
    <mc:Fallback>
      <p:transition spd="slow" advClick="0"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2"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000" fill="hold"/>
                                        <p:tgtEl>
                                          <p:spTgt spid="2"/>
                                        </p:tgtEl>
                                        <p:attrNameLst>
                                          <p:attrName>ppt_x</p:attrName>
                                        </p:attrNameLst>
                                      </p:cBhvr>
                                      <p:tavLst>
                                        <p:tav tm="0">
                                          <p:val>
                                            <p:strVal val="0-#ppt_w/2"/>
                                          </p:val>
                                        </p:tav>
                                        <p:tav tm="100000">
                                          <p:val>
                                            <p:strVal val="#ppt_x"/>
                                          </p:val>
                                        </p:tav>
                                      </p:tavLst>
                                    </p:anim>
                                    <p:anim calcmode="lin" valueType="num">
                                      <p:cBhvr additive="base">
                                        <p:cTn id="8" dur="1000" fill="hold"/>
                                        <p:tgtEl>
                                          <p:spTgt spid="2"/>
                                        </p:tgtEl>
                                        <p:attrNameLst>
                                          <p:attrName>ppt_y</p:attrName>
                                        </p:attrNameLst>
                                      </p:cBhvr>
                                      <p:tavLst>
                                        <p:tav tm="0">
                                          <p:val>
                                            <p:strVal val="1+#ppt_h/2"/>
                                          </p:val>
                                        </p:tav>
                                        <p:tav tm="100000">
                                          <p:val>
                                            <p:strVal val="#ppt_y"/>
                                          </p:val>
                                        </p:tav>
                                      </p:tavLst>
                                    </p:anim>
                                  </p:childTnLst>
                                </p:cTn>
                              </p:par>
                              <p:par>
                                <p:cTn id="9" presetID="2" presetClass="entr" presetSubtype="3" fill="hold" grpId="0" nodeType="withEffect">
                                  <p:stCondLst>
                                    <p:cond delay="0"/>
                                  </p:stCondLst>
                                  <p:childTnLst>
                                    <p:set>
                                      <p:cBhvr>
                                        <p:cTn id="10" dur="1" fill="hold">
                                          <p:stCondLst>
                                            <p:cond delay="0"/>
                                          </p:stCondLst>
                                        </p:cTn>
                                        <p:tgtEl>
                                          <p:spTgt spid="3"/>
                                        </p:tgtEl>
                                        <p:attrNameLst>
                                          <p:attrName>style.visibility</p:attrName>
                                        </p:attrNameLst>
                                      </p:cBhvr>
                                      <p:to>
                                        <p:strVal val="visible"/>
                                      </p:to>
                                    </p:set>
                                    <p:anim calcmode="lin" valueType="num">
                                      <p:cBhvr additive="base">
                                        <p:cTn id="11" dur="1000" fill="hold"/>
                                        <p:tgtEl>
                                          <p:spTgt spid="3"/>
                                        </p:tgtEl>
                                        <p:attrNameLst>
                                          <p:attrName>ppt_x</p:attrName>
                                        </p:attrNameLst>
                                      </p:cBhvr>
                                      <p:tavLst>
                                        <p:tav tm="0">
                                          <p:val>
                                            <p:strVal val="1+#ppt_w/2"/>
                                          </p:val>
                                        </p:tav>
                                        <p:tav tm="100000">
                                          <p:val>
                                            <p:strVal val="#ppt_x"/>
                                          </p:val>
                                        </p:tav>
                                      </p:tavLst>
                                    </p:anim>
                                    <p:anim calcmode="lin" valueType="num">
                                      <p:cBhvr additive="base">
                                        <p:cTn id="12" dur="1000" fill="hold"/>
                                        <p:tgtEl>
                                          <p:spTgt spid="3"/>
                                        </p:tgtEl>
                                        <p:attrNameLst>
                                          <p:attrName>ppt_y</p:attrName>
                                        </p:attrNameLst>
                                      </p:cBhvr>
                                      <p:tavLst>
                                        <p:tav tm="0">
                                          <p:val>
                                            <p:strVal val="0-#ppt_h/2"/>
                                          </p:val>
                                        </p:tav>
                                        <p:tav tm="100000">
                                          <p:val>
                                            <p:strVal val="#ppt_y"/>
                                          </p:val>
                                        </p:tav>
                                      </p:tavLst>
                                    </p:anim>
                                  </p:childTnLst>
                                </p:cTn>
                              </p:par>
                            </p:childTnLst>
                          </p:cTn>
                        </p:par>
                        <p:par>
                          <p:cTn id="13" fill="hold">
                            <p:stCondLst>
                              <p:cond delay="1000"/>
                            </p:stCondLst>
                            <p:childTnLst>
                              <p:par>
                                <p:cTn id="14" presetID="22" presetClass="entr" presetSubtype="1" fill="hold" grpId="0" nodeType="after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wipe(up)">
                                      <p:cBhvr>
                                        <p:cTn id="16" dur="500"/>
                                        <p:tgtEl>
                                          <p:spTgt spid="9"/>
                                        </p:tgtEl>
                                      </p:cBhvr>
                                    </p:animEffect>
                                  </p:childTnLst>
                                </p:cTn>
                              </p:par>
                            </p:childTnLst>
                          </p:cTn>
                        </p:par>
                        <p:par>
                          <p:cTn id="17" fill="hold">
                            <p:stCondLst>
                              <p:cond delay="1500"/>
                            </p:stCondLst>
                            <p:childTnLst>
                              <p:par>
                                <p:cTn id="18" presetID="2" presetClass="entr" presetSubtype="12" fill="hold" grpId="0" nodeType="afterEffect">
                                  <p:stCondLst>
                                    <p:cond delay="0"/>
                                  </p:stCondLst>
                                  <p:childTnLst>
                                    <p:set>
                                      <p:cBhvr>
                                        <p:cTn id="19" dur="1" fill="hold">
                                          <p:stCondLst>
                                            <p:cond delay="0"/>
                                          </p:stCondLst>
                                        </p:cTn>
                                        <p:tgtEl>
                                          <p:spTgt spid="12"/>
                                        </p:tgtEl>
                                        <p:attrNameLst>
                                          <p:attrName>style.visibility</p:attrName>
                                        </p:attrNameLst>
                                      </p:cBhvr>
                                      <p:to>
                                        <p:strVal val="visible"/>
                                      </p:to>
                                    </p:set>
                                    <p:anim calcmode="lin" valueType="num">
                                      <p:cBhvr additive="base">
                                        <p:cTn id="20" dur="1000" fill="hold"/>
                                        <p:tgtEl>
                                          <p:spTgt spid="12"/>
                                        </p:tgtEl>
                                        <p:attrNameLst>
                                          <p:attrName>ppt_x</p:attrName>
                                        </p:attrNameLst>
                                      </p:cBhvr>
                                      <p:tavLst>
                                        <p:tav tm="0">
                                          <p:val>
                                            <p:strVal val="0-#ppt_w/2"/>
                                          </p:val>
                                        </p:tav>
                                        <p:tav tm="100000">
                                          <p:val>
                                            <p:strVal val="#ppt_x"/>
                                          </p:val>
                                        </p:tav>
                                      </p:tavLst>
                                    </p:anim>
                                    <p:anim calcmode="lin" valueType="num">
                                      <p:cBhvr additive="base">
                                        <p:cTn id="21" dur="1000" fill="hold"/>
                                        <p:tgtEl>
                                          <p:spTgt spid="12"/>
                                        </p:tgtEl>
                                        <p:attrNameLst>
                                          <p:attrName>ppt_y</p:attrName>
                                        </p:attrNameLst>
                                      </p:cBhvr>
                                      <p:tavLst>
                                        <p:tav tm="0">
                                          <p:val>
                                            <p:strVal val="1+#ppt_h/2"/>
                                          </p:val>
                                        </p:tav>
                                        <p:tav tm="100000">
                                          <p:val>
                                            <p:strVal val="#ppt_y"/>
                                          </p:val>
                                        </p:tav>
                                      </p:tavLst>
                                    </p:anim>
                                  </p:childTnLst>
                                </p:cTn>
                              </p:par>
                              <p:par>
                                <p:cTn id="22" presetID="2" presetClass="entr" presetSubtype="1" fill="hold" grpId="0" nodeType="withEffect">
                                  <p:stCondLst>
                                    <p:cond delay="0"/>
                                  </p:stCondLst>
                                  <p:childTnLst>
                                    <p:set>
                                      <p:cBhvr>
                                        <p:cTn id="23" dur="1" fill="hold">
                                          <p:stCondLst>
                                            <p:cond delay="0"/>
                                          </p:stCondLst>
                                        </p:cTn>
                                        <p:tgtEl>
                                          <p:spTgt spid="16"/>
                                        </p:tgtEl>
                                        <p:attrNameLst>
                                          <p:attrName>style.visibility</p:attrName>
                                        </p:attrNameLst>
                                      </p:cBhvr>
                                      <p:to>
                                        <p:strVal val="visible"/>
                                      </p:to>
                                    </p:set>
                                    <p:anim calcmode="lin" valueType="num">
                                      <p:cBhvr additive="base">
                                        <p:cTn id="24" dur="1000" fill="hold"/>
                                        <p:tgtEl>
                                          <p:spTgt spid="16"/>
                                        </p:tgtEl>
                                        <p:attrNameLst>
                                          <p:attrName>ppt_x</p:attrName>
                                        </p:attrNameLst>
                                      </p:cBhvr>
                                      <p:tavLst>
                                        <p:tav tm="0">
                                          <p:val>
                                            <p:strVal val="#ppt_x"/>
                                          </p:val>
                                        </p:tav>
                                        <p:tav tm="100000">
                                          <p:val>
                                            <p:strVal val="#ppt_x"/>
                                          </p:val>
                                        </p:tav>
                                      </p:tavLst>
                                    </p:anim>
                                    <p:anim calcmode="lin" valueType="num">
                                      <p:cBhvr additive="base">
                                        <p:cTn id="25" dur="1000" fill="hold"/>
                                        <p:tgtEl>
                                          <p:spTgt spid="16"/>
                                        </p:tgtEl>
                                        <p:attrNameLst>
                                          <p:attrName>ppt_y</p:attrName>
                                        </p:attrNameLst>
                                      </p:cBhvr>
                                      <p:tavLst>
                                        <p:tav tm="0">
                                          <p:val>
                                            <p:strVal val="0-#ppt_h/2"/>
                                          </p:val>
                                        </p:tav>
                                        <p:tav tm="100000">
                                          <p:val>
                                            <p:strVal val="#ppt_y"/>
                                          </p:val>
                                        </p:tav>
                                      </p:tavLst>
                                    </p:anim>
                                  </p:childTnLst>
                                </p:cTn>
                              </p:par>
                            </p:childTnLst>
                          </p:cTn>
                        </p:par>
                        <p:par>
                          <p:cTn id="26" fill="hold">
                            <p:stCondLst>
                              <p:cond delay="2500"/>
                            </p:stCondLst>
                            <p:childTnLst>
                              <p:par>
                                <p:cTn id="27" presetID="22" presetClass="entr" presetSubtype="8" fill="hold" grpId="0" nodeType="afterEffect">
                                  <p:stCondLst>
                                    <p:cond delay="0"/>
                                  </p:stCondLst>
                                  <p:childTnLst>
                                    <p:set>
                                      <p:cBhvr>
                                        <p:cTn id="28" dur="1" fill="hold">
                                          <p:stCondLst>
                                            <p:cond delay="0"/>
                                          </p:stCondLst>
                                        </p:cTn>
                                        <p:tgtEl>
                                          <p:spTgt spid="6"/>
                                        </p:tgtEl>
                                        <p:attrNameLst>
                                          <p:attrName>style.visibility</p:attrName>
                                        </p:attrNameLst>
                                      </p:cBhvr>
                                      <p:to>
                                        <p:strVal val="visible"/>
                                      </p:to>
                                    </p:set>
                                    <p:animEffect transition="in" filter="wipe(left)">
                                      <p:cBhvr>
                                        <p:cTn id="29" dur="500"/>
                                        <p:tgtEl>
                                          <p:spTgt spid="6"/>
                                        </p:tgtEl>
                                      </p:cBhvr>
                                    </p:animEffect>
                                  </p:childTnLst>
                                </p:cTn>
                              </p:par>
                            </p:childTnLst>
                          </p:cTn>
                        </p:par>
                        <p:par>
                          <p:cTn id="30" fill="hold">
                            <p:stCondLst>
                              <p:cond delay="3000"/>
                            </p:stCondLst>
                            <p:childTnLst>
                              <p:par>
                                <p:cTn id="31" presetID="42" presetClass="entr" presetSubtype="0" fill="hold" grpId="0" nodeType="afterEffect">
                                  <p:stCondLst>
                                    <p:cond delay="0"/>
                                  </p:stCondLst>
                                  <p:childTnLst>
                                    <p:set>
                                      <p:cBhvr>
                                        <p:cTn id="32" dur="1" fill="hold">
                                          <p:stCondLst>
                                            <p:cond delay="0"/>
                                          </p:stCondLst>
                                        </p:cTn>
                                        <p:tgtEl>
                                          <p:spTgt spid="8"/>
                                        </p:tgtEl>
                                        <p:attrNameLst>
                                          <p:attrName>style.visibility</p:attrName>
                                        </p:attrNameLst>
                                      </p:cBhvr>
                                      <p:to>
                                        <p:strVal val="visible"/>
                                      </p:to>
                                    </p:set>
                                    <p:animEffect transition="in" filter="fade">
                                      <p:cBhvr>
                                        <p:cTn id="33" dur="750"/>
                                        <p:tgtEl>
                                          <p:spTgt spid="8"/>
                                        </p:tgtEl>
                                      </p:cBhvr>
                                    </p:animEffect>
                                    <p:anim calcmode="lin" valueType="num">
                                      <p:cBhvr>
                                        <p:cTn id="34" dur="750" fill="hold"/>
                                        <p:tgtEl>
                                          <p:spTgt spid="8"/>
                                        </p:tgtEl>
                                        <p:attrNameLst>
                                          <p:attrName>ppt_x</p:attrName>
                                        </p:attrNameLst>
                                      </p:cBhvr>
                                      <p:tavLst>
                                        <p:tav tm="0">
                                          <p:val>
                                            <p:strVal val="#ppt_x"/>
                                          </p:val>
                                        </p:tav>
                                        <p:tav tm="100000">
                                          <p:val>
                                            <p:strVal val="#ppt_x"/>
                                          </p:val>
                                        </p:tav>
                                      </p:tavLst>
                                    </p:anim>
                                    <p:anim calcmode="lin" valueType="num">
                                      <p:cBhvr>
                                        <p:cTn id="35" dur="750" fill="hold"/>
                                        <p:tgtEl>
                                          <p:spTgt spid="8"/>
                                        </p:tgtEl>
                                        <p:attrNameLst>
                                          <p:attrName>ppt_y</p:attrName>
                                        </p:attrNameLst>
                                      </p:cBhvr>
                                      <p:tavLst>
                                        <p:tav tm="0">
                                          <p:val>
                                            <p:strVal val="#ppt_y+.1"/>
                                          </p:val>
                                        </p:tav>
                                        <p:tav tm="100000">
                                          <p:val>
                                            <p:strVal val="#ppt_y"/>
                                          </p:val>
                                        </p:tav>
                                      </p:tavLst>
                                    </p:anim>
                                  </p:childTnLst>
                                </p:cTn>
                              </p:par>
                            </p:childTnLst>
                          </p:cTn>
                        </p:par>
                        <p:par>
                          <p:cTn id="36" fill="hold">
                            <p:stCondLst>
                              <p:cond delay="4000"/>
                            </p:stCondLst>
                            <p:childTnLst>
                              <p:par>
                                <p:cTn id="37" presetID="2" presetClass="entr" presetSubtype="4" fill="hold" grpId="0" nodeType="afterEffect">
                                  <p:stCondLst>
                                    <p:cond delay="0"/>
                                  </p:stCondLst>
                                  <p:childTnLst>
                                    <p:set>
                                      <p:cBhvr>
                                        <p:cTn id="38" dur="1" fill="hold">
                                          <p:stCondLst>
                                            <p:cond delay="0"/>
                                          </p:stCondLst>
                                        </p:cTn>
                                        <p:tgtEl>
                                          <p:spTgt spid="4"/>
                                        </p:tgtEl>
                                        <p:attrNameLst>
                                          <p:attrName>style.visibility</p:attrName>
                                        </p:attrNameLst>
                                      </p:cBhvr>
                                      <p:to>
                                        <p:strVal val="visible"/>
                                      </p:to>
                                    </p:set>
                                    <p:anim calcmode="lin" valueType="num">
                                      <p:cBhvr additive="base">
                                        <p:cTn id="39" dur="500" fill="hold"/>
                                        <p:tgtEl>
                                          <p:spTgt spid="4"/>
                                        </p:tgtEl>
                                        <p:attrNameLst>
                                          <p:attrName>ppt_x</p:attrName>
                                        </p:attrNameLst>
                                      </p:cBhvr>
                                      <p:tavLst>
                                        <p:tav tm="0">
                                          <p:val>
                                            <p:strVal val="#ppt_x"/>
                                          </p:val>
                                        </p:tav>
                                        <p:tav tm="100000">
                                          <p:val>
                                            <p:strVal val="#ppt_x"/>
                                          </p:val>
                                        </p:tav>
                                      </p:tavLst>
                                    </p:anim>
                                    <p:anim calcmode="lin" valueType="num">
                                      <p:cBhvr additive="base">
                                        <p:cTn id="40"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6" grpId="0"/>
      <p:bldP spid="8" grpId="0"/>
      <p:bldP spid="9" grpId="0"/>
      <p:bldP spid="12" grpId="0" animBg="1"/>
      <p:bldP spid="16" grpId="0" animBg="1"/>
      <p:bldP spid="4"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任意多边形 18"/>
          <p:cNvSpPr/>
          <p:nvPr/>
        </p:nvSpPr>
        <p:spPr>
          <a:xfrm>
            <a:off x="-12756" y="0"/>
            <a:ext cx="7266302" cy="7265903"/>
          </a:xfrm>
          <a:custGeom>
            <a:avLst/>
            <a:gdLst>
              <a:gd name="connsiteX0" fmla="*/ 0 w 5896303"/>
              <a:gd name="connsiteY0" fmla="*/ 0 h 5896303"/>
              <a:gd name="connsiteX1" fmla="*/ 5896303 w 5896303"/>
              <a:gd name="connsiteY1" fmla="*/ 5896303 h 5896303"/>
              <a:gd name="connsiteX2" fmla="*/ 5579364 w 5896303"/>
              <a:gd name="connsiteY2" fmla="*/ 5896303 h 5896303"/>
              <a:gd name="connsiteX3" fmla="*/ 0 w 5896303"/>
              <a:gd name="connsiteY3" fmla="*/ 316939 h 5896303"/>
              <a:gd name="connsiteX4" fmla="*/ 0 w 5896303"/>
              <a:gd name="connsiteY4" fmla="*/ 0 h 58963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96303" h="5896303">
                <a:moveTo>
                  <a:pt x="0" y="0"/>
                </a:moveTo>
                <a:lnTo>
                  <a:pt x="5896303" y="5896303"/>
                </a:lnTo>
                <a:lnTo>
                  <a:pt x="5579364" y="5896303"/>
                </a:lnTo>
                <a:lnTo>
                  <a:pt x="0" y="316939"/>
                </a:lnTo>
                <a:lnTo>
                  <a:pt x="0" y="0"/>
                </a:lnTo>
                <a:close/>
              </a:path>
            </a:pathLst>
          </a:custGeom>
          <a:solidFill>
            <a:srgbClr val="D0CECE"/>
          </a:solidFill>
          <a:ln>
            <a:noFill/>
          </a:ln>
        </p:spPr>
        <p:style>
          <a:lnRef idx="2">
            <a:schemeClr val="accent1">
              <a:shade val="50000"/>
            </a:schemeClr>
          </a:lnRef>
          <a:fillRef idx="1">
            <a:schemeClr val="accent1"/>
          </a:fillRef>
          <a:effectRef idx="0">
            <a:schemeClr val="accent1"/>
          </a:effectRef>
          <a:fontRef idx="minor">
            <a:schemeClr val="lt1"/>
          </a:fontRef>
        </p:style>
        <p:txBody>
          <a:bodyPr lIns="128583" tIns="64291" rIns="128583" bIns="64291" rtlCol="0" anchor="ctr"/>
          <a:lstStyle/>
          <a:p>
            <a:pPr algn="ctr"/>
            <a:endParaRPr lang="zh-CN" altLang="en-US" sz="1400">
              <a:cs typeface="+mn-ea"/>
              <a:sym typeface="+mn-lt"/>
            </a:endParaRPr>
          </a:p>
        </p:txBody>
      </p:sp>
      <p:sp>
        <p:nvSpPr>
          <p:cNvPr id="3" name="等腰三角形 5"/>
          <p:cNvSpPr/>
          <p:nvPr/>
        </p:nvSpPr>
        <p:spPr>
          <a:xfrm flipV="1">
            <a:off x="1072486" y="448922"/>
            <a:ext cx="4158592" cy="2029130"/>
          </a:xfrm>
          <a:prstGeom prst="triangle">
            <a:avLst/>
          </a:prstGeom>
          <a:noFill/>
          <a:ln w="28575">
            <a:solidFill>
              <a:srgbClr val="595959"/>
            </a:solidFill>
          </a:ln>
        </p:spPr>
        <p:style>
          <a:lnRef idx="2">
            <a:schemeClr val="accent1">
              <a:shade val="50000"/>
            </a:schemeClr>
          </a:lnRef>
          <a:fillRef idx="1">
            <a:schemeClr val="accent1"/>
          </a:fillRef>
          <a:effectRef idx="0">
            <a:schemeClr val="accent1"/>
          </a:effectRef>
          <a:fontRef idx="minor">
            <a:schemeClr val="lt1"/>
          </a:fontRef>
        </p:style>
        <p:txBody>
          <a:bodyPr lIns="128583" tIns="64291" rIns="128583" bIns="64291" rtlCol="0" anchor="ctr"/>
          <a:lstStyle/>
          <a:p>
            <a:pPr algn="ctr"/>
            <a:endParaRPr lang="zh-CN" altLang="en-US" sz="1400">
              <a:cs typeface="+mn-ea"/>
              <a:sym typeface="+mn-lt"/>
            </a:endParaRPr>
          </a:p>
        </p:txBody>
      </p:sp>
      <p:sp>
        <p:nvSpPr>
          <p:cNvPr id="4" name="等腰三角形 4"/>
          <p:cNvSpPr/>
          <p:nvPr/>
        </p:nvSpPr>
        <p:spPr>
          <a:xfrm flipV="1">
            <a:off x="1072486" y="-1"/>
            <a:ext cx="4158592" cy="2029130"/>
          </a:xfrm>
          <a:prstGeom prst="triangle">
            <a:avLst/>
          </a:prstGeom>
          <a:solidFill>
            <a:srgbClr val="43536A"/>
          </a:solidFill>
          <a:ln>
            <a:noFill/>
          </a:ln>
        </p:spPr>
        <p:style>
          <a:lnRef idx="2">
            <a:schemeClr val="accent1">
              <a:shade val="50000"/>
            </a:schemeClr>
          </a:lnRef>
          <a:fillRef idx="1">
            <a:schemeClr val="accent1"/>
          </a:fillRef>
          <a:effectRef idx="0">
            <a:schemeClr val="accent1"/>
          </a:effectRef>
          <a:fontRef idx="minor">
            <a:schemeClr val="lt1"/>
          </a:fontRef>
        </p:style>
        <p:txBody>
          <a:bodyPr lIns="128583" tIns="64291" rIns="128583" bIns="64291" rtlCol="0" anchor="ctr"/>
          <a:lstStyle/>
          <a:p>
            <a:pPr algn="ctr"/>
            <a:endParaRPr lang="zh-CN" altLang="en-US" sz="1400">
              <a:cs typeface="+mn-ea"/>
              <a:sym typeface="+mn-lt"/>
            </a:endParaRPr>
          </a:p>
        </p:txBody>
      </p:sp>
      <p:sp>
        <p:nvSpPr>
          <p:cNvPr id="7" name="TextBox 32"/>
          <p:cNvSpPr txBox="1">
            <a:spLocks noChangeArrowheads="1"/>
          </p:cNvSpPr>
          <p:nvPr/>
        </p:nvSpPr>
        <p:spPr bwMode="auto">
          <a:xfrm>
            <a:off x="3667936" y="1993039"/>
            <a:ext cx="1477498" cy="1297274"/>
          </a:xfrm>
          <a:prstGeom prst="diamond">
            <a:avLst/>
          </a:prstGeom>
          <a:solidFill>
            <a:schemeClr val="bg1">
              <a:lumMod val="50000"/>
            </a:schemeClr>
          </a:solidFill>
          <a:ln>
            <a:noFill/>
          </a:ln>
        </p:spPr>
        <p:txBody>
          <a:bodyPr wrap="none" lIns="128583" tIns="64291" rIns="128583" bIns="64291" anchor="ct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3400" dirty="0">
                <a:solidFill>
                  <a:schemeClr val="bg1"/>
                </a:solidFill>
                <a:latin typeface="+mn-lt"/>
                <a:ea typeface="+mn-ea"/>
                <a:cs typeface="+mn-ea"/>
                <a:sym typeface="+mn-lt"/>
              </a:rPr>
              <a:t>01</a:t>
            </a:r>
            <a:endParaRPr lang="zh-CN" altLang="en-US" sz="3400" dirty="0">
              <a:solidFill>
                <a:schemeClr val="bg1"/>
              </a:solidFill>
              <a:latin typeface="+mn-lt"/>
              <a:ea typeface="+mn-ea"/>
              <a:cs typeface="+mn-ea"/>
              <a:sym typeface="+mn-lt"/>
            </a:endParaRPr>
          </a:p>
        </p:txBody>
      </p:sp>
      <p:sp>
        <p:nvSpPr>
          <p:cNvPr id="12" name="TextBox 32"/>
          <p:cNvSpPr txBox="1">
            <a:spLocks noChangeArrowheads="1"/>
          </p:cNvSpPr>
          <p:nvPr/>
        </p:nvSpPr>
        <p:spPr bwMode="auto">
          <a:xfrm>
            <a:off x="4718283" y="3125828"/>
            <a:ext cx="1477498" cy="1297274"/>
          </a:xfrm>
          <a:prstGeom prst="diamond">
            <a:avLst/>
          </a:prstGeom>
          <a:solidFill>
            <a:srgbClr val="43536A"/>
          </a:solidFill>
          <a:ln>
            <a:noFill/>
          </a:ln>
        </p:spPr>
        <p:txBody>
          <a:bodyPr wrap="none" lIns="128583" tIns="64291" rIns="128583" bIns="64291" anchor="ct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3400" dirty="0">
                <a:solidFill>
                  <a:schemeClr val="bg1"/>
                </a:solidFill>
                <a:latin typeface="+mn-lt"/>
                <a:ea typeface="+mn-ea"/>
                <a:cs typeface="+mn-ea"/>
                <a:sym typeface="+mn-lt"/>
              </a:rPr>
              <a:t>02</a:t>
            </a:r>
            <a:endParaRPr lang="zh-CN" altLang="en-US" sz="3400" dirty="0">
              <a:solidFill>
                <a:schemeClr val="bg1"/>
              </a:solidFill>
              <a:latin typeface="+mn-lt"/>
              <a:ea typeface="+mn-ea"/>
              <a:cs typeface="+mn-ea"/>
              <a:sym typeface="+mn-lt"/>
            </a:endParaRPr>
          </a:p>
        </p:txBody>
      </p:sp>
      <p:sp>
        <p:nvSpPr>
          <p:cNvPr id="17" name="TextBox 32"/>
          <p:cNvSpPr txBox="1">
            <a:spLocks noChangeArrowheads="1"/>
          </p:cNvSpPr>
          <p:nvPr/>
        </p:nvSpPr>
        <p:spPr bwMode="auto">
          <a:xfrm>
            <a:off x="5768630" y="4258615"/>
            <a:ext cx="1477498" cy="1297274"/>
          </a:xfrm>
          <a:prstGeom prst="diamond">
            <a:avLst/>
          </a:prstGeom>
          <a:solidFill>
            <a:schemeClr val="bg1">
              <a:lumMod val="50000"/>
            </a:schemeClr>
          </a:solidFill>
          <a:ln>
            <a:noFill/>
          </a:ln>
        </p:spPr>
        <p:txBody>
          <a:bodyPr wrap="none" lIns="128583" tIns="64291" rIns="128583" bIns="64291" anchor="ct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3400" dirty="0">
                <a:solidFill>
                  <a:schemeClr val="bg1"/>
                </a:solidFill>
                <a:latin typeface="+mn-lt"/>
                <a:ea typeface="+mn-ea"/>
                <a:cs typeface="+mn-ea"/>
                <a:sym typeface="+mn-lt"/>
              </a:rPr>
              <a:t>03</a:t>
            </a:r>
            <a:endParaRPr lang="zh-CN" altLang="en-US" sz="3400" dirty="0">
              <a:solidFill>
                <a:schemeClr val="bg1"/>
              </a:solidFill>
              <a:latin typeface="+mn-lt"/>
              <a:ea typeface="+mn-ea"/>
              <a:cs typeface="+mn-ea"/>
              <a:sym typeface="+mn-lt"/>
            </a:endParaRPr>
          </a:p>
        </p:txBody>
      </p:sp>
      <p:sp>
        <p:nvSpPr>
          <p:cNvPr id="26" name="直角三角形 25"/>
          <p:cNvSpPr/>
          <p:nvPr/>
        </p:nvSpPr>
        <p:spPr>
          <a:xfrm>
            <a:off x="1" y="1014235"/>
            <a:ext cx="6218757" cy="6218415"/>
          </a:xfrm>
          <a:prstGeom prst="rtTriangle">
            <a:avLst/>
          </a:prstGeom>
          <a:blipFill dpi="0" rotWithShape="1">
            <a:blip r:embed="rId1" cstate="screen"/>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lIns="128583" tIns="64291" rIns="128583" bIns="64291" rtlCol="0" anchor="ctr"/>
          <a:lstStyle/>
          <a:p>
            <a:pPr algn="ctr"/>
            <a:endParaRPr lang="zh-CN" altLang="en-US" sz="1400">
              <a:solidFill>
                <a:prstClr val="white"/>
              </a:solidFill>
              <a:cs typeface="+mn-ea"/>
              <a:sym typeface="+mn-lt"/>
            </a:endParaRPr>
          </a:p>
        </p:txBody>
      </p:sp>
      <p:sp>
        <p:nvSpPr>
          <p:cNvPr id="27" name="文本框 26"/>
          <p:cNvSpPr txBox="1"/>
          <p:nvPr/>
        </p:nvSpPr>
        <p:spPr>
          <a:xfrm>
            <a:off x="5085715" y="1975485"/>
            <a:ext cx="7177405" cy="543477"/>
          </a:xfrm>
          <a:prstGeom prst="rect">
            <a:avLst/>
          </a:prstGeom>
          <a:noFill/>
        </p:spPr>
        <p:txBody>
          <a:bodyPr wrap="square" lIns="128583" tIns="64291" rIns="128583" bIns="64291" rtlCol="0">
            <a:spAutoFit/>
          </a:bodyPr>
          <a:lstStyle/>
          <a:p>
            <a:pPr>
              <a:lnSpc>
                <a:spcPct val="120000"/>
              </a:lnSpc>
            </a:pPr>
            <a:r>
              <a:rPr lang="zh-CN" altLang="zh-CN" sz="2400" b="1" dirty="0" smtClean="0"/>
              <a:t>掌握文件</a:t>
            </a:r>
            <a:r>
              <a:rPr lang="zh-CN" altLang="zh-CN" sz="2400" b="1" dirty="0"/>
              <a:t>上传下载功能开发各种应用系统</a:t>
            </a:r>
            <a:endParaRPr kumimoji="1" lang="zh-CN" altLang="en-US" sz="2400" b="1" dirty="0">
              <a:cs typeface="+mn-ea"/>
              <a:sym typeface="Arial" panose="020B0604020202020204" pitchFamily="34" charset="0"/>
            </a:endParaRPr>
          </a:p>
        </p:txBody>
      </p:sp>
      <p:sp>
        <p:nvSpPr>
          <p:cNvPr id="29" name="文本框 28"/>
          <p:cNvSpPr txBox="1"/>
          <p:nvPr/>
        </p:nvSpPr>
        <p:spPr>
          <a:xfrm>
            <a:off x="6149340" y="3178175"/>
            <a:ext cx="6311900" cy="499170"/>
          </a:xfrm>
          <a:prstGeom prst="rect">
            <a:avLst/>
          </a:prstGeom>
          <a:noFill/>
        </p:spPr>
        <p:txBody>
          <a:bodyPr wrap="square" lIns="128583" tIns="64291" rIns="128583" bIns="64291" rtlCol="0">
            <a:spAutoFit/>
          </a:bodyPr>
          <a:lstStyle/>
          <a:p>
            <a:r>
              <a:rPr lang="zh-CN" altLang="zh-CN" sz="2400" b="1" dirty="0" smtClean="0"/>
              <a:t>理解</a:t>
            </a:r>
            <a:r>
              <a:rPr lang="en-US" altLang="zh-CN" sz="2400" b="1" dirty="0" err="1" smtClean="0"/>
              <a:t>jxl</a:t>
            </a:r>
            <a:r>
              <a:rPr lang="zh-CN" altLang="zh-CN" sz="2400" b="1" dirty="0"/>
              <a:t>读取</a:t>
            </a:r>
            <a:r>
              <a:rPr lang="en-US" altLang="zh-CN" sz="2400" b="1" dirty="0"/>
              <a:t>Excel</a:t>
            </a:r>
            <a:r>
              <a:rPr lang="zh-CN" altLang="zh-CN" sz="2400" b="1" dirty="0"/>
              <a:t>文件的方式、验证码的实现</a:t>
            </a:r>
            <a:endParaRPr kumimoji="1" lang="zh-CN" altLang="en-US" sz="2400" b="1" dirty="0">
              <a:cs typeface="+mn-ea"/>
              <a:sym typeface="Arial" panose="020B0604020202020204" pitchFamily="34" charset="0"/>
            </a:endParaRPr>
          </a:p>
        </p:txBody>
      </p:sp>
      <p:sp>
        <p:nvSpPr>
          <p:cNvPr id="33" name="文本框 32"/>
          <p:cNvSpPr txBox="1"/>
          <p:nvPr/>
        </p:nvSpPr>
        <p:spPr>
          <a:xfrm>
            <a:off x="7293610" y="4169906"/>
            <a:ext cx="5565140" cy="1174611"/>
          </a:xfrm>
          <a:prstGeom prst="rect">
            <a:avLst/>
          </a:prstGeom>
          <a:noFill/>
        </p:spPr>
        <p:txBody>
          <a:bodyPr wrap="square" lIns="128583" tIns="64291" rIns="128583" bIns="64291" rtlCol="0">
            <a:spAutoFit/>
          </a:bodyPr>
          <a:lstStyle/>
          <a:p>
            <a:pPr>
              <a:lnSpc>
                <a:spcPct val="150000"/>
              </a:lnSpc>
            </a:pPr>
            <a:r>
              <a:rPr lang="zh-CN" altLang="zh-CN" sz="2400" b="1" dirty="0" smtClean="0"/>
              <a:t>了解使用</a:t>
            </a:r>
            <a:r>
              <a:rPr lang="zh-CN" altLang="zh-CN" sz="2400" b="1" dirty="0"/>
              <a:t>字节流及字符流读取文件、在线影片</a:t>
            </a:r>
            <a:r>
              <a:rPr lang="zh-CN" altLang="zh-CN" sz="2400" b="1" dirty="0" smtClean="0"/>
              <a:t>观赏、</a:t>
            </a:r>
            <a:r>
              <a:rPr lang="en-US" altLang="zh-CN" sz="2400" b="1" dirty="0"/>
              <a:t>MP3</a:t>
            </a:r>
            <a:r>
              <a:rPr lang="zh-CN" altLang="zh-CN" sz="2400" b="1" dirty="0"/>
              <a:t>在线播放方法</a:t>
            </a:r>
            <a:endParaRPr kumimoji="1" lang="zh-CN" altLang="en-US" sz="2400" b="1" dirty="0">
              <a:cs typeface="+mn-ea"/>
              <a:sym typeface="+mn-lt"/>
            </a:endParaRPr>
          </a:p>
        </p:txBody>
      </p:sp>
      <p:sp>
        <p:nvSpPr>
          <p:cNvPr id="35" name="文本框 34"/>
          <p:cNvSpPr txBox="1"/>
          <p:nvPr/>
        </p:nvSpPr>
        <p:spPr>
          <a:xfrm>
            <a:off x="2049959" y="147317"/>
            <a:ext cx="2237740" cy="728345"/>
          </a:xfrm>
          <a:prstGeom prst="rect">
            <a:avLst/>
          </a:prstGeom>
          <a:noFill/>
        </p:spPr>
        <p:txBody>
          <a:bodyPr wrap="none" lIns="128583" tIns="64291" rIns="128583" bIns="64291" rtlCol="0">
            <a:spAutoFit/>
          </a:bodyPr>
          <a:lstStyle/>
          <a:p>
            <a:pPr algn="ctr"/>
            <a:r>
              <a:rPr kumimoji="1" lang="en-US" altLang="zh-CN" sz="3900" dirty="0">
                <a:solidFill>
                  <a:schemeClr val="bg1"/>
                </a:solidFill>
                <a:cs typeface="+mn-ea"/>
                <a:sym typeface="+mn-lt"/>
              </a:rPr>
              <a:t>能力目标</a:t>
            </a:r>
            <a:endParaRPr kumimoji="1" lang="en-US" altLang="zh-CN" sz="3900" dirty="0">
              <a:solidFill>
                <a:schemeClr val="bg1"/>
              </a:solidFill>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2000" advClick="0" advTm="0"/>
    </mc:Choice>
    <mc:Fallback>
      <p:transition spd="slow" advClick="0"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000" fill="hold"/>
                                        <p:tgtEl>
                                          <p:spTgt spid="2"/>
                                        </p:tgtEl>
                                        <p:attrNameLst>
                                          <p:attrName>ppt_x</p:attrName>
                                        </p:attrNameLst>
                                      </p:cBhvr>
                                      <p:tavLst>
                                        <p:tav tm="0">
                                          <p:val>
                                            <p:strVal val="#ppt_x"/>
                                          </p:val>
                                        </p:tav>
                                        <p:tav tm="100000">
                                          <p:val>
                                            <p:strVal val="#ppt_x"/>
                                          </p:val>
                                        </p:tav>
                                      </p:tavLst>
                                    </p:anim>
                                    <p:anim calcmode="lin" valueType="num">
                                      <p:cBhvr additive="base">
                                        <p:cTn id="8" dur="1000" fill="hold"/>
                                        <p:tgtEl>
                                          <p:spTgt spid="2"/>
                                        </p:tgtEl>
                                        <p:attrNameLst>
                                          <p:attrName>ppt_y</p:attrName>
                                        </p:attrNameLst>
                                      </p:cBhvr>
                                      <p:tavLst>
                                        <p:tav tm="0">
                                          <p:val>
                                            <p:strVal val="1+#ppt_h/2"/>
                                          </p:val>
                                        </p:tav>
                                        <p:tav tm="100000">
                                          <p:val>
                                            <p:strVal val="#ppt_y"/>
                                          </p:val>
                                        </p:tav>
                                      </p:tavLst>
                                    </p:anim>
                                  </p:childTnLst>
                                </p:cTn>
                              </p:par>
                            </p:childTnLst>
                          </p:cTn>
                        </p:par>
                        <p:par>
                          <p:cTn id="9" fill="hold">
                            <p:stCondLst>
                              <p:cond delay="1000"/>
                            </p:stCondLst>
                            <p:childTnLst>
                              <p:par>
                                <p:cTn id="10" presetID="2" presetClass="entr" presetSubtype="1" fill="hold" grpId="0" nodeType="after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additive="base">
                                        <p:cTn id="12" dur="1000" fill="hold"/>
                                        <p:tgtEl>
                                          <p:spTgt spid="4"/>
                                        </p:tgtEl>
                                        <p:attrNameLst>
                                          <p:attrName>ppt_x</p:attrName>
                                        </p:attrNameLst>
                                      </p:cBhvr>
                                      <p:tavLst>
                                        <p:tav tm="0">
                                          <p:val>
                                            <p:strVal val="#ppt_x"/>
                                          </p:val>
                                        </p:tav>
                                        <p:tav tm="100000">
                                          <p:val>
                                            <p:strVal val="#ppt_x"/>
                                          </p:val>
                                        </p:tav>
                                      </p:tavLst>
                                    </p:anim>
                                    <p:anim calcmode="lin" valueType="num">
                                      <p:cBhvr additive="base">
                                        <p:cTn id="13" dur="1000" fill="hold"/>
                                        <p:tgtEl>
                                          <p:spTgt spid="4"/>
                                        </p:tgtEl>
                                        <p:attrNameLst>
                                          <p:attrName>ppt_y</p:attrName>
                                        </p:attrNameLst>
                                      </p:cBhvr>
                                      <p:tavLst>
                                        <p:tav tm="0">
                                          <p:val>
                                            <p:strVal val="0-#ppt_h/2"/>
                                          </p:val>
                                        </p:tav>
                                        <p:tav tm="100000">
                                          <p:val>
                                            <p:strVal val="#ppt_y"/>
                                          </p:val>
                                        </p:tav>
                                      </p:tavLst>
                                    </p:anim>
                                  </p:childTnLst>
                                </p:cTn>
                              </p:par>
                              <p:par>
                                <p:cTn id="14" presetID="2" presetClass="entr" presetSubtype="1" fill="hold" grpId="0" nodeType="withEffect">
                                  <p:stCondLst>
                                    <p:cond delay="0"/>
                                  </p:stCondLst>
                                  <p:childTnLst>
                                    <p:set>
                                      <p:cBhvr>
                                        <p:cTn id="15" dur="1" fill="hold">
                                          <p:stCondLst>
                                            <p:cond delay="0"/>
                                          </p:stCondLst>
                                        </p:cTn>
                                        <p:tgtEl>
                                          <p:spTgt spid="3"/>
                                        </p:tgtEl>
                                        <p:attrNameLst>
                                          <p:attrName>style.visibility</p:attrName>
                                        </p:attrNameLst>
                                      </p:cBhvr>
                                      <p:to>
                                        <p:strVal val="visible"/>
                                      </p:to>
                                    </p:set>
                                    <p:anim calcmode="lin" valueType="num">
                                      <p:cBhvr additive="base">
                                        <p:cTn id="16" dur="1000" fill="hold"/>
                                        <p:tgtEl>
                                          <p:spTgt spid="3"/>
                                        </p:tgtEl>
                                        <p:attrNameLst>
                                          <p:attrName>ppt_x</p:attrName>
                                        </p:attrNameLst>
                                      </p:cBhvr>
                                      <p:tavLst>
                                        <p:tav tm="0">
                                          <p:val>
                                            <p:strVal val="#ppt_x"/>
                                          </p:val>
                                        </p:tav>
                                        <p:tav tm="100000">
                                          <p:val>
                                            <p:strVal val="#ppt_x"/>
                                          </p:val>
                                        </p:tav>
                                      </p:tavLst>
                                    </p:anim>
                                    <p:anim calcmode="lin" valueType="num">
                                      <p:cBhvr additive="base">
                                        <p:cTn id="17" dur="1000" fill="hold"/>
                                        <p:tgtEl>
                                          <p:spTgt spid="3"/>
                                        </p:tgtEl>
                                        <p:attrNameLst>
                                          <p:attrName>ppt_y</p:attrName>
                                        </p:attrNameLst>
                                      </p:cBhvr>
                                      <p:tavLst>
                                        <p:tav tm="0">
                                          <p:val>
                                            <p:strVal val="0-#ppt_h/2"/>
                                          </p:val>
                                        </p:tav>
                                        <p:tav tm="100000">
                                          <p:val>
                                            <p:strVal val="#ppt_y"/>
                                          </p:val>
                                        </p:tav>
                                      </p:tavLst>
                                    </p:anim>
                                  </p:childTnLst>
                                </p:cTn>
                              </p:par>
                            </p:childTnLst>
                          </p:cTn>
                        </p:par>
                        <p:par>
                          <p:cTn id="18" fill="hold">
                            <p:stCondLst>
                              <p:cond delay="2000"/>
                            </p:stCondLst>
                            <p:childTnLst>
                              <p:par>
                                <p:cTn id="19" presetID="53" presetClass="entr" presetSubtype="16" fill="hold" grpId="0" nodeType="afterEffect">
                                  <p:stCondLst>
                                    <p:cond delay="0"/>
                                  </p:stCondLst>
                                  <p:childTnLst>
                                    <p:set>
                                      <p:cBhvr>
                                        <p:cTn id="20" dur="1" fill="hold">
                                          <p:stCondLst>
                                            <p:cond delay="0"/>
                                          </p:stCondLst>
                                        </p:cTn>
                                        <p:tgtEl>
                                          <p:spTgt spid="35"/>
                                        </p:tgtEl>
                                        <p:attrNameLst>
                                          <p:attrName>style.visibility</p:attrName>
                                        </p:attrNameLst>
                                      </p:cBhvr>
                                      <p:to>
                                        <p:strVal val="visible"/>
                                      </p:to>
                                    </p:set>
                                    <p:anim calcmode="lin" valueType="num">
                                      <p:cBhvr>
                                        <p:cTn id="21" dur="500" fill="hold"/>
                                        <p:tgtEl>
                                          <p:spTgt spid="35"/>
                                        </p:tgtEl>
                                        <p:attrNameLst>
                                          <p:attrName>ppt_w</p:attrName>
                                        </p:attrNameLst>
                                      </p:cBhvr>
                                      <p:tavLst>
                                        <p:tav tm="0">
                                          <p:val>
                                            <p:fltVal val="0"/>
                                          </p:val>
                                        </p:tav>
                                        <p:tav tm="100000">
                                          <p:val>
                                            <p:strVal val="#ppt_w"/>
                                          </p:val>
                                        </p:tav>
                                      </p:tavLst>
                                    </p:anim>
                                    <p:anim calcmode="lin" valueType="num">
                                      <p:cBhvr>
                                        <p:cTn id="22" dur="500" fill="hold"/>
                                        <p:tgtEl>
                                          <p:spTgt spid="35"/>
                                        </p:tgtEl>
                                        <p:attrNameLst>
                                          <p:attrName>ppt_h</p:attrName>
                                        </p:attrNameLst>
                                      </p:cBhvr>
                                      <p:tavLst>
                                        <p:tav tm="0">
                                          <p:val>
                                            <p:fltVal val="0"/>
                                          </p:val>
                                        </p:tav>
                                        <p:tav tm="100000">
                                          <p:val>
                                            <p:strVal val="#ppt_h"/>
                                          </p:val>
                                        </p:tav>
                                      </p:tavLst>
                                    </p:anim>
                                    <p:animEffect transition="in" filter="fade">
                                      <p:cBhvr>
                                        <p:cTn id="23" dur="500"/>
                                        <p:tgtEl>
                                          <p:spTgt spid="35"/>
                                        </p:tgtEl>
                                      </p:cBhvr>
                                    </p:animEffect>
                                  </p:childTnLst>
                                </p:cTn>
                              </p:par>
                            </p:childTnLst>
                          </p:cTn>
                        </p:par>
                        <p:par>
                          <p:cTn id="24" fill="hold">
                            <p:stCondLst>
                              <p:cond delay="2500"/>
                            </p:stCondLst>
                            <p:childTnLst>
                              <p:par>
                                <p:cTn id="25" presetID="22" presetClass="entr" presetSubtype="8" fill="hold" grpId="0" nodeType="afterEffect">
                                  <p:stCondLst>
                                    <p:cond delay="0"/>
                                  </p:stCondLst>
                                  <p:childTnLst>
                                    <p:set>
                                      <p:cBhvr>
                                        <p:cTn id="26" dur="1" fill="hold">
                                          <p:stCondLst>
                                            <p:cond delay="0"/>
                                          </p:stCondLst>
                                        </p:cTn>
                                        <p:tgtEl>
                                          <p:spTgt spid="26"/>
                                        </p:tgtEl>
                                        <p:attrNameLst>
                                          <p:attrName>style.visibility</p:attrName>
                                        </p:attrNameLst>
                                      </p:cBhvr>
                                      <p:to>
                                        <p:strVal val="visible"/>
                                      </p:to>
                                    </p:set>
                                    <p:animEffect transition="in" filter="wipe(left)">
                                      <p:cBhvr>
                                        <p:cTn id="27" dur="500"/>
                                        <p:tgtEl>
                                          <p:spTgt spid="26"/>
                                        </p:tgtEl>
                                      </p:cBhvr>
                                    </p:animEffect>
                                  </p:childTnLst>
                                </p:cTn>
                              </p:par>
                            </p:childTnLst>
                          </p:cTn>
                        </p:par>
                        <p:par>
                          <p:cTn id="28" fill="hold">
                            <p:stCondLst>
                              <p:cond delay="3000"/>
                            </p:stCondLst>
                            <p:childTnLst>
                              <p:par>
                                <p:cTn id="29" presetID="49" presetClass="entr" presetSubtype="0" decel="100000" fill="hold" grpId="0" nodeType="afterEffect">
                                  <p:stCondLst>
                                    <p:cond delay="0"/>
                                  </p:stCondLst>
                                  <p:childTnLst>
                                    <p:set>
                                      <p:cBhvr>
                                        <p:cTn id="30" dur="1" fill="hold">
                                          <p:stCondLst>
                                            <p:cond delay="0"/>
                                          </p:stCondLst>
                                        </p:cTn>
                                        <p:tgtEl>
                                          <p:spTgt spid="7"/>
                                        </p:tgtEl>
                                        <p:attrNameLst>
                                          <p:attrName>style.visibility</p:attrName>
                                        </p:attrNameLst>
                                      </p:cBhvr>
                                      <p:to>
                                        <p:strVal val="visible"/>
                                      </p:to>
                                    </p:set>
                                    <p:anim calcmode="lin" valueType="num">
                                      <p:cBhvr>
                                        <p:cTn id="31" dur="500" fill="hold"/>
                                        <p:tgtEl>
                                          <p:spTgt spid="7"/>
                                        </p:tgtEl>
                                        <p:attrNameLst>
                                          <p:attrName>ppt_w</p:attrName>
                                        </p:attrNameLst>
                                      </p:cBhvr>
                                      <p:tavLst>
                                        <p:tav tm="0">
                                          <p:val>
                                            <p:fltVal val="0"/>
                                          </p:val>
                                        </p:tav>
                                        <p:tav tm="100000">
                                          <p:val>
                                            <p:strVal val="#ppt_w"/>
                                          </p:val>
                                        </p:tav>
                                      </p:tavLst>
                                    </p:anim>
                                    <p:anim calcmode="lin" valueType="num">
                                      <p:cBhvr>
                                        <p:cTn id="32" dur="500" fill="hold"/>
                                        <p:tgtEl>
                                          <p:spTgt spid="7"/>
                                        </p:tgtEl>
                                        <p:attrNameLst>
                                          <p:attrName>ppt_h</p:attrName>
                                        </p:attrNameLst>
                                      </p:cBhvr>
                                      <p:tavLst>
                                        <p:tav tm="0">
                                          <p:val>
                                            <p:fltVal val="0"/>
                                          </p:val>
                                        </p:tav>
                                        <p:tav tm="100000">
                                          <p:val>
                                            <p:strVal val="#ppt_h"/>
                                          </p:val>
                                        </p:tav>
                                      </p:tavLst>
                                    </p:anim>
                                    <p:anim calcmode="lin" valueType="num">
                                      <p:cBhvr>
                                        <p:cTn id="33" dur="500" fill="hold"/>
                                        <p:tgtEl>
                                          <p:spTgt spid="7"/>
                                        </p:tgtEl>
                                        <p:attrNameLst>
                                          <p:attrName>style.rotation</p:attrName>
                                        </p:attrNameLst>
                                      </p:cBhvr>
                                      <p:tavLst>
                                        <p:tav tm="0">
                                          <p:val>
                                            <p:fltVal val="360"/>
                                          </p:val>
                                        </p:tav>
                                        <p:tav tm="100000">
                                          <p:val>
                                            <p:fltVal val="0"/>
                                          </p:val>
                                        </p:tav>
                                      </p:tavLst>
                                    </p:anim>
                                    <p:animEffect transition="in" filter="fade">
                                      <p:cBhvr>
                                        <p:cTn id="34" dur="500"/>
                                        <p:tgtEl>
                                          <p:spTgt spid="7"/>
                                        </p:tgtEl>
                                      </p:cBhvr>
                                    </p:animEffect>
                                  </p:childTnLst>
                                </p:cTn>
                              </p:par>
                              <p:par>
                                <p:cTn id="35" presetID="49" presetClass="entr" presetSubtype="0" decel="100000" fill="hold" grpId="0" nodeType="withEffect">
                                  <p:stCondLst>
                                    <p:cond delay="0"/>
                                  </p:stCondLst>
                                  <p:childTnLst>
                                    <p:set>
                                      <p:cBhvr>
                                        <p:cTn id="36" dur="1" fill="hold">
                                          <p:stCondLst>
                                            <p:cond delay="0"/>
                                          </p:stCondLst>
                                        </p:cTn>
                                        <p:tgtEl>
                                          <p:spTgt spid="12"/>
                                        </p:tgtEl>
                                        <p:attrNameLst>
                                          <p:attrName>style.visibility</p:attrName>
                                        </p:attrNameLst>
                                      </p:cBhvr>
                                      <p:to>
                                        <p:strVal val="visible"/>
                                      </p:to>
                                    </p:set>
                                    <p:anim calcmode="lin" valueType="num">
                                      <p:cBhvr>
                                        <p:cTn id="37" dur="500" fill="hold"/>
                                        <p:tgtEl>
                                          <p:spTgt spid="12"/>
                                        </p:tgtEl>
                                        <p:attrNameLst>
                                          <p:attrName>ppt_w</p:attrName>
                                        </p:attrNameLst>
                                      </p:cBhvr>
                                      <p:tavLst>
                                        <p:tav tm="0">
                                          <p:val>
                                            <p:fltVal val="0"/>
                                          </p:val>
                                        </p:tav>
                                        <p:tav tm="100000">
                                          <p:val>
                                            <p:strVal val="#ppt_w"/>
                                          </p:val>
                                        </p:tav>
                                      </p:tavLst>
                                    </p:anim>
                                    <p:anim calcmode="lin" valueType="num">
                                      <p:cBhvr>
                                        <p:cTn id="38" dur="500" fill="hold"/>
                                        <p:tgtEl>
                                          <p:spTgt spid="12"/>
                                        </p:tgtEl>
                                        <p:attrNameLst>
                                          <p:attrName>ppt_h</p:attrName>
                                        </p:attrNameLst>
                                      </p:cBhvr>
                                      <p:tavLst>
                                        <p:tav tm="0">
                                          <p:val>
                                            <p:fltVal val="0"/>
                                          </p:val>
                                        </p:tav>
                                        <p:tav tm="100000">
                                          <p:val>
                                            <p:strVal val="#ppt_h"/>
                                          </p:val>
                                        </p:tav>
                                      </p:tavLst>
                                    </p:anim>
                                    <p:anim calcmode="lin" valueType="num">
                                      <p:cBhvr>
                                        <p:cTn id="39" dur="500" fill="hold"/>
                                        <p:tgtEl>
                                          <p:spTgt spid="12"/>
                                        </p:tgtEl>
                                        <p:attrNameLst>
                                          <p:attrName>style.rotation</p:attrName>
                                        </p:attrNameLst>
                                      </p:cBhvr>
                                      <p:tavLst>
                                        <p:tav tm="0">
                                          <p:val>
                                            <p:fltVal val="360"/>
                                          </p:val>
                                        </p:tav>
                                        <p:tav tm="100000">
                                          <p:val>
                                            <p:fltVal val="0"/>
                                          </p:val>
                                        </p:tav>
                                      </p:tavLst>
                                    </p:anim>
                                    <p:animEffect transition="in" filter="fade">
                                      <p:cBhvr>
                                        <p:cTn id="40" dur="500"/>
                                        <p:tgtEl>
                                          <p:spTgt spid="12"/>
                                        </p:tgtEl>
                                      </p:cBhvr>
                                    </p:animEffect>
                                  </p:childTnLst>
                                </p:cTn>
                              </p:par>
                              <p:par>
                                <p:cTn id="41" presetID="49" presetClass="entr" presetSubtype="0" decel="100000" fill="hold" grpId="0" nodeType="withEffect">
                                  <p:stCondLst>
                                    <p:cond delay="0"/>
                                  </p:stCondLst>
                                  <p:childTnLst>
                                    <p:set>
                                      <p:cBhvr>
                                        <p:cTn id="42" dur="1" fill="hold">
                                          <p:stCondLst>
                                            <p:cond delay="0"/>
                                          </p:stCondLst>
                                        </p:cTn>
                                        <p:tgtEl>
                                          <p:spTgt spid="17"/>
                                        </p:tgtEl>
                                        <p:attrNameLst>
                                          <p:attrName>style.visibility</p:attrName>
                                        </p:attrNameLst>
                                      </p:cBhvr>
                                      <p:to>
                                        <p:strVal val="visible"/>
                                      </p:to>
                                    </p:set>
                                    <p:anim calcmode="lin" valueType="num">
                                      <p:cBhvr>
                                        <p:cTn id="43" dur="500" fill="hold"/>
                                        <p:tgtEl>
                                          <p:spTgt spid="17"/>
                                        </p:tgtEl>
                                        <p:attrNameLst>
                                          <p:attrName>ppt_w</p:attrName>
                                        </p:attrNameLst>
                                      </p:cBhvr>
                                      <p:tavLst>
                                        <p:tav tm="0">
                                          <p:val>
                                            <p:fltVal val="0"/>
                                          </p:val>
                                        </p:tav>
                                        <p:tav tm="100000">
                                          <p:val>
                                            <p:strVal val="#ppt_w"/>
                                          </p:val>
                                        </p:tav>
                                      </p:tavLst>
                                    </p:anim>
                                    <p:anim calcmode="lin" valueType="num">
                                      <p:cBhvr>
                                        <p:cTn id="44" dur="500" fill="hold"/>
                                        <p:tgtEl>
                                          <p:spTgt spid="17"/>
                                        </p:tgtEl>
                                        <p:attrNameLst>
                                          <p:attrName>ppt_h</p:attrName>
                                        </p:attrNameLst>
                                      </p:cBhvr>
                                      <p:tavLst>
                                        <p:tav tm="0">
                                          <p:val>
                                            <p:fltVal val="0"/>
                                          </p:val>
                                        </p:tav>
                                        <p:tav tm="100000">
                                          <p:val>
                                            <p:strVal val="#ppt_h"/>
                                          </p:val>
                                        </p:tav>
                                      </p:tavLst>
                                    </p:anim>
                                    <p:anim calcmode="lin" valueType="num">
                                      <p:cBhvr>
                                        <p:cTn id="45" dur="500" fill="hold"/>
                                        <p:tgtEl>
                                          <p:spTgt spid="17"/>
                                        </p:tgtEl>
                                        <p:attrNameLst>
                                          <p:attrName>style.rotation</p:attrName>
                                        </p:attrNameLst>
                                      </p:cBhvr>
                                      <p:tavLst>
                                        <p:tav tm="0">
                                          <p:val>
                                            <p:fltVal val="360"/>
                                          </p:val>
                                        </p:tav>
                                        <p:tav tm="100000">
                                          <p:val>
                                            <p:fltVal val="0"/>
                                          </p:val>
                                        </p:tav>
                                      </p:tavLst>
                                    </p:anim>
                                    <p:animEffect transition="in" filter="fade">
                                      <p:cBhvr>
                                        <p:cTn id="46" dur="500"/>
                                        <p:tgtEl>
                                          <p:spTgt spid="17"/>
                                        </p:tgtEl>
                                      </p:cBhvr>
                                    </p:animEffect>
                                  </p:childTnLst>
                                </p:cTn>
                              </p:par>
                            </p:childTnLst>
                          </p:cTn>
                        </p:par>
                        <p:par>
                          <p:cTn id="47" fill="hold">
                            <p:stCondLst>
                              <p:cond delay="3500"/>
                            </p:stCondLst>
                            <p:childTnLst>
                              <p:par>
                                <p:cTn id="48" presetID="41" presetClass="entr" presetSubtype="0" fill="hold" grpId="0" nodeType="afterEffect">
                                  <p:stCondLst>
                                    <p:cond delay="0"/>
                                  </p:stCondLst>
                                  <p:iterate type="lt">
                                    <p:tmPct val="10000"/>
                                  </p:iterate>
                                  <p:childTnLst>
                                    <p:set>
                                      <p:cBhvr>
                                        <p:cTn id="49" dur="1" fill="hold">
                                          <p:stCondLst>
                                            <p:cond delay="0"/>
                                          </p:stCondLst>
                                        </p:cTn>
                                        <p:tgtEl>
                                          <p:spTgt spid="27"/>
                                        </p:tgtEl>
                                        <p:attrNameLst>
                                          <p:attrName>style.visibility</p:attrName>
                                        </p:attrNameLst>
                                      </p:cBhvr>
                                      <p:to>
                                        <p:strVal val="visible"/>
                                      </p:to>
                                    </p:set>
                                    <p:anim calcmode="lin" valueType="num">
                                      <p:cBhvr>
                                        <p:cTn id="50" dur="500" fill="hold"/>
                                        <p:tgtEl>
                                          <p:spTgt spid="27"/>
                                        </p:tgtEl>
                                        <p:attrNameLst>
                                          <p:attrName>ppt_x</p:attrName>
                                        </p:attrNameLst>
                                      </p:cBhvr>
                                      <p:tavLst>
                                        <p:tav tm="0">
                                          <p:val>
                                            <p:strVal val="#ppt_x"/>
                                          </p:val>
                                        </p:tav>
                                        <p:tav tm="50000">
                                          <p:val>
                                            <p:strVal val="#ppt_x+.1"/>
                                          </p:val>
                                        </p:tav>
                                        <p:tav tm="100000">
                                          <p:val>
                                            <p:strVal val="#ppt_x"/>
                                          </p:val>
                                        </p:tav>
                                      </p:tavLst>
                                    </p:anim>
                                    <p:anim calcmode="lin" valueType="num">
                                      <p:cBhvr>
                                        <p:cTn id="51" dur="500" fill="hold"/>
                                        <p:tgtEl>
                                          <p:spTgt spid="27"/>
                                        </p:tgtEl>
                                        <p:attrNameLst>
                                          <p:attrName>ppt_y</p:attrName>
                                        </p:attrNameLst>
                                      </p:cBhvr>
                                      <p:tavLst>
                                        <p:tav tm="0">
                                          <p:val>
                                            <p:strVal val="#ppt_y"/>
                                          </p:val>
                                        </p:tav>
                                        <p:tav tm="100000">
                                          <p:val>
                                            <p:strVal val="#ppt_y"/>
                                          </p:val>
                                        </p:tav>
                                      </p:tavLst>
                                    </p:anim>
                                    <p:anim calcmode="lin" valueType="num">
                                      <p:cBhvr>
                                        <p:cTn id="52" dur="500" fill="hold"/>
                                        <p:tgtEl>
                                          <p:spTgt spid="27"/>
                                        </p:tgtEl>
                                        <p:attrNameLst>
                                          <p:attrName>ppt_h</p:attrName>
                                        </p:attrNameLst>
                                      </p:cBhvr>
                                      <p:tavLst>
                                        <p:tav tm="0">
                                          <p:val>
                                            <p:strVal val="#ppt_h/10"/>
                                          </p:val>
                                        </p:tav>
                                        <p:tav tm="50000">
                                          <p:val>
                                            <p:strVal val="#ppt_h+.01"/>
                                          </p:val>
                                        </p:tav>
                                        <p:tav tm="100000">
                                          <p:val>
                                            <p:strVal val="#ppt_h"/>
                                          </p:val>
                                        </p:tav>
                                      </p:tavLst>
                                    </p:anim>
                                    <p:anim calcmode="lin" valueType="num">
                                      <p:cBhvr>
                                        <p:cTn id="53" dur="500" fill="hold"/>
                                        <p:tgtEl>
                                          <p:spTgt spid="27"/>
                                        </p:tgtEl>
                                        <p:attrNameLst>
                                          <p:attrName>ppt_w</p:attrName>
                                        </p:attrNameLst>
                                      </p:cBhvr>
                                      <p:tavLst>
                                        <p:tav tm="0">
                                          <p:val>
                                            <p:strVal val="#ppt_w/10"/>
                                          </p:val>
                                        </p:tav>
                                        <p:tav tm="50000">
                                          <p:val>
                                            <p:strVal val="#ppt_w+.01"/>
                                          </p:val>
                                        </p:tav>
                                        <p:tav tm="100000">
                                          <p:val>
                                            <p:strVal val="#ppt_w"/>
                                          </p:val>
                                        </p:tav>
                                      </p:tavLst>
                                    </p:anim>
                                    <p:animEffect transition="in" filter="fade">
                                      <p:cBhvr>
                                        <p:cTn id="54" dur="500" tmFilter="0,0; .5, 1; 1, 1"/>
                                        <p:tgtEl>
                                          <p:spTgt spid="27"/>
                                        </p:tgtEl>
                                      </p:cBhvr>
                                    </p:animEffect>
                                  </p:childTnLst>
                                </p:cTn>
                              </p:par>
                              <p:par>
                                <p:cTn id="55" presetID="41" presetClass="entr" presetSubtype="0" fill="hold" grpId="0" nodeType="withEffect">
                                  <p:stCondLst>
                                    <p:cond delay="0"/>
                                  </p:stCondLst>
                                  <p:iterate type="lt">
                                    <p:tmPct val="10000"/>
                                  </p:iterate>
                                  <p:childTnLst>
                                    <p:set>
                                      <p:cBhvr>
                                        <p:cTn id="56" dur="1" fill="hold">
                                          <p:stCondLst>
                                            <p:cond delay="0"/>
                                          </p:stCondLst>
                                        </p:cTn>
                                        <p:tgtEl>
                                          <p:spTgt spid="29"/>
                                        </p:tgtEl>
                                        <p:attrNameLst>
                                          <p:attrName>style.visibility</p:attrName>
                                        </p:attrNameLst>
                                      </p:cBhvr>
                                      <p:to>
                                        <p:strVal val="visible"/>
                                      </p:to>
                                    </p:set>
                                    <p:anim calcmode="lin" valueType="num">
                                      <p:cBhvr>
                                        <p:cTn id="57" dur="500" fill="hold"/>
                                        <p:tgtEl>
                                          <p:spTgt spid="29"/>
                                        </p:tgtEl>
                                        <p:attrNameLst>
                                          <p:attrName>ppt_x</p:attrName>
                                        </p:attrNameLst>
                                      </p:cBhvr>
                                      <p:tavLst>
                                        <p:tav tm="0">
                                          <p:val>
                                            <p:strVal val="#ppt_x"/>
                                          </p:val>
                                        </p:tav>
                                        <p:tav tm="50000">
                                          <p:val>
                                            <p:strVal val="#ppt_x+.1"/>
                                          </p:val>
                                        </p:tav>
                                        <p:tav tm="100000">
                                          <p:val>
                                            <p:strVal val="#ppt_x"/>
                                          </p:val>
                                        </p:tav>
                                      </p:tavLst>
                                    </p:anim>
                                    <p:anim calcmode="lin" valueType="num">
                                      <p:cBhvr>
                                        <p:cTn id="58" dur="500" fill="hold"/>
                                        <p:tgtEl>
                                          <p:spTgt spid="29"/>
                                        </p:tgtEl>
                                        <p:attrNameLst>
                                          <p:attrName>ppt_y</p:attrName>
                                        </p:attrNameLst>
                                      </p:cBhvr>
                                      <p:tavLst>
                                        <p:tav tm="0">
                                          <p:val>
                                            <p:strVal val="#ppt_y"/>
                                          </p:val>
                                        </p:tav>
                                        <p:tav tm="100000">
                                          <p:val>
                                            <p:strVal val="#ppt_y"/>
                                          </p:val>
                                        </p:tav>
                                      </p:tavLst>
                                    </p:anim>
                                    <p:anim calcmode="lin" valueType="num">
                                      <p:cBhvr>
                                        <p:cTn id="59" dur="500" fill="hold"/>
                                        <p:tgtEl>
                                          <p:spTgt spid="29"/>
                                        </p:tgtEl>
                                        <p:attrNameLst>
                                          <p:attrName>ppt_h</p:attrName>
                                        </p:attrNameLst>
                                      </p:cBhvr>
                                      <p:tavLst>
                                        <p:tav tm="0">
                                          <p:val>
                                            <p:strVal val="#ppt_h/10"/>
                                          </p:val>
                                        </p:tav>
                                        <p:tav tm="50000">
                                          <p:val>
                                            <p:strVal val="#ppt_h+.01"/>
                                          </p:val>
                                        </p:tav>
                                        <p:tav tm="100000">
                                          <p:val>
                                            <p:strVal val="#ppt_h"/>
                                          </p:val>
                                        </p:tav>
                                      </p:tavLst>
                                    </p:anim>
                                    <p:anim calcmode="lin" valueType="num">
                                      <p:cBhvr>
                                        <p:cTn id="60" dur="500" fill="hold"/>
                                        <p:tgtEl>
                                          <p:spTgt spid="29"/>
                                        </p:tgtEl>
                                        <p:attrNameLst>
                                          <p:attrName>ppt_w</p:attrName>
                                        </p:attrNameLst>
                                      </p:cBhvr>
                                      <p:tavLst>
                                        <p:tav tm="0">
                                          <p:val>
                                            <p:strVal val="#ppt_w/10"/>
                                          </p:val>
                                        </p:tav>
                                        <p:tav tm="50000">
                                          <p:val>
                                            <p:strVal val="#ppt_w+.01"/>
                                          </p:val>
                                        </p:tav>
                                        <p:tav tm="100000">
                                          <p:val>
                                            <p:strVal val="#ppt_w"/>
                                          </p:val>
                                        </p:tav>
                                      </p:tavLst>
                                    </p:anim>
                                    <p:animEffect transition="in" filter="fade">
                                      <p:cBhvr>
                                        <p:cTn id="61" dur="500" tmFilter="0,0; .5, 1; 1, 1"/>
                                        <p:tgtEl>
                                          <p:spTgt spid="29"/>
                                        </p:tgtEl>
                                      </p:cBhvr>
                                    </p:animEffect>
                                  </p:childTnLst>
                                </p:cTn>
                              </p:par>
                              <p:par>
                                <p:cTn id="62" presetID="41" presetClass="entr" presetSubtype="0" fill="hold" grpId="0" nodeType="withEffect">
                                  <p:stCondLst>
                                    <p:cond delay="0"/>
                                  </p:stCondLst>
                                  <p:iterate type="lt">
                                    <p:tmPct val="10000"/>
                                  </p:iterate>
                                  <p:childTnLst>
                                    <p:set>
                                      <p:cBhvr>
                                        <p:cTn id="63" dur="1" fill="hold">
                                          <p:stCondLst>
                                            <p:cond delay="0"/>
                                          </p:stCondLst>
                                        </p:cTn>
                                        <p:tgtEl>
                                          <p:spTgt spid="33"/>
                                        </p:tgtEl>
                                        <p:attrNameLst>
                                          <p:attrName>style.visibility</p:attrName>
                                        </p:attrNameLst>
                                      </p:cBhvr>
                                      <p:to>
                                        <p:strVal val="visible"/>
                                      </p:to>
                                    </p:set>
                                    <p:anim calcmode="lin" valueType="num">
                                      <p:cBhvr>
                                        <p:cTn id="64" dur="500" fill="hold"/>
                                        <p:tgtEl>
                                          <p:spTgt spid="33"/>
                                        </p:tgtEl>
                                        <p:attrNameLst>
                                          <p:attrName>ppt_x</p:attrName>
                                        </p:attrNameLst>
                                      </p:cBhvr>
                                      <p:tavLst>
                                        <p:tav tm="0">
                                          <p:val>
                                            <p:strVal val="#ppt_x"/>
                                          </p:val>
                                        </p:tav>
                                        <p:tav tm="50000">
                                          <p:val>
                                            <p:strVal val="#ppt_x+.1"/>
                                          </p:val>
                                        </p:tav>
                                        <p:tav tm="100000">
                                          <p:val>
                                            <p:strVal val="#ppt_x"/>
                                          </p:val>
                                        </p:tav>
                                      </p:tavLst>
                                    </p:anim>
                                    <p:anim calcmode="lin" valueType="num">
                                      <p:cBhvr>
                                        <p:cTn id="65" dur="500" fill="hold"/>
                                        <p:tgtEl>
                                          <p:spTgt spid="33"/>
                                        </p:tgtEl>
                                        <p:attrNameLst>
                                          <p:attrName>ppt_y</p:attrName>
                                        </p:attrNameLst>
                                      </p:cBhvr>
                                      <p:tavLst>
                                        <p:tav tm="0">
                                          <p:val>
                                            <p:strVal val="#ppt_y"/>
                                          </p:val>
                                        </p:tav>
                                        <p:tav tm="100000">
                                          <p:val>
                                            <p:strVal val="#ppt_y"/>
                                          </p:val>
                                        </p:tav>
                                      </p:tavLst>
                                    </p:anim>
                                    <p:anim calcmode="lin" valueType="num">
                                      <p:cBhvr>
                                        <p:cTn id="66" dur="500" fill="hold"/>
                                        <p:tgtEl>
                                          <p:spTgt spid="33"/>
                                        </p:tgtEl>
                                        <p:attrNameLst>
                                          <p:attrName>ppt_h</p:attrName>
                                        </p:attrNameLst>
                                      </p:cBhvr>
                                      <p:tavLst>
                                        <p:tav tm="0">
                                          <p:val>
                                            <p:strVal val="#ppt_h/10"/>
                                          </p:val>
                                        </p:tav>
                                        <p:tav tm="50000">
                                          <p:val>
                                            <p:strVal val="#ppt_h+.01"/>
                                          </p:val>
                                        </p:tav>
                                        <p:tav tm="100000">
                                          <p:val>
                                            <p:strVal val="#ppt_h"/>
                                          </p:val>
                                        </p:tav>
                                      </p:tavLst>
                                    </p:anim>
                                    <p:anim calcmode="lin" valueType="num">
                                      <p:cBhvr>
                                        <p:cTn id="67" dur="500" fill="hold"/>
                                        <p:tgtEl>
                                          <p:spTgt spid="33"/>
                                        </p:tgtEl>
                                        <p:attrNameLst>
                                          <p:attrName>ppt_w</p:attrName>
                                        </p:attrNameLst>
                                      </p:cBhvr>
                                      <p:tavLst>
                                        <p:tav tm="0">
                                          <p:val>
                                            <p:strVal val="#ppt_w/10"/>
                                          </p:val>
                                        </p:tav>
                                        <p:tav tm="50000">
                                          <p:val>
                                            <p:strVal val="#ppt_w+.01"/>
                                          </p:val>
                                        </p:tav>
                                        <p:tav tm="100000">
                                          <p:val>
                                            <p:strVal val="#ppt_w"/>
                                          </p:val>
                                        </p:tav>
                                      </p:tavLst>
                                    </p:anim>
                                    <p:animEffect transition="in" filter="fade">
                                      <p:cBhvr>
                                        <p:cTn id="68" dur="500" tmFilter="0,0; .5, 1; 1, 1"/>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7" grpId="0" animBg="1"/>
      <p:bldP spid="12" grpId="0" animBg="1"/>
      <p:bldP spid="17" grpId="0" animBg="1"/>
      <p:bldP spid="26" grpId="0" animBg="1"/>
      <p:bldP spid="27" grpId="0"/>
      <p:bldP spid="29" grpId="0"/>
      <p:bldP spid="33" grpId="0"/>
      <p:bldP spid="35"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任意多边形 18"/>
          <p:cNvSpPr/>
          <p:nvPr/>
        </p:nvSpPr>
        <p:spPr>
          <a:xfrm>
            <a:off x="-12756" y="0"/>
            <a:ext cx="7266302" cy="7265903"/>
          </a:xfrm>
          <a:custGeom>
            <a:avLst/>
            <a:gdLst>
              <a:gd name="connsiteX0" fmla="*/ 0 w 5896303"/>
              <a:gd name="connsiteY0" fmla="*/ 0 h 5896303"/>
              <a:gd name="connsiteX1" fmla="*/ 5896303 w 5896303"/>
              <a:gd name="connsiteY1" fmla="*/ 5896303 h 5896303"/>
              <a:gd name="connsiteX2" fmla="*/ 5579364 w 5896303"/>
              <a:gd name="connsiteY2" fmla="*/ 5896303 h 5896303"/>
              <a:gd name="connsiteX3" fmla="*/ 0 w 5896303"/>
              <a:gd name="connsiteY3" fmla="*/ 316939 h 5896303"/>
              <a:gd name="connsiteX4" fmla="*/ 0 w 5896303"/>
              <a:gd name="connsiteY4" fmla="*/ 0 h 58963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96303" h="5896303">
                <a:moveTo>
                  <a:pt x="0" y="0"/>
                </a:moveTo>
                <a:lnTo>
                  <a:pt x="5896303" y="5896303"/>
                </a:lnTo>
                <a:lnTo>
                  <a:pt x="5579364" y="5896303"/>
                </a:lnTo>
                <a:lnTo>
                  <a:pt x="0" y="316939"/>
                </a:lnTo>
                <a:lnTo>
                  <a:pt x="0" y="0"/>
                </a:lnTo>
                <a:close/>
              </a:path>
            </a:pathLst>
          </a:custGeom>
          <a:solidFill>
            <a:srgbClr val="D0CECE"/>
          </a:solidFill>
          <a:ln>
            <a:noFill/>
          </a:ln>
        </p:spPr>
        <p:style>
          <a:lnRef idx="2">
            <a:schemeClr val="accent1">
              <a:shade val="50000"/>
            </a:schemeClr>
          </a:lnRef>
          <a:fillRef idx="1">
            <a:schemeClr val="accent1"/>
          </a:fillRef>
          <a:effectRef idx="0">
            <a:schemeClr val="accent1"/>
          </a:effectRef>
          <a:fontRef idx="minor">
            <a:schemeClr val="lt1"/>
          </a:fontRef>
        </p:style>
        <p:txBody>
          <a:bodyPr lIns="128583" tIns="64291" rIns="128583" bIns="64291" rtlCol="0" anchor="ctr"/>
          <a:lstStyle/>
          <a:p>
            <a:pPr algn="ctr"/>
            <a:endParaRPr lang="zh-CN" altLang="en-US" sz="1400">
              <a:cs typeface="+mn-ea"/>
              <a:sym typeface="+mn-lt"/>
            </a:endParaRPr>
          </a:p>
        </p:txBody>
      </p:sp>
      <p:sp>
        <p:nvSpPr>
          <p:cNvPr id="3" name="等腰三角形 5"/>
          <p:cNvSpPr/>
          <p:nvPr/>
        </p:nvSpPr>
        <p:spPr>
          <a:xfrm flipV="1">
            <a:off x="1072486" y="448922"/>
            <a:ext cx="4158592" cy="2029130"/>
          </a:xfrm>
          <a:prstGeom prst="triangle">
            <a:avLst/>
          </a:prstGeom>
          <a:noFill/>
          <a:ln w="28575">
            <a:solidFill>
              <a:srgbClr val="595959"/>
            </a:solidFill>
          </a:ln>
        </p:spPr>
        <p:style>
          <a:lnRef idx="2">
            <a:schemeClr val="accent1">
              <a:shade val="50000"/>
            </a:schemeClr>
          </a:lnRef>
          <a:fillRef idx="1">
            <a:schemeClr val="accent1"/>
          </a:fillRef>
          <a:effectRef idx="0">
            <a:schemeClr val="accent1"/>
          </a:effectRef>
          <a:fontRef idx="minor">
            <a:schemeClr val="lt1"/>
          </a:fontRef>
        </p:style>
        <p:txBody>
          <a:bodyPr lIns="128583" tIns="64291" rIns="128583" bIns="64291" rtlCol="0" anchor="ctr"/>
          <a:lstStyle/>
          <a:p>
            <a:pPr algn="ctr"/>
            <a:endParaRPr lang="zh-CN" altLang="en-US" sz="1400">
              <a:cs typeface="+mn-ea"/>
              <a:sym typeface="+mn-lt"/>
            </a:endParaRPr>
          </a:p>
        </p:txBody>
      </p:sp>
      <p:sp>
        <p:nvSpPr>
          <p:cNvPr id="4" name="等腰三角形 4"/>
          <p:cNvSpPr/>
          <p:nvPr/>
        </p:nvSpPr>
        <p:spPr>
          <a:xfrm flipV="1">
            <a:off x="1072486" y="-1"/>
            <a:ext cx="4158592" cy="2029130"/>
          </a:xfrm>
          <a:prstGeom prst="triangle">
            <a:avLst/>
          </a:prstGeom>
          <a:solidFill>
            <a:srgbClr val="43536A"/>
          </a:solidFill>
          <a:ln>
            <a:noFill/>
          </a:ln>
        </p:spPr>
        <p:style>
          <a:lnRef idx="2">
            <a:schemeClr val="accent1">
              <a:shade val="50000"/>
            </a:schemeClr>
          </a:lnRef>
          <a:fillRef idx="1">
            <a:schemeClr val="accent1"/>
          </a:fillRef>
          <a:effectRef idx="0">
            <a:schemeClr val="accent1"/>
          </a:effectRef>
          <a:fontRef idx="minor">
            <a:schemeClr val="lt1"/>
          </a:fontRef>
        </p:style>
        <p:txBody>
          <a:bodyPr lIns="128583" tIns="64291" rIns="128583" bIns="64291" rtlCol="0" anchor="ctr"/>
          <a:lstStyle/>
          <a:p>
            <a:pPr algn="ctr"/>
            <a:endParaRPr lang="zh-CN" altLang="en-US" sz="1400">
              <a:cs typeface="+mn-ea"/>
              <a:sym typeface="+mn-lt"/>
            </a:endParaRPr>
          </a:p>
        </p:txBody>
      </p:sp>
      <p:sp>
        <p:nvSpPr>
          <p:cNvPr id="7" name="TextBox 32"/>
          <p:cNvSpPr txBox="1">
            <a:spLocks noChangeArrowheads="1"/>
          </p:cNvSpPr>
          <p:nvPr/>
        </p:nvSpPr>
        <p:spPr bwMode="auto">
          <a:xfrm>
            <a:off x="3667936" y="1993039"/>
            <a:ext cx="1477498" cy="1297274"/>
          </a:xfrm>
          <a:prstGeom prst="diamond">
            <a:avLst/>
          </a:prstGeom>
          <a:solidFill>
            <a:schemeClr val="bg1">
              <a:lumMod val="50000"/>
            </a:schemeClr>
          </a:solidFill>
          <a:ln>
            <a:noFill/>
          </a:ln>
        </p:spPr>
        <p:txBody>
          <a:bodyPr wrap="none" lIns="128583" tIns="64291" rIns="128583" bIns="64291" anchor="ct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3400" dirty="0">
                <a:solidFill>
                  <a:schemeClr val="bg1"/>
                </a:solidFill>
                <a:latin typeface="+mn-lt"/>
                <a:ea typeface="+mn-ea"/>
                <a:cs typeface="+mn-ea"/>
                <a:sym typeface="+mn-lt"/>
              </a:rPr>
              <a:t>01</a:t>
            </a:r>
            <a:endParaRPr lang="zh-CN" altLang="en-US" sz="3400" dirty="0">
              <a:solidFill>
                <a:schemeClr val="bg1"/>
              </a:solidFill>
              <a:latin typeface="+mn-lt"/>
              <a:ea typeface="+mn-ea"/>
              <a:cs typeface="+mn-ea"/>
              <a:sym typeface="+mn-lt"/>
            </a:endParaRPr>
          </a:p>
        </p:txBody>
      </p:sp>
      <p:sp>
        <p:nvSpPr>
          <p:cNvPr id="12" name="TextBox 32"/>
          <p:cNvSpPr txBox="1">
            <a:spLocks noChangeArrowheads="1"/>
          </p:cNvSpPr>
          <p:nvPr/>
        </p:nvSpPr>
        <p:spPr bwMode="auto">
          <a:xfrm>
            <a:off x="4718283" y="3125828"/>
            <a:ext cx="1477498" cy="1297274"/>
          </a:xfrm>
          <a:prstGeom prst="diamond">
            <a:avLst/>
          </a:prstGeom>
          <a:solidFill>
            <a:srgbClr val="43536A"/>
          </a:solidFill>
          <a:ln>
            <a:noFill/>
          </a:ln>
        </p:spPr>
        <p:txBody>
          <a:bodyPr wrap="none" lIns="128583" tIns="64291" rIns="128583" bIns="64291" anchor="ct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3400" dirty="0">
                <a:solidFill>
                  <a:schemeClr val="bg1"/>
                </a:solidFill>
                <a:latin typeface="+mn-lt"/>
                <a:ea typeface="+mn-ea"/>
                <a:cs typeface="+mn-ea"/>
                <a:sym typeface="+mn-lt"/>
              </a:rPr>
              <a:t>02</a:t>
            </a:r>
            <a:endParaRPr lang="zh-CN" altLang="en-US" sz="3400" dirty="0">
              <a:solidFill>
                <a:schemeClr val="bg1"/>
              </a:solidFill>
              <a:latin typeface="+mn-lt"/>
              <a:ea typeface="+mn-ea"/>
              <a:cs typeface="+mn-ea"/>
              <a:sym typeface="+mn-lt"/>
            </a:endParaRPr>
          </a:p>
        </p:txBody>
      </p:sp>
      <p:sp>
        <p:nvSpPr>
          <p:cNvPr id="17" name="TextBox 32"/>
          <p:cNvSpPr txBox="1">
            <a:spLocks noChangeArrowheads="1"/>
          </p:cNvSpPr>
          <p:nvPr/>
        </p:nvSpPr>
        <p:spPr bwMode="auto">
          <a:xfrm>
            <a:off x="5768630" y="4258615"/>
            <a:ext cx="1477498" cy="1297274"/>
          </a:xfrm>
          <a:prstGeom prst="diamond">
            <a:avLst/>
          </a:prstGeom>
          <a:solidFill>
            <a:schemeClr val="bg1">
              <a:lumMod val="50000"/>
            </a:schemeClr>
          </a:solidFill>
          <a:ln>
            <a:noFill/>
          </a:ln>
        </p:spPr>
        <p:txBody>
          <a:bodyPr wrap="none" lIns="128583" tIns="64291" rIns="128583" bIns="64291" anchor="ct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eaLnBrk="1" hangingPunct="1"/>
            <a:r>
              <a:rPr lang="en-US" altLang="zh-CN" sz="3400" dirty="0">
                <a:solidFill>
                  <a:schemeClr val="bg1"/>
                </a:solidFill>
                <a:latin typeface="+mn-lt"/>
                <a:ea typeface="+mn-ea"/>
                <a:cs typeface="+mn-ea"/>
                <a:sym typeface="+mn-lt"/>
              </a:rPr>
              <a:t>03</a:t>
            </a:r>
            <a:endParaRPr lang="zh-CN" altLang="en-US" sz="3400" dirty="0">
              <a:solidFill>
                <a:schemeClr val="bg1"/>
              </a:solidFill>
              <a:latin typeface="+mn-lt"/>
              <a:ea typeface="+mn-ea"/>
              <a:cs typeface="+mn-ea"/>
              <a:sym typeface="+mn-lt"/>
            </a:endParaRPr>
          </a:p>
        </p:txBody>
      </p:sp>
      <p:sp>
        <p:nvSpPr>
          <p:cNvPr id="26" name="直角三角形 25"/>
          <p:cNvSpPr/>
          <p:nvPr/>
        </p:nvSpPr>
        <p:spPr>
          <a:xfrm>
            <a:off x="1" y="1014235"/>
            <a:ext cx="6218757" cy="6218415"/>
          </a:xfrm>
          <a:prstGeom prst="rtTriangle">
            <a:avLst/>
          </a:prstGeom>
          <a:blipFill dpi="0" rotWithShape="1">
            <a:blip r:embed="rId1" cstate="screen"/>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lIns="128583" tIns="64291" rIns="128583" bIns="64291" rtlCol="0" anchor="ctr"/>
          <a:lstStyle/>
          <a:p>
            <a:pPr algn="ctr"/>
            <a:endParaRPr lang="zh-CN" altLang="en-US" sz="1400">
              <a:solidFill>
                <a:prstClr val="white"/>
              </a:solidFill>
              <a:cs typeface="+mn-ea"/>
              <a:sym typeface="+mn-lt"/>
            </a:endParaRPr>
          </a:p>
        </p:txBody>
      </p:sp>
      <p:sp>
        <p:nvSpPr>
          <p:cNvPr id="27" name="文本框 26"/>
          <p:cNvSpPr txBox="1"/>
          <p:nvPr/>
        </p:nvSpPr>
        <p:spPr>
          <a:xfrm>
            <a:off x="5085715" y="1975485"/>
            <a:ext cx="7177405" cy="537513"/>
          </a:xfrm>
          <a:prstGeom prst="rect">
            <a:avLst/>
          </a:prstGeom>
          <a:noFill/>
        </p:spPr>
        <p:txBody>
          <a:bodyPr wrap="square" lIns="128583" tIns="64291" rIns="128583" bIns="64291" rtlCol="0">
            <a:spAutoFit/>
          </a:bodyPr>
          <a:lstStyle/>
          <a:p>
            <a:pPr>
              <a:lnSpc>
                <a:spcPct val="120000"/>
              </a:lnSpc>
            </a:pPr>
            <a:r>
              <a:rPr lang="zh-CN" altLang="zh-CN" sz="2400" b="1" dirty="0" smtClean="0"/>
              <a:t>培养自主学习的习惯</a:t>
            </a:r>
            <a:endParaRPr kumimoji="1" lang="zh-CN" altLang="en-US" sz="2400" b="1" dirty="0">
              <a:cs typeface="+mn-ea"/>
              <a:sym typeface="Arial" panose="020B0604020202020204" pitchFamily="34" charset="0"/>
            </a:endParaRPr>
          </a:p>
        </p:txBody>
      </p:sp>
      <p:sp>
        <p:nvSpPr>
          <p:cNvPr id="29" name="文本框 28"/>
          <p:cNvSpPr txBox="1"/>
          <p:nvPr/>
        </p:nvSpPr>
        <p:spPr>
          <a:xfrm>
            <a:off x="6149340" y="3178175"/>
            <a:ext cx="6311900" cy="499170"/>
          </a:xfrm>
          <a:prstGeom prst="rect">
            <a:avLst/>
          </a:prstGeom>
          <a:noFill/>
        </p:spPr>
        <p:txBody>
          <a:bodyPr wrap="square" lIns="128583" tIns="64291" rIns="128583" bIns="64291" rtlCol="0">
            <a:spAutoFit/>
          </a:bodyPr>
          <a:lstStyle/>
          <a:p>
            <a:r>
              <a:rPr lang="zh-CN" altLang="zh-CN" sz="2400" b="1" dirty="0" smtClean="0"/>
              <a:t>培养知识迁移的能力</a:t>
            </a:r>
            <a:endParaRPr kumimoji="1" lang="zh-CN" altLang="en-US" sz="2400" b="1" dirty="0">
              <a:cs typeface="+mn-ea"/>
              <a:sym typeface="Arial" panose="020B0604020202020204" pitchFamily="34" charset="0"/>
            </a:endParaRPr>
          </a:p>
        </p:txBody>
      </p:sp>
      <p:sp>
        <p:nvSpPr>
          <p:cNvPr id="33" name="文本框 32"/>
          <p:cNvSpPr txBox="1"/>
          <p:nvPr/>
        </p:nvSpPr>
        <p:spPr>
          <a:xfrm>
            <a:off x="7293610" y="4365625"/>
            <a:ext cx="5431790" cy="499170"/>
          </a:xfrm>
          <a:prstGeom prst="rect">
            <a:avLst/>
          </a:prstGeom>
          <a:noFill/>
        </p:spPr>
        <p:txBody>
          <a:bodyPr wrap="square" lIns="128583" tIns="64291" rIns="128583" bIns="64291" rtlCol="0">
            <a:spAutoFit/>
          </a:bodyPr>
          <a:lstStyle/>
          <a:p>
            <a:r>
              <a:rPr lang="zh-CN" altLang="zh-CN" sz="2400" b="1" dirty="0" smtClean="0"/>
              <a:t>培养团队协作的能力</a:t>
            </a:r>
            <a:endParaRPr kumimoji="1" lang="zh-CN" altLang="en-US" sz="2400" b="1" dirty="0">
              <a:cs typeface="+mn-ea"/>
              <a:sym typeface="+mn-lt"/>
            </a:endParaRPr>
          </a:p>
        </p:txBody>
      </p:sp>
      <p:sp>
        <p:nvSpPr>
          <p:cNvPr id="35" name="文本框 34"/>
          <p:cNvSpPr txBox="1"/>
          <p:nvPr/>
        </p:nvSpPr>
        <p:spPr>
          <a:xfrm>
            <a:off x="2038717" y="147317"/>
            <a:ext cx="2260225" cy="730002"/>
          </a:xfrm>
          <a:prstGeom prst="rect">
            <a:avLst/>
          </a:prstGeom>
          <a:noFill/>
        </p:spPr>
        <p:txBody>
          <a:bodyPr wrap="none" lIns="128583" tIns="64291" rIns="128583" bIns="64291" rtlCol="0">
            <a:spAutoFit/>
          </a:bodyPr>
          <a:lstStyle/>
          <a:p>
            <a:pPr algn="ctr"/>
            <a:r>
              <a:rPr kumimoji="1" lang="en-US" altLang="zh-CN" sz="3900" dirty="0" smtClean="0">
                <a:solidFill>
                  <a:schemeClr val="bg1"/>
                </a:solidFill>
                <a:cs typeface="+mn-ea"/>
                <a:sym typeface="+mn-lt"/>
              </a:rPr>
              <a:t>素质目标</a:t>
            </a:r>
            <a:endParaRPr kumimoji="1" lang="en-US" altLang="zh-CN" sz="3900" dirty="0">
              <a:solidFill>
                <a:schemeClr val="bg1"/>
              </a:solidFill>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2000" advClick="0" advTm="0"/>
    </mc:Choice>
    <mc:Fallback>
      <p:transition spd="slow" advClick="0"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000" fill="hold"/>
                                        <p:tgtEl>
                                          <p:spTgt spid="2"/>
                                        </p:tgtEl>
                                        <p:attrNameLst>
                                          <p:attrName>ppt_x</p:attrName>
                                        </p:attrNameLst>
                                      </p:cBhvr>
                                      <p:tavLst>
                                        <p:tav tm="0">
                                          <p:val>
                                            <p:strVal val="#ppt_x"/>
                                          </p:val>
                                        </p:tav>
                                        <p:tav tm="100000">
                                          <p:val>
                                            <p:strVal val="#ppt_x"/>
                                          </p:val>
                                        </p:tav>
                                      </p:tavLst>
                                    </p:anim>
                                    <p:anim calcmode="lin" valueType="num">
                                      <p:cBhvr additive="base">
                                        <p:cTn id="8" dur="1000" fill="hold"/>
                                        <p:tgtEl>
                                          <p:spTgt spid="2"/>
                                        </p:tgtEl>
                                        <p:attrNameLst>
                                          <p:attrName>ppt_y</p:attrName>
                                        </p:attrNameLst>
                                      </p:cBhvr>
                                      <p:tavLst>
                                        <p:tav tm="0">
                                          <p:val>
                                            <p:strVal val="1+#ppt_h/2"/>
                                          </p:val>
                                        </p:tav>
                                        <p:tav tm="100000">
                                          <p:val>
                                            <p:strVal val="#ppt_y"/>
                                          </p:val>
                                        </p:tav>
                                      </p:tavLst>
                                    </p:anim>
                                  </p:childTnLst>
                                </p:cTn>
                              </p:par>
                            </p:childTnLst>
                          </p:cTn>
                        </p:par>
                        <p:par>
                          <p:cTn id="9" fill="hold">
                            <p:stCondLst>
                              <p:cond delay="1000"/>
                            </p:stCondLst>
                            <p:childTnLst>
                              <p:par>
                                <p:cTn id="10" presetID="2" presetClass="entr" presetSubtype="1" fill="hold" grpId="0" nodeType="after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additive="base">
                                        <p:cTn id="12" dur="1000" fill="hold"/>
                                        <p:tgtEl>
                                          <p:spTgt spid="4"/>
                                        </p:tgtEl>
                                        <p:attrNameLst>
                                          <p:attrName>ppt_x</p:attrName>
                                        </p:attrNameLst>
                                      </p:cBhvr>
                                      <p:tavLst>
                                        <p:tav tm="0">
                                          <p:val>
                                            <p:strVal val="#ppt_x"/>
                                          </p:val>
                                        </p:tav>
                                        <p:tav tm="100000">
                                          <p:val>
                                            <p:strVal val="#ppt_x"/>
                                          </p:val>
                                        </p:tav>
                                      </p:tavLst>
                                    </p:anim>
                                    <p:anim calcmode="lin" valueType="num">
                                      <p:cBhvr additive="base">
                                        <p:cTn id="13" dur="1000" fill="hold"/>
                                        <p:tgtEl>
                                          <p:spTgt spid="4"/>
                                        </p:tgtEl>
                                        <p:attrNameLst>
                                          <p:attrName>ppt_y</p:attrName>
                                        </p:attrNameLst>
                                      </p:cBhvr>
                                      <p:tavLst>
                                        <p:tav tm="0">
                                          <p:val>
                                            <p:strVal val="0-#ppt_h/2"/>
                                          </p:val>
                                        </p:tav>
                                        <p:tav tm="100000">
                                          <p:val>
                                            <p:strVal val="#ppt_y"/>
                                          </p:val>
                                        </p:tav>
                                      </p:tavLst>
                                    </p:anim>
                                  </p:childTnLst>
                                </p:cTn>
                              </p:par>
                              <p:par>
                                <p:cTn id="14" presetID="2" presetClass="entr" presetSubtype="1" fill="hold" grpId="0" nodeType="withEffect">
                                  <p:stCondLst>
                                    <p:cond delay="0"/>
                                  </p:stCondLst>
                                  <p:childTnLst>
                                    <p:set>
                                      <p:cBhvr>
                                        <p:cTn id="15" dur="1" fill="hold">
                                          <p:stCondLst>
                                            <p:cond delay="0"/>
                                          </p:stCondLst>
                                        </p:cTn>
                                        <p:tgtEl>
                                          <p:spTgt spid="3"/>
                                        </p:tgtEl>
                                        <p:attrNameLst>
                                          <p:attrName>style.visibility</p:attrName>
                                        </p:attrNameLst>
                                      </p:cBhvr>
                                      <p:to>
                                        <p:strVal val="visible"/>
                                      </p:to>
                                    </p:set>
                                    <p:anim calcmode="lin" valueType="num">
                                      <p:cBhvr additive="base">
                                        <p:cTn id="16" dur="1000" fill="hold"/>
                                        <p:tgtEl>
                                          <p:spTgt spid="3"/>
                                        </p:tgtEl>
                                        <p:attrNameLst>
                                          <p:attrName>ppt_x</p:attrName>
                                        </p:attrNameLst>
                                      </p:cBhvr>
                                      <p:tavLst>
                                        <p:tav tm="0">
                                          <p:val>
                                            <p:strVal val="#ppt_x"/>
                                          </p:val>
                                        </p:tav>
                                        <p:tav tm="100000">
                                          <p:val>
                                            <p:strVal val="#ppt_x"/>
                                          </p:val>
                                        </p:tav>
                                      </p:tavLst>
                                    </p:anim>
                                    <p:anim calcmode="lin" valueType="num">
                                      <p:cBhvr additive="base">
                                        <p:cTn id="17" dur="1000" fill="hold"/>
                                        <p:tgtEl>
                                          <p:spTgt spid="3"/>
                                        </p:tgtEl>
                                        <p:attrNameLst>
                                          <p:attrName>ppt_y</p:attrName>
                                        </p:attrNameLst>
                                      </p:cBhvr>
                                      <p:tavLst>
                                        <p:tav tm="0">
                                          <p:val>
                                            <p:strVal val="0-#ppt_h/2"/>
                                          </p:val>
                                        </p:tav>
                                        <p:tav tm="100000">
                                          <p:val>
                                            <p:strVal val="#ppt_y"/>
                                          </p:val>
                                        </p:tav>
                                      </p:tavLst>
                                    </p:anim>
                                  </p:childTnLst>
                                </p:cTn>
                              </p:par>
                            </p:childTnLst>
                          </p:cTn>
                        </p:par>
                        <p:par>
                          <p:cTn id="18" fill="hold">
                            <p:stCondLst>
                              <p:cond delay="2000"/>
                            </p:stCondLst>
                            <p:childTnLst>
                              <p:par>
                                <p:cTn id="19" presetID="53" presetClass="entr" presetSubtype="16" fill="hold" grpId="0" nodeType="afterEffect">
                                  <p:stCondLst>
                                    <p:cond delay="0"/>
                                  </p:stCondLst>
                                  <p:childTnLst>
                                    <p:set>
                                      <p:cBhvr>
                                        <p:cTn id="20" dur="1" fill="hold">
                                          <p:stCondLst>
                                            <p:cond delay="0"/>
                                          </p:stCondLst>
                                        </p:cTn>
                                        <p:tgtEl>
                                          <p:spTgt spid="35"/>
                                        </p:tgtEl>
                                        <p:attrNameLst>
                                          <p:attrName>style.visibility</p:attrName>
                                        </p:attrNameLst>
                                      </p:cBhvr>
                                      <p:to>
                                        <p:strVal val="visible"/>
                                      </p:to>
                                    </p:set>
                                    <p:anim calcmode="lin" valueType="num">
                                      <p:cBhvr>
                                        <p:cTn id="21" dur="500" fill="hold"/>
                                        <p:tgtEl>
                                          <p:spTgt spid="35"/>
                                        </p:tgtEl>
                                        <p:attrNameLst>
                                          <p:attrName>ppt_w</p:attrName>
                                        </p:attrNameLst>
                                      </p:cBhvr>
                                      <p:tavLst>
                                        <p:tav tm="0">
                                          <p:val>
                                            <p:fltVal val="0"/>
                                          </p:val>
                                        </p:tav>
                                        <p:tav tm="100000">
                                          <p:val>
                                            <p:strVal val="#ppt_w"/>
                                          </p:val>
                                        </p:tav>
                                      </p:tavLst>
                                    </p:anim>
                                    <p:anim calcmode="lin" valueType="num">
                                      <p:cBhvr>
                                        <p:cTn id="22" dur="500" fill="hold"/>
                                        <p:tgtEl>
                                          <p:spTgt spid="35"/>
                                        </p:tgtEl>
                                        <p:attrNameLst>
                                          <p:attrName>ppt_h</p:attrName>
                                        </p:attrNameLst>
                                      </p:cBhvr>
                                      <p:tavLst>
                                        <p:tav tm="0">
                                          <p:val>
                                            <p:fltVal val="0"/>
                                          </p:val>
                                        </p:tav>
                                        <p:tav tm="100000">
                                          <p:val>
                                            <p:strVal val="#ppt_h"/>
                                          </p:val>
                                        </p:tav>
                                      </p:tavLst>
                                    </p:anim>
                                    <p:animEffect transition="in" filter="fade">
                                      <p:cBhvr>
                                        <p:cTn id="23" dur="500"/>
                                        <p:tgtEl>
                                          <p:spTgt spid="35"/>
                                        </p:tgtEl>
                                      </p:cBhvr>
                                    </p:animEffect>
                                  </p:childTnLst>
                                </p:cTn>
                              </p:par>
                            </p:childTnLst>
                          </p:cTn>
                        </p:par>
                        <p:par>
                          <p:cTn id="24" fill="hold">
                            <p:stCondLst>
                              <p:cond delay="2500"/>
                            </p:stCondLst>
                            <p:childTnLst>
                              <p:par>
                                <p:cTn id="25" presetID="22" presetClass="entr" presetSubtype="8" fill="hold" grpId="0" nodeType="afterEffect">
                                  <p:stCondLst>
                                    <p:cond delay="0"/>
                                  </p:stCondLst>
                                  <p:childTnLst>
                                    <p:set>
                                      <p:cBhvr>
                                        <p:cTn id="26" dur="1" fill="hold">
                                          <p:stCondLst>
                                            <p:cond delay="0"/>
                                          </p:stCondLst>
                                        </p:cTn>
                                        <p:tgtEl>
                                          <p:spTgt spid="26"/>
                                        </p:tgtEl>
                                        <p:attrNameLst>
                                          <p:attrName>style.visibility</p:attrName>
                                        </p:attrNameLst>
                                      </p:cBhvr>
                                      <p:to>
                                        <p:strVal val="visible"/>
                                      </p:to>
                                    </p:set>
                                    <p:animEffect transition="in" filter="wipe(left)">
                                      <p:cBhvr>
                                        <p:cTn id="27" dur="500"/>
                                        <p:tgtEl>
                                          <p:spTgt spid="26"/>
                                        </p:tgtEl>
                                      </p:cBhvr>
                                    </p:animEffect>
                                  </p:childTnLst>
                                </p:cTn>
                              </p:par>
                            </p:childTnLst>
                          </p:cTn>
                        </p:par>
                        <p:par>
                          <p:cTn id="28" fill="hold">
                            <p:stCondLst>
                              <p:cond delay="3000"/>
                            </p:stCondLst>
                            <p:childTnLst>
                              <p:par>
                                <p:cTn id="29" presetID="49" presetClass="entr" presetSubtype="0" decel="100000" fill="hold" grpId="0" nodeType="afterEffect">
                                  <p:stCondLst>
                                    <p:cond delay="0"/>
                                  </p:stCondLst>
                                  <p:childTnLst>
                                    <p:set>
                                      <p:cBhvr>
                                        <p:cTn id="30" dur="1" fill="hold">
                                          <p:stCondLst>
                                            <p:cond delay="0"/>
                                          </p:stCondLst>
                                        </p:cTn>
                                        <p:tgtEl>
                                          <p:spTgt spid="7"/>
                                        </p:tgtEl>
                                        <p:attrNameLst>
                                          <p:attrName>style.visibility</p:attrName>
                                        </p:attrNameLst>
                                      </p:cBhvr>
                                      <p:to>
                                        <p:strVal val="visible"/>
                                      </p:to>
                                    </p:set>
                                    <p:anim calcmode="lin" valueType="num">
                                      <p:cBhvr>
                                        <p:cTn id="31" dur="500" fill="hold"/>
                                        <p:tgtEl>
                                          <p:spTgt spid="7"/>
                                        </p:tgtEl>
                                        <p:attrNameLst>
                                          <p:attrName>ppt_w</p:attrName>
                                        </p:attrNameLst>
                                      </p:cBhvr>
                                      <p:tavLst>
                                        <p:tav tm="0">
                                          <p:val>
                                            <p:fltVal val="0"/>
                                          </p:val>
                                        </p:tav>
                                        <p:tav tm="100000">
                                          <p:val>
                                            <p:strVal val="#ppt_w"/>
                                          </p:val>
                                        </p:tav>
                                      </p:tavLst>
                                    </p:anim>
                                    <p:anim calcmode="lin" valueType="num">
                                      <p:cBhvr>
                                        <p:cTn id="32" dur="500" fill="hold"/>
                                        <p:tgtEl>
                                          <p:spTgt spid="7"/>
                                        </p:tgtEl>
                                        <p:attrNameLst>
                                          <p:attrName>ppt_h</p:attrName>
                                        </p:attrNameLst>
                                      </p:cBhvr>
                                      <p:tavLst>
                                        <p:tav tm="0">
                                          <p:val>
                                            <p:fltVal val="0"/>
                                          </p:val>
                                        </p:tav>
                                        <p:tav tm="100000">
                                          <p:val>
                                            <p:strVal val="#ppt_h"/>
                                          </p:val>
                                        </p:tav>
                                      </p:tavLst>
                                    </p:anim>
                                    <p:anim calcmode="lin" valueType="num">
                                      <p:cBhvr>
                                        <p:cTn id="33" dur="500" fill="hold"/>
                                        <p:tgtEl>
                                          <p:spTgt spid="7"/>
                                        </p:tgtEl>
                                        <p:attrNameLst>
                                          <p:attrName>style.rotation</p:attrName>
                                        </p:attrNameLst>
                                      </p:cBhvr>
                                      <p:tavLst>
                                        <p:tav tm="0">
                                          <p:val>
                                            <p:fltVal val="360"/>
                                          </p:val>
                                        </p:tav>
                                        <p:tav tm="100000">
                                          <p:val>
                                            <p:fltVal val="0"/>
                                          </p:val>
                                        </p:tav>
                                      </p:tavLst>
                                    </p:anim>
                                    <p:animEffect transition="in" filter="fade">
                                      <p:cBhvr>
                                        <p:cTn id="34" dur="500"/>
                                        <p:tgtEl>
                                          <p:spTgt spid="7"/>
                                        </p:tgtEl>
                                      </p:cBhvr>
                                    </p:animEffect>
                                  </p:childTnLst>
                                </p:cTn>
                              </p:par>
                              <p:par>
                                <p:cTn id="35" presetID="49" presetClass="entr" presetSubtype="0" decel="100000" fill="hold" grpId="0" nodeType="withEffect">
                                  <p:stCondLst>
                                    <p:cond delay="0"/>
                                  </p:stCondLst>
                                  <p:childTnLst>
                                    <p:set>
                                      <p:cBhvr>
                                        <p:cTn id="36" dur="1" fill="hold">
                                          <p:stCondLst>
                                            <p:cond delay="0"/>
                                          </p:stCondLst>
                                        </p:cTn>
                                        <p:tgtEl>
                                          <p:spTgt spid="12"/>
                                        </p:tgtEl>
                                        <p:attrNameLst>
                                          <p:attrName>style.visibility</p:attrName>
                                        </p:attrNameLst>
                                      </p:cBhvr>
                                      <p:to>
                                        <p:strVal val="visible"/>
                                      </p:to>
                                    </p:set>
                                    <p:anim calcmode="lin" valueType="num">
                                      <p:cBhvr>
                                        <p:cTn id="37" dur="500" fill="hold"/>
                                        <p:tgtEl>
                                          <p:spTgt spid="12"/>
                                        </p:tgtEl>
                                        <p:attrNameLst>
                                          <p:attrName>ppt_w</p:attrName>
                                        </p:attrNameLst>
                                      </p:cBhvr>
                                      <p:tavLst>
                                        <p:tav tm="0">
                                          <p:val>
                                            <p:fltVal val="0"/>
                                          </p:val>
                                        </p:tav>
                                        <p:tav tm="100000">
                                          <p:val>
                                            <p:strVal val="#ppt_w"/>
                                          </p:val>
                                        </p:tav>
                                      </p:tavLst>
                                    </p:anim>
                                    <p:anim calcmode="lin" valueType="num">
                                      <p:cBhvr>
                                        <p:cTn id="38" dur="500" fill="hold"/>
                                        <p:tgtEl>
                                          <p:spTgt spid="12"/>
                                        </p:tgtEl>
                                        <p:attrNameLst>
                                          <p:attrName>ppt_h</p:attrName>
                                        </p:attrNameLst>
                                      </p:cBhvr>
                                      <p:tavLst>
                                        <p:tav tm="0">
                                          <p:val>
                                            <p:fltVal val="0"/>
                                          </p:val>
                                        </p:tav>
                                        <p:tav tm="100000">
                                          <p:val>
                                            <p:strVal val="#ppt_h"/>
                                          </p:val>
                                        </p:tav>
                                      </p:tavLst>
                                    </p:anim>
                                    <p:anim calcmode="lin" valueType="num">
                                      <p:cBhvr>
                                        <p:cTn id="39" dur="500" fill="hold"/>
                                        <p:tgtEl>
                                          <p:spTgt spid="12"/>
                                        </p:tgtEl>
                                        <p:attrNameLst>
                                          <p:attrName>style.rotation</p:attrName>
                                        </p:attrNameLst>
                                      </p:cBhvr>
                                      <p:tavLst>
                                        <p:tav tm="0">
                                          <p:val>
                                            <p:fltVal val="360"/>
                                          </p:val>
                                        </p:tav>
                                        <p:tav tm="100000">
                                          <p:val>
                                            <p:fltVal val="0"/>
                                          </p:val>
                                        </p:tav>
                                      </p:tavLst>
                                    </p:anim>
                                    <p:animEffect transition="in" filter="fade">
                                      <p:cBhvr>
                                        <p:cTn id="40" dur="500"/>
                                        <p:tgtEl>
                                          <p:spTgt spid="12"/>
                                        </p:tgtEl>
                                      </p:cBhvr>
                                    </p:animEffect>
                                  </p:childTnLst>
                                </p:cTn>
                              </p:par>
                              <p:par>
                                <p:cTn id="41" presetID="49" presetClass="entr" presetSubtype="0" decel="100000" fill="hold" grpId="0" nodeType="withEffect">
                                  <p:stCondLst>
                                    <p:cond delay="0"/>
                                  </p:stCondLst>
                                  <p:childTnLst>
                                    <p:set>
                                      <p:cBhvr>
                                        <p:cTn id="42" dur="1" fill="hold">
                                          <p:stCondLst>
                                            <p:cond delay="0"/>
                                          </p:stCondLst>
                                        </p:cTn>
                                        <p:tgtEl>
                                          <p:spTgt spid="17"/>
                                        </p:tgtEl>
                                        <p:attrNameLst>
                                          <p:attrName>style.visibility</p:attrName>
                                        </p:attrNameLst>
                                      </p:cBhvr>
                                      <p:to>
                                        <p:strVal val="visible"/>
                                      </p:to>
                                    </p:set>
                                    <p:anim calcmode="lin" valueType="num">
                                      <p:cBhvr>
                                        <p:cTn id="43" dur="500" fill="hold"/>
                                        <p:tgtEl>
                                          <p:spTgt spid="17"/>
                                        </p:tgtEl>
                                        <p:attrNameLst>
                                          <p:attrName>ppt_w</p:attrName>
                                        </p:attrNameLst>
                                      </p:cBhvr>
                                      <p:tavLst>
                                        <p:tav tm="0">
                                          <p:val>
                                            <p:fltVal val="0"/>
                                          </p:val>
                                        </p:tav>
                                        <p:tav tm="100000">
                                          <p:val>
                                            <p:strVal val="#ppt_w"/>
                                          </p:val>
                                        </p:tav>
                                      </p:tavLst>
                                    </p:anim>
                                    <p:anim calcmode="lin" valueType="num">
                                      <p:cBhvr>
                                        <p:cTn id="44" dur="500" fill="hold"/>
                                        <p:tgtEl>
                                          <p:spTgt spid="17"/>
                                        </p:tgtEl>
                                        <p:attrNameLst>
                                          <p:attrName>ppt_h</p:attrName>
                                        </p:attrNameLst>
                                      </p:cBhvr>
                                      <p:tavLst>
                                        <p:tav tm="0">
                                          <p:val>
                                            <p:fltVal val="0"/>
                                          </p:val>
                                        </p:tav>
                                        <p:tav tm="100000">
                                          <p:val>
                                            <p:strVal val="#ppt_h"/>
                                          </p:val>
                                        </p:tav>
                                      </p:tavLst>
                                    </p:anim>
                                    <p:anim calcmode="lin" valueType="num">
                                      <p:cBhvr>
                                        <p:cTn id="45" dur="500" fill="hold"/>
                                        <p:tgtEl>
                                          <p:spTgt spid="17"/>
                                        </p:tgtEl>
                                        <p:attrNameLst>
                                          <p:attrName>style.rotation</p:attrName>
                                        </p:attrNameLst>
                                      </p:cBhvr>
                                      <p:tavLst>
                                        <p:tav tm="0">
                                          <p:val>
                                            <p:fltVal val="360"/>
                                          </p:val>
                                        </p:tav>
                                        <p:tav tm="100000">
                                          <p:val>
                                            <p:fltVal val="0"/>
                                          </p:val>
                                        </p:tav>
                                      </p:tavLst>
                                    </p:anim>
                                    <p:animEffect transition="in" filter="fade">
                                      <p:cBhvr>
                                        <p:cTn id="46" dur="500"/>
                                        <p:tgtEl>
                                          <p:spTgt spid="17"/>
                                        </p:tgtEl>
                                      </p:cBhvr>
                                    </p:animEffect>
                                  </p:childTnLst>
                                </p:cTn>
                              </p:par>
                            </p:childTnLst>
                          </p:cTn>
                        </p:par>
                        <p:par>
                          <p:cTn id="47" fill="hold">
                            <p:stCondLst>
                              <p:cond delay="3500"/>
                            </p:stCondLst>
                            <p:childTnLst>
                              <p:par>
                                <p:cTn id="48" presetID="41" presetClass="entr" presetSubtype="0" fill="hold" grpId="0" nodeType="afterEffect">
                                  <p:stCondLst>
                                    <p:cond delay="0"/>
                                  </p:stCondLst>
                                  <p:iterate type="lt">
                                    <p:tmPct val="10000"/>
                                  </p:iterate>
                                  <p:childTnLst>
                                    <p:set>
                                      <p:cBhvr>
                                        <p:cTn id="49" dur="1" fill="hold">
                                          <p:stCondLst>
                                            <p:cond delay="0"/>
                                          </p:stCondLst>
                                        </p:cTn>
                                        <p:tgtEl>
                                          <p:spTgt spid="27"/>
                                        </p:tgtEl>
                                        <p:attrNameLst>
                                          <p:attrName>style.visibility</p:attrName>
                                        </p:attrNameLst>
                                      </p:cBhvr>
                                      <p:to>
                                        <p:strVal val="visible"/>
                                      </p:to>
                                    </p:set>
                                    <p:anim calcmode="lin" valueType="num">
                                      <p:cBhvr>
                                        <p:cTn id="50" dur="500" fill="hold"/>
                                        <p:tgtEl>
                                          <p:spTgt spid="27"/>
                                        </p:tgtEl>
                                        <p:attrNameLst>
                                          <p:attrName>ppt_x</p:attrName>
                                        </p:attrNameLst>
                                      </p:cBhvr>
                                      <p:tavLst>
                                        <p:tav tm="0">
                                          <p:val>
                                            <p:strVal val="#ppt_x"/>
                                          </p:val>
                                        </p:tav>
                                        <p:tav tm="50000">
                                          <p:val>
                                            <p:strVal val="#ppt_x+.1"/>
                                          </p:val>
                                        </p:tav>
                                        <p:tav tm="100000">
                                          <p:val>
                                            <p:strVal val="#ppt_x"/>
                                          </p:val>
                                        </p:tav>
                                      </p:tavLst>
                                    </p:anim>
                                    <p:anim calcmode="lin" valueType="num">
                                      <p:cBhvr>
                                        <p:cTn id="51" dur="500" fill="hold"/>
                                        <p:tgtEl>
                                          <p:spTgt spid="27"/>
                                        </p:tgtEl>
                                        <p:attrNameLst>
                                          <p:attrName>ppt_y</p:attrName>
                                        </p:attrNameLst>
                                      </p:cBhvr>
                                      <p:tavLst>
                                        <p:tav tm="0">
                                          <p:val>
                                            <p:strVal val="#ppt_y"/>
                                          </p:val>
                                        </p:tav>
                                        <p:tav tm="100000">
                                          <p:val>
                                            <p:strVal val="#ppt_y"/>
                                          </p:val>
                                        </p:tav>
                                      </p:tavLst>
                                    </p:anim>
                                    <p:anim calcmode="lin" valueType="num">
                                      <p:cBhvr>
                                        <p:cTn id="52" dur="500" fill="hold"/>
                                        <p:tgtEl>
                                          <p:spTgt spid="27"/>
                                        </p:tgtEl>
                                        <p:attrNameLst>
                                          <p:attrName>ppt_h</p:attrName>
                                        </p:attrNameLst>
                                      </p:cBhvr>
                                      <p:tavLst>
                                        <p:tav tm="0">
                                          <p:val>
                                            <p:strVal val="#ppt_h/10"/>
                                          </p:val>
                                        </p:tav>
                                        <p:tav tm="50000">
                                          <p:val>
                                            <p:strVal val="#ppt_h+.01"/>
                                          </p:val>
                                        </p:tav>
                                        <p:tav tm="100000">
                                          <p:val>
                                            <p:strVal val="#ppt_h"/>
                                          </p:val>
                                        </p:tav>
                                      </p:tavLst>
                                    </p:anim>
                                    <p:anim calcmode="lin" valueType="num">
                                      <p:cBhvr>
                                        <p:cTn id="53" dur="500" fill="hold"/>
                                        <p:tgtEl>
                                          <p:spTgt spid="27"/>
                                        </p:tgtEl>
                                        <p:attrNameLst>
                                          <p:attrName>ppt_w</p:attrName>
                                        </p:attrNameLst>
                                      </p:cBhvr>
                                      <p:tavLst>
                                        <p:tav tm="0">
                                          <p:val>
                                            <p:strVal val="#ppt_w/10"/>
                                          </p:val>
                                        </p:tav>
                                        <p:tav tm="50000">
                                          <p:val>
                                            <p:strVal val="#ppt_w+.01"/>
                                          </p:val>
                                        </p:tav>
                                        <p:tav tm="100000">
                                          <p:val>
                                            <p:strVal val="#ppt_w"/>
                                          </p:val>
                                        </p:tav>
                                      </p:tavLst>
                                    </p:anim>
                                    <p:animEffect transition="in" filter="fade">
                                      <p:cBhvr>
                                        <p:cTn id="54" dur="500" tmFilter="0,0; .5, 1; 1, 1"/>
                                        <p:tgtEl>
                                          <p:spTgt spid="27"/>
                                        </p:tgtEl>
                                      </p:cBhvr>
                                    </p:animEffect>
                                  </p:childTnLst>
                                </p:cTn>
                              </p:par>
                              <p:par>
                                <p:cTn id="55" presetID="41" presetClass="entr" presetSubtype="0" fill="hold" grpId="0" nodeType="withEffect">
                                  <p:stCondLst>
                                    <p:cond delay="0"/>
                                  </p:stCondLst>
                                  <p:iterate type="lt">
                                    <p:tmPct val="10000"/>
                                  </p:iterate>
                                  <p:childTnLst>
                                    <p:set>
                                      <p:cBhvr>
                                        <p:cTn id="56" dur="1" fill="hold">
                                          <p:stCondLst>
                                            <p:cond delay="0"/>
                                          </p:stCondLst>
                                        </p:cTn>
                                        <p:tgtEl>
                                          <p:spTgt spid="29"/>
                                        </p:tgtEl>
                                        <p:attrNameLst>
                                          <p:attrName>style.visibility</p:attrName>
                                        </p:attrNameLst>
                                      </p:cBhvr>
                                      <p:to>
                                        <p:strVal val="visible"/>
                                      </p:to>
                                    </p:set>
                                    <p:anim calcmode="lin" valueType="num">
                                      <p:cBhvr>
                                        <p:cTn id="57" dur="500" fill="hold"/>
                                        <p:tgtEl>
                                          <p:spTgt spid="29"/>
                                        </p:tgtEl>
                                        <p:attrNameLst>
                                          <p:attrName>ppt_x</p:attrName>
                                        </p:attrNameLst>
                                      </p:cBhvr>
                                      <p:tavLst>
                                        <p:tav tm="0">
                                          <p:val>
                                            <p:strVal val="#ppt_x"/>
                                          </p:val>
                                        </p:tav>
                                        <p:tav tm="50000">
                                          <p:val>
                                            <p:strVal val="#ppt_x+.1"/>
                                          </p:val>
                                        </p:tav>
                                        <p:tav tm="100000">
                                          <p:val>
                                            <p:strVal val="#ppt_x"/>
                                          </p:val>
                                        </p:tav>
                                      </p:tavLst>
                                    </p:anim>
                                    <p:anim calcmode="lin" valueType="num">
                                      <p:cBhvr>
                                        <p:cTn id="58" dur="500" fill="hold"/>
                                        <p:tgtEl>
                                          <p:spTgt spid="29"/>
                                        </p:tgtEl>
                                        <p:attrNameLst>
                                          <p:attrName>ppt_y</p:attrName>
                                        </p:attrNameLst>
                                      </p:cBhvr>
                                      <p:tavLst>
                                        <p:tav tm="0">
                                          <p:val>
                                            <p:strVal val="#ppt_y"/>
                                          </p:val>
                                        </p:tav>
                                        <p:tav tm="100000">
                                          <p:val>
                                            <p:strVal val="#ppt_y"/>
                                          </p:val>
                                        </p:tav>
                                      </p:tavLst>
                                    </p:anim>
                                    <p:anim calcmode="lin" valueType="num">
                                      <p:cBhvr>
                                        <p:cTn id="59" dur="500" fill="hold"/>
                                        <p:tgtEl>
                                          <p:spTgt spid="29"/>
                                        </p:tgtEl>
                                        <p:attrNameLst>
                                          <p:attrName>ppt_h</p:attrName>
                                        </p:attrNameLst>
                                      </p:cBhvr>
                                      <p:tavLst>
                                        <p:tav tm="0">
                                          <p:val>
                                            <p:strVal val="#ppt_h/10"/>
                                          </p:val>
                                        </p:tav>
                                        <p:tav tm="50000">
                                          <p:val>
                                            <p:strVal val="#ppt_h+.01"/>
                                          </p:val>
                                        </p:tav>
                                        <p:tav tm="100000">
                                          <p:val>
                                            <p:strVal val="#ppt_h"/>
                                          </p:val>
                                        </p:tav>
                                      </p:tavLst>
                                    </p:anim>
                                    <p:anim calcmode="lin" valueType="num">
                                      <p:cBhvr>
                                        <p:cTn id="60" dur="500" fill="hold"/>
                                        <p:tgtEl>
                                          <p:spTgt spid="29"/>
                                        </p:tgtEl>
                                        <p:attrNameLst>
                                          <p:attrName>ppt_w</p:attrName>
                                        </p:attrNameLst>
                                      </p:cBhvr>
                                      <p:tavLst>
                                        <p:tav tm="0">
                                          <p:val>
                                            <p:strVal val="#ppt_w/10"/>
                                          </p:val>
                                        </p:tav>
                                        <p:tav tm="50000">
                                          <p:val>
                                            <p:strVal val="#ppt_w+.01"/>
                                          </p:val>
                                        </p:tav>
                                        <p:tav tm="100000">
                                          <p:val>
                                            <p:strVal val="#ppt_w"/>
                                          </p:val>
                                        </p:tav>
                                      </p:tavLst>
                                    </p:anim>
                                    <p:animEffect transition="in" filter="fade">
                                      <p:cBhvr>
                                        <p:cTn id="61" dur="500" tmFilter="0,0; .5, 1; 1, 1"/>
                                        <p:tgtEl>
                                          <p:spTgt spid="29"/>
                                        </p:tgtEl>
                                      </p:cBhvr>
                                    </p:animEffect>
                                  </p:childTnLst>
                                </p:cTn>
                              </p:par>
                              <p:par>
                                <p:cTn id="62" presetID="41" presetClass="entr" presetSubtype="0" fill="hold" grpId="0" nodeType="withEffect">
                                  <p:stCondLst>
                                    <p:cond delay="0"/>
                                  </p:stCondLst>
                                  <p:iterate type="lt">
                                    <p:tmPct val="10000"/>
                                  </p:iterate>
                                  <p:childTnLst>
                                    <p:set>
                                      <p:cBhvr>
                                        <p:cTn id="63" dur="1" fill="hold">
                                          <p:stCondLst>
                                            <p:cond delay="0"/>
                                          </p:stCondLst>
                                        </p:cTn>
                                        <p:tgtEl>
                                          <p:spTgt spid="33"/>
                                        </p:tgtEl>
                                        <p:attrNameLst>
                                          <p:attrName>style.visibility</p:attrName>
                                        </p:attrNameLst>
                                      </p:cBhvr>
                                      <p:to>
                                        <p:strVal val="visible"/>
                                      </p:to>
                                    </p:set>
                                    <p:anim calcmode="lin" valueType="num">
                                      <p:cBhvr>
                                        <p:cTn id="64" dur="500" fill="hold"/>
                                        <p:tgtEl>
                                          <p:spTgt spid="33"/>
                                        </p:tgtEl>
                                        <p:attrNameLst>
                                          <p:attrName>ppt_x</p:attrName>
                                        </p:attrNameLst>
                                      </p:cBhvr>
                                      <p:tavLst>
                                        <p:tav tm="0">
                                          <p:val>
                                            <p:strVal val="#ppt_x"/>
                                          </p:val>
                                        </p:tav>
                                        <p:tav tm="50000">
                                          <p:val>
                                            <p:strVal val="#ppt_x+.1"/>
                                          </p:val>
                                        </p:tav>
                                        <p:tav tm="100000">
                                          <p:val>
                                            <p:strVal val="#ppt_x"/>
                                          </p:val>
                                        </p:tav>
                                      </p:tavLst>
                                    </p:anim>
                                    <p:anim calcmode="lin" valueType="num">
                                      <p:cBhvr>
                                        <p:cTn id="65" dur="500" fill="hold"/>
                                        <p:tgtEl>
                                          <p:spTgt spid="33"/>
                                        </p:tgtEl>
                                        <p:attrNameLst>
                                          <p:attrName>ppt_y</p:attrName>
                                        </p:attrNameLst>
                                      </p:cBhvr>
                                      <p:tavLst>
                                        <p:tav tm="0">
                                          <p:val>
                                            <p:strVal val="#ppt_y"/>
                                          </p:val>
                                        </p:tav>
                                        <p:tav tm="100000">
                                          <p:val>
                                            <p:strVal val="#ppt_y"/>
                                          </p:val>
                                        </p:tav>
                                      </p:tavLst>
                                    </p:anim>
                                    <p:anim calcmode="lin" valueType="num">
                                      <p:cBhvr>
                                        <p:cTn id="66" dur="500" fill="hold"/>
                                        <p:tgtEl>
                                          <p:spTgt spid="33"/>
                                        </p:tgtEl>
                                        <p:attrNameLst>
                                          <p:attrName>ppt_h</p:attrName>
                                        </p:attrNameLst>
                                      </p:cBhvr>
                                      <p:tavLst>
                                        <p:tav tm="0">
                                          <p:val>
                                            <p:strVal val="#ppt_h/10"/>
                                          </p:val>
                                        </p:tav>
                                        <p:tav tm="50000">
                                          <p:val>
                                            <p:strVal val="#ppt_h+.01"/>
                                          </p:val>
                                        </p:tav>
                                        <p:tav tm="100000">
                                          <p:val>
                                            <p:strVal val="#ppt_h"/>
                                          </p:val>
                                        </p:tav>
                                      </p:tavLst>
                                    </p:anim>
                                    <p:anim calcmode="lin" valueType="num">
                                      <p:cBhvr>
                                        <p:cTn id="67" dur="500" fill="hold"/>
                                        <p:tgtEl>
                                          <p:spTgt spid="33"/>
                                        </p:tgtEl>
                                        <p:attrNameLst>
                                          <p:attrName>ppt_w</p:attrName>
                                        </p:attrNameLst>
                                      </p:cBhvr>
                                      <p:tavLst>
                                        <p:tav tm="0">
                                          <p:val>
                                            <p:strVal val="#ppt_w/10"/>
                                          </p:val>
                                        </p:tav>
                                        <p:tav tm="50000">
                                          <p:val>
                                            <p:strVal val="#ppt_w+.01"/>
                                          </p:val>
                                        </p:tav>
                                        <p:tav tm="100000">
                                          <p:val>
                                            <p:strVal val="#ppt_w"/>
                                          </p:val>
                                        </p:tav>
                                      </p:tavLst>
                                    </p:anim>
                                    <p:animEffect transition="in" filter="fade">
                                      <p:cBhvr>
                                        <p:cTn id="68" dur="500" tmFilter="0,0; .5, 1; 1, 1"/>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7" grpId="0" animBg="1"/>
      <p:bldP spid="12" grpId="0" animBg="1"/>
      <p:bldP spid="17" grpId="0" animBg="1"/>
      <p:bldP spid="26" grpId="0" animBg="1"/>
      <p:bldP spid="27" grpId="0"/>
      <p:bldP spid="29" grpId="0"/>
      <p:bldP spid="33" grpId="0"/>
      <p:bldP spid="35"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直角三角形 10"/>
          <p:cNvSpPr/>
          <p:nvPr/>
        </p:nvSpPr>
        <p:spPr>
          <a:xfrm rot="8100000">
            <a:off x="1283635" y="4133852"/>
            <a:ext cx="6197937" cy="6197597"/>
          </a:xfrm>
          <a:prstGeom prst="rtTriangle">
            <a:avLst/>
          </a:prstGeom>
          <a:blipFill dpi="0" rotWithShape="0">
            <a:blip r:embed="rId1" cstate="screen"/>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lIns="128583" tIns="64291" rIns="128583" bIns="64291" rtlCol="0" anchor="ctr"/>
          <a:lstStyle/>
          <a:p>
            <a:pPr algn="ctr"/>
            <a:endParaRPr lang="zh-CN" altLang="en-US" sz="1400">
              <a:solidFill>
                <a:prstClr val="white"/>
              </a:solidFill>
              <a:cs typeface="+mn-ea"/>
              <a:sym typeface="+mn-lt"/>
            </a:endParaRPr>
          </a:p>
        </p:txBody>
      </p:sp>
      <p:sp>
        <p:nvSpPr>
          <p:cNvPr id="7" name="直角三角形 6"/>
          <p:cNvSpPr/>
          <p:nvPr/>
        </p:nvSpPr>
        <p:spPr>
          <a:xfrm rot="13500000" flipV="1">
            <a:off x="2701051" y="-3658558"/>
            <a:ext cx="7316717" cy="7317118"/>
          </a:xfrm>
          <a:prstGeom prst="rtTriangle">
            <a:avLst/>
          </a:prstGeom>
          <a:solidFill>
            <a:srgbClr val="D0CECE"/>
          </a:solidFill>
          <a:ln>
            <a:noFill/>
          </a:ln>
        </p:spPr>
        <p:style>
          <a:lnRef idx="2">
            <a:schemeClr val="accent1">
              <a:shade val="50000"/>
            </a:schemeClr>
          </a:lnRef>
          <a:fillRef idx="1">
            <a:schemeClr val="accent1"/>
          </a:fillRef>
          <a:effectRef idx="0">
            <a:schemeClr val="accent1"/>
          </a:effectRef>
          <a:fontRef idx="minor">
            <a:schemeClr val="lt1"/>
          </a:fontRef>
        </p:style>
        <p:txBody>
          <a:bodyPr lIns="128583" tIns="64291" rIns="128583" bIns="64291" rtlCol="0" anchor="ctr"/>
          <a:lstStyle/>
          <a:p>
            <a:pPr algn="ctr"/>
            <a:endParaRPr lang="zh-CN" altLang="en-US" sz="1400">
              <a:solidFill>
                <a:prstClr val="white"/>
              </a:solidFill>
              <a:cs typeface="+mn-ea"/>
              <a:sym typeface="+mn-lt"/>
            </a:endParaRPr>
          </a:p>
        </p:txBody>
      </p:sp>
      <p:sp>
        <p:nvSpPr>
          <p:cNvPr id="3" name="直角三角形 2"/>
          <p:cNvSpPr/>
          <p:nvPr/>
        </p:nvSpPr>
        <p:spPr>
          <a:xfrm rot="8100000">
            <a:off x="6909309" y="4826403"/>
            <a:ext cx="4812758" cy="4812494"/>
          </a:xfrm>
          <a:prstGeom prst="rtTriangle">
            <a:avLst/>
          </a:prstGeom>
          <a:solidFill>
            <a:srgbClr val="43536A"/>
          </a:solidFill>
          <a:ln>
            <a:noFill/>
          </a:ln>
        </p:spPr>
        <p:style>
          <a:lnRef idx="2">
            <a:schemeClr val="accent1">
              <a:shade val="50000"/>
            </a:schemeClr>
          </a:lnRef>
          <a:fillRef idx="1">
            <a:schemeClr val="accent1"/>
          </a:fillRef>
          <a:effectRef idx="0">
            <a:schemeClr val="accent1"/>
          </a:effectRef>
          <a:fontRef idx="minor">
            <a:schemeClr val="lt1"/>
          </a:fontRef>
        </p:style>
        <p:txBody>
          <a:bodyPr lIns="128583" tIns="64291" rIns="128583" bIns="64291" rtlCol="0" anchor="ctr"/>
          <a:lstStyle/>
          <a:p>
            <a:pPr algn="ctr"/>
            <a:endParaRPr lang="zh-CN" altLang="en-US" sz="1400">
              <a:solidFill>
                <a:prstClr val="white"/>
              </a:solidFill>
              <a:cs typeface="+mn-ea"/>
              <a:sym typeface="+mn-lt"/>
            </a:endParaRPr>
          </a:p>
        </p:txBody>
      </p:sp>
      <p:sp>
        <p:nvSpPr>
          <p:cNvPr id="9" name="TextBox 76"/>
          <p:cNvSpPr txBox="1"/>
          <p:nvPr/>
        </p:nvSpPr>
        <p:spPr>
          <a:xfrm>
            <a:off x="2390948" y="1672109"/>
            <a:ext cx="8058992" cy="683835"/>
          </a:xfrm>
          <a:prstGeom prst="rect">
            <a:avLst/>
          </a:prstGeom>
          <a:noFill/>
        </p:spPr>
        <p:txBody>
          <a:bodyPr wrap="none" lIns="128583" tIns="64291" rIns="128583" bIns="64291" rtlCol="0">
            <a:spAutoFit/>
          </a:bodyPr>
          <a:lstStyle/>
          <a:p>
            <a:pPr algn="ctr"/>
            <a:r>
              <a:rPr kumimoji="1" lang="en-US" altLang="zh-CN" sz="3600" b="1" dirty="0" smtClean="0">
                <a:solidFill>
                  <a:srgbClr val="43536A"/>
                </a:solidFill>
                <a:cs typeface="+mn-ea"/>
              </a:rPr>
              <a:t>9.1  </a:t>
            </a:r>
            <a:r>
              <a:rPr kumimoji="1" lang="en-US" altLang="zh-CN" sz="3600" b="1" dirty="0">
                <a:solidFill>
                  <a:srgbClr val="43536A"/>
                </a:solidFill>
                <a:cs typeface="+mn-ea"/>
              </a:rPr>
              <a:t>Java  Web</a:t>
            </a:r>
            <a:r>
              <a:rPr kumimoji="1" lang="zh-CN" altLang="zh-CN" sz="3600" b="1" dirty="0">
                <a:solidFill>
                  <a:srgbClr val="43536A"/>
                </a:solidFill>
                <a:cs typeface="+mn-ea"/>
              </a:rPr>
              <a:t>应用中的输入流与输出流</a:t>
            </a:r>
            <a:endParaRPr kumimoji="1" lang="zh-CN" altLang="en-US" sz="3600" b="1" dirty="0">
              <a:solidFill>
                <a:srgbClr val="43536A"/>
              </a:solidFill>
              <a:cs typeface="+mn-ea"/>
              <a:sym typeface="+mn-lt"/>
            </a:endParaRPr>
          </a:p>
        </p:txBody>
      </p:sp>
      <p:sp>
        <p:nvSpPr>
          <p:cNvPr id="10" name="直角三角形 9"/>
          <p:cNvSpPr/>
          <p:nvPr/>
        </p:nvSpPr>
        <p:spPr>
          <a:xfrm rot="13500000" flipV="1">
            <a:off x="1037730" y="-1245854"/>
            <a:ext cx="2491570" cy="2491706"/>
          </a:xfrm>
          <a:prstGeom prst="rtTriangle">
            <a:avLst/>
          </a:prstGeom>
          <a:solidFill>
            <a:srgbClr val="43536A"/>
          </a:solidFill>
          <a:ln>
            <a:noFill/>
          </a:ln>
        </p:spPr>
        <p:style>
          <a:lnRef idx="2">
            <a:schemeClr val="accent1">
              <a:shade val="50000"/>
            </a:schemeClr>
          </a:lnRef>
          <a:fillRef idx="1">
            <a:schemeClr val="accent1"/>
          </a:fillRef>
          <a:effectRef idx="0">
            <a:schemeClr val="accent1"/>
          </a:effectRef>
          <a:fontRef idx="minor">
            <a:schemeClr val="lt1"/>
          </a:fontRef>
        </p:style>
        <p:txBody>
          <a:bodyPr lIns="128583" tIns="64291" rIns="128583" bIns="64291" rtlCol="0" anchor="ctr"/>
          <a:lstStyle/>
          <a:p>
            <a:pPr algn="ctr"/>
            <a:endParaRPr lang="zh-CN" altLang="en-US" sz="1400">
              <a:solidFill>
                <a:prstClr val="white"/>
              </a:solidFill>
              <a:cs typeface="+mn-ea"/>
              <a:sym typeface="+mn-lt"/>
            </a:endParaRPr>
          </a:p>
        </p:txBody>
      </p:sp>
    </p:spTree>
  </p:cSld>
  <p:clrMapOvr>
    <a:masterClrMapping/>
  </p:clrMapOvr>
  <p:transition spd="med" advClick="0" advTm="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1000" fill="hold"/>
                                        <p:tgtEl>
                                          <p:spTgt spid="10"/>
                                        </p:tgtEl>
                                        <p:attrNameLst>
                                          <p:attrName>ppt_x</p:attrName>
                                        </p:attrNameLst>
                                      </p:cBhvr>
                                      <p:tavLst>
                                        <p:tav tm="0">
                                          <p:val>
                                            <p:strVal val="#ppt_x"/>
                                          </p:val>
                                        </p:tav>
                                        <p:tav tm="100000">
                                          <p:val>
                                            <p:strVal val="#ppt_x"/>
                                          </p:val>
                                        </p:tav>
                                      </p:tavLst>
                                    </p:anim>
                                    <p:anim calcmode="lin" valueType="num">
                                      <p:cBhvr additive="base">
                                        <p:cTn id="8" dur="1000" fill="hold"/>
                                        <p:tgtEl>
                                          <p:spTgt spid="10"/>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 calcmode="lin" valueType="num">
                                      <p:cBhvr additive="base">
                                        <p:cTn id="13" dur="1000" fill="hold"/>
                                        <p:tgtEl>
                                          <p:spTgt spid="11"/>
                                        </p:tgtEl>
                                        <p:attrNameLst>
                                          <p:attrName>ppt_x</p:attrName>
                                        </p:attrNameLst>
                                      </p:cBhvr>
                                      <p:tavLst>
                                        <p:tav tm="0">
                                          <p:val>
                                            <p:strVal val="#ppt_x"/>
                                          </p:val>
                                        </p:tav>
                                        <p:tav tm="100000">
                                          <p:val>
                                            <p:strVal val="#ppt_x"/>
                                          </p:val>
                                        </p:tav>
                                      </p:tavLst>
                                    </p:anim>
                                    <p:anim calcmode="lin" valueType="num">
                                      <p:cBhvr additive="base">
                                        <p:cTn id="14" dur="1000" fill="hold"/>
                                        <p:tgtEl>
                                          <p:spTgt spid="11"/>
                                        </p:tgtEl>
                                        <p:attrNameLst>
                                          <p:attrName>ppt_y</p:attrName>
                                        </p:attrNameLst>
                                      </p:cBhvr>
                                      <p:tavLst>
                                        <p:tav tm="0">
                                          <p:val>
                                            <p:strVal val="1+#ppt_h/2"/>
                                          </p:val>
                                        </p:tav>
                                        <p:tav tm="100000">
                                          <p:val>
                                            <p:strVal val="#ppt_y"/>
                                          </p:val>
                                        </p:tav>
                                      </p:tavLst>
                                    </p:anim>
                                  </p:childTnLst>
                                </p:cTn>
                              </p:par>
                              <p:par>
                                <p:cTn id="15" presetID="2" presetClass="entr" presetSubtype="1"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anim calcmode="lin" valueType="num">
                                      <p:cBhvr additive="base">
                                        <p:cTn id="17" dur="1000" fill="hold"/>
                                        <p:tgtEl>
                                          <p:spTgt spid="7"/>
                                        </p:tgtEl>
                                        <p:attrNameLst>
                                          <p:attrName>ppt_x</p:attrName>
                                        </p:attrNameLst>
                                      </p:cBhvr>
                                      <p:tavLst>
                                        <p:tav tm="0">
                                          <p:val>
                                            <p:strVal val="#ppt_x"/>
                                          </p:val>
                                        </p:tav>
                                        <p:tav tm="100000">
                                          <p:val>
                                            <p:strVal val="#ppt_x"/>
                                          </p:val>
                                        </p:tav>
                                      </p:tavLst>
                                    </p:anim>
                                    <p:anim calcmode="lin" valueType="num">
                                      <p:cBhvr additive="base">
                                        <p:cTn id="18" dur="1000" fill="hold"/>
                                        <p:tgtEl>
                                          <p:spTgt spid="7"/>
                                        </p:tgtEl>
                                        <p:attrNameLst>
                                          <p:attrName>ppt_y</p:attrName>
                                        </p:attrNameLst>
                                      </p:cBhvr>
                                      <p:tavLst>
                                        <p:tav tm="0">
                                          <p:val>
                                            <p:strVal val="0-#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3"/>
                                        </p:tgtEl>
                                        <p:attrNameLst>
                                          <p:attrName>style.visibility</p:attrName>
                                        </p:attrNameLst>
                                      </p:cBhvr>
                                      <p:to>
                                        <p:strVal val="visible"/>
                                      </p:to>
                                    </p:set>
                                    <p:anim calcmode="lin" valueType="num">
                                      <p:cBhvr additive="base">
                                        <p:cTn id="21" dur="1000" fill="hold"/>
                                        <p:tgtEl>
                                          <p:spTgt spid="3"/>
                                        </p:tgtEl>
                                        <p:attrNameLst>
                                          <p:attrName>ppt_x</p:attrName>
                                        </p:attrNameLst>
                                      </p:cBhvr>
                                      <p:tavLst>
                                        <p:tav tm="0">
                                          <p:val>
                                            <p:strVal val="#ppt_x"/>
                                          </p:val>
                                        </p:tav>
                                        <p:tav tm="100000">
                                          <p:val>
                                            <p:strVal val="#ppt_x"/>
                                          </p:val>
                                        </p:tav>
                                      </p:tavLst>
                                    </p:anim>
                                    <p:anim calcmode="lin" valueType="num">
                                      <p:cBhvr additive="base">
                                        <p:cTn id="22" dur="1000" fill="hold"/>
                                        <p:tgtEl>
                                          <p:spTgt spid="3"/>
                                        </p:tgtEl>
                                        <p:attrNameLst>
                                          <p:attrName>ppt_y</p:attrName>
                                        </p:attrNameLst>
                                      </p:cBhvr>
                                      <p:tavLst>
                                        <p:tav tm="0">
                                          <p:val>
                                            <p:strVal val="1+#ppt_h/2"/>
                                          </p:val>
                                        </p:tav>
                                        <p:tav tm="100000">
                                          <p:val>
                                            <p:strVal val="#ppt_y"/>
                                          </p:val>
                                        </p:tav>
                                      </p:tavLst>
                                    </p:anim>
                                  </p:childTnLst>
                                </p:cTn>
                              </p:par>
                              <p:par>
                                <p:cTn id="23" presetID="22" presetClass="entr" presetSubtype="8" fill="hold" grpId="0" nodeType="with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wipe(left)">
                                      <p:cBhvr>
                                        <p:cTn id="25"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7" grpId="0" animBg="1"/>
      <p:bldP spid="3" grpId="0" animBg="1"/>
      <p:bldP spid="9" grpId="0"/>
      <p:bldP spid="10"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962192" y="606069"/>
            <a:ext cx="11264801" cy="656296"/>
          </a:xfrm>
        </p:spPr>
        <p:txBody>
          <a:bodyPr/>
          <a:lstStyle/>
          <a:p>
            <a:r>
              <a:rPr lang="zh-CN" altLang="en-US" dirty="0">
                <a:ea typeface="宋体" panose="02010600030101010101" pitchFamily="2" charset="-122"/>
              </a:rPr>
              <a:t>第九章 </a:t>
            </a:r>
            <a:r>
              <a:rPr lang="en-US" altLang="zh-CN" dirty="0">
                <a:ea typeface="宋体" panose="02010600030101010101" pitchFamily="2" charset="-122"/>
              </a:rPr>
              <a:t>Java Web</a:t>
            </a:r>
            <a:r>
              <a:rPr lang="zh-CN" altLang="en-US" dirty="0">
                <a:ea typeface="宋体" panose="02010600030101010101" pitchFamily="2" charset="-122"/>
              </a:rPr>
              <a:t>应用中的文件操作</a:t>
            </a:r>
            <a:endParaRPr lang="zh-CN" altLang="en-US" dirty="0">
              <a:ea typeface="宋体" panose="02010600030101010101" pitchFamily="2" charset="-122"/>
            </a:endParaRPr>
          </a:p>
        </p:txBody>
      </p:sp>
      <p:sp>
        <p:nvSpPr>
          <p:cNvPr id="3" name="矩形 2"/>
          <p:cNvSpPr/>
          <p:nvPr/>
        </p:nvSpPr>
        <p:spPr>
          <a:xfrm>
            <a:off x="1100787" y="1456088"/>
            <a:ext cx="2436671" cy="900143"/>
          </a:xfrm>
          <a:prstGeom prst="rect">
            <a:avLst/>
          </a:prstGeom>
        </p:spPr>
        <p:txBody>
          <a:bodyPr wrap="none" lIns="91334" tIns="45669" rIns="91334" bIns="45669">
            <a:spAutoFit/>
          </a:bodyPr>
          <a:lstStyle/>
          <a:p>
            <a:pPr marL="573405" indent="-573405">
              <a:lnSpc>
                <a:spcPct val="150000"/>
              </a:lnSpc>
              <a:spcBef>
                <a:spcPct val="20000"/>
              </a:spcBef>
              <a:buClr>
                <a:srgbClr val="333399"/>
              </a:buClr>
            </a:pPr>
            <a:r>
              <a:rPr lang="zh-CN" altLang="en-US" sz="3500" b="1" kern="0" dirty="0">
                <a:solidFill>
                  <a:srgbClr val="000000"/>
                </a:solidFill>
                <a:latin typeface="Arial" panose="020B0604020202020204"/>
                <a:ea typeface="楷体_GB2312" pitchFamily="1" charset="-122"/>
              </a:rPr>
              <a:t>本课任务：</a:t>
            </a:r>
            <a:endParaRPr lang="zh-CN" altLang="en-US" sz="3500" b="1" kern="0" dirty="0">
              <a:solidFill>
                <a:srgbClr val="000000"/>
              </a:solidFill>
              <a:latin typeface="Arial" panose="020B0604020202020204"/>
              <a:ea typeface="楷体_GB2312" pitchFamily="1" charset="-122"/>
            </a:endParaRPr>
          </a:p>
        </p:txBody>
      </p:sp>
      <p:sp>
        <p:nvSpPr>
          <p:cNvPr id="6" name="Rectangle 3"/>
          <p:cNvSpPr txBox="1">
            <a:spLocks noChangeArrowheads="1"/>
          </p:cNvSpPr>
          <p:nvPr/>
        </p:nvSpPr>
        <p:spPr bwMode="auto">
          <a:xfrm>
            <a:off x="3537683" y="1610643"/>
            <a:ext cx="8353425" cy="4525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14651" tIns="57327" rIns="114651" bIns="57327" numCol="1" anchor="t" anchorCtr="0" compatLnSpc="1"/>
          <a:lstStyle>
            <a:lvl1pPr marL="430530" indent="-430530" algn="l" rtl="0" fontAlgn="base">
              <a:spcBef>
                <a:spcPct val="20000"/>
              </a:spcBef>
              <a:spcAft>
                <a:spcPct val="0"/>
              </a:spcAft>
              <a:buClr>
                <a:schemeClr val="tx2"/>
              </a:buClr>
              <a:buFont typeface="Wingdings" panose="05000000000000000000" pitchFamily="2" charset="2"/>
              <a:buChar char="v"/>
              <a:defRPr sz="3500">
                <a:solidFill>
                  <a:schemeClr val="tx1"/>
                </a:solidFill>
                <a:latin typeface="+mn-lt"/>
                <a:ea typeface="+mn-ea"/>
                <a:cs typeface="+mn-cs"/>
              </a:defRPr>
            </a:lvl1pPr>
            <a:lvl2pPr marL="932815" indent="-358775" algn="l" rtl="0" fontAlgn="base">
              <a:spcBef>
                <a:spcPct val="20000"/>
              </a:spcBef>
              <a:spcAft>
                <a:spcPct val="0"/>
              </a:spcAft>
              <a:buClr>
                <a:schemeClr val="tx2"/>
              </a:buClr>
              <a:buFont typeface="Wingdings" panose="05000000000000000000" pitchFamily="2" charset="2"/>
              <a:buChar char="§"/>
              <a:defRPr sz="3300">
                <a:solidFill>
                  <a:schemeClr val="tx1"/>
                </a:solidFill>
                <a:latin typeface="+mn-lt"/>
              </a:defRPr>
            </a:lvl2pPr>
            <a:lvl3pPr marL="1435100" indent="-287020" algn="l" rtl="0" fontAlgn="base">
              <a:spcBef>
                <a:spcPct val="20000"/>
              </a:spcBef>
              <a:spcAft>
                <a:spcPct val="0"/>
              </a:spcAft>
              <a:buClr>
                <a:schemeClr val="accent2"/>
              </a:buClr>
              <a:buFont typeface="Wingdings" panose="05000000000000000000" pitchFamily="2" charset="2"/>
              <a:buChar char="•"/>
              <a:defRPr sz="2800">
                <a:solidFill>
                  <a:schemeClr val="tx1"/>
                </a:solidFill>
                <a:latin typeface="+mn-lt"/>
              </a:defRPr>
            </a:lvl3pPr>
            <a:lvl4pPr marL="2008505" indent="-287020" algn="l" rtl="0" fontAlgn="base">
              <a:spcBef>
                <a:spcPct val="20000"/>
              </a:spcBef>
              <a:spcAft>
                <a:spcPct val="0"/>
              </a:spcAft>
              <a:buFont typeface="Wingdings" panose="05000000000000000000" pitchFamily="2" charset="2"/>
              <a:buChar char="–"/>
              <a:defRPr sz="2500">
                <a:solidFill>
                  <a:schemeClr val="tx1"/>
                </a:solidFill>
                <a:latin typeface="+mn-lt"/>
              </a:defRPr>
            </a:lvl4pPr>
            <a:lvl5pPr marL="2582545" indent="-287020" algn="l" rtl="0" fontAlgn="base">
              <a:spcBef>
                <a:spcPct val="20000"/>
              </a:spcBef>
              <a:spcAft>
                <a:spcPct val="0"/>
              </a:spcAft>
              <a:buFont typeface="Wingdings" panose="05000000000000000000" pitchFamily="2" charset="2"/>
              <a:buChar char="»"/>
              <a:defRPr sz="2500">
                <a:solidFill>
                  <a:schemeClr val="tx1"/>
                </a:solidFill>
                <a:latin typeface="+mn-lt"/>
              </a:defRPr>
            </a:lvl5pPr>
            <a:lvl6pPr marL="3156585" indent="-287020" algn="l" rtl="0" fontAlgn="base">
              <a:spcBef>
                <a:spcPct val="20000"/>
              </a:spcBef>
              <a:spcAft>
                <a:spcPct val="0"/>
              </a:spcAft>
              <a:buFont typeface="Wingdings" panose="05000000000000000000" pitchFamily="2" charset="2"/>
              <a:buChar char="»"/>
              <a:defRPr sz="2500">
                <a:solidFill>
                  <a:schemeClr val="tx1"/>
                </a:solidFill>
                <a:latin typeface="+mn-lt"/>
              </a:defRPr>
            </a:lvl6pPr>
            <a:lvl7pPr marL="3730625" indent="-287020" algn="l" rtl="0" fontAlgn="base">
              <a:spcBef>
                <a:spcPct val="20000"/>
              </a:spcBef>
              <a:spcAft>
                <a:spcPct val="0"/>
              </a:spcAft>
              <a:buFont typeface="Wingdings" panose="05000000000000000000" pitchFamily="2" charset="2"/>
              <a:buChar char="»"/>
              <a:defRPr sz="2500">
                <a:solidFill>
                  <a:schemeClr val="tx1"/>
                </a:solidFill>
                <a:latin typeface="+mn-lt"/>
              </a:defRPr>
            </a:lvl7pPr>
            <a:lvl8pPr marL="4304665" indent="-287020" algn="l" rtl="0" fontAlgn="base">
              <a:spcBef>
                <a:spcPct val="20000"/>
              </a:spcBef>
              <a:spcAft>
                <a:spcPct val="0"/>
              </a:spcAft>
              <a:buFont typeface="Wingdings" panose="05000000000000000000" pitchFamily="2" charset="2"/>
              <a:buChar char="»"/>
              <a:defRPr sz="2500">
                <a:solidFill>
                  <a:schemeClr val="tx1"/>
                </a:solidFill>
                <a:latin typeface="+mn-lt"/>
              </a:defRPr>
            </a:lvl8pPr>
            <a:lvl9pPr marL="4878705" indent="-287020" algn="l" rtl="0" fontAlgn="base">
              <a:spcBef>
                <a:spcPct val="20000"/>
              </a:spcBef>
              <a:spcAft>
                <a:spcPct val="0"/>
              </a:spcAft>
              <a:buFont typeface="Wingdings" panose="05000000000000000000" pitchFamily="2" charset="2"/>
              <a:buChar char="»"/>
              <a:defRPr sz="2500">
                <a:solidFill>
                  <a:schemeClr val="tx1"/>
                </a:solidFill>
                <a:latin typeface="+mn-lt"/>
              </a:defRPr>
            </a:lvl9pPr>
          </a:lstStyle>
          <a:p>
            <a:pPr marL="456565" indent="-456565">
              <a:lnSpc>
                <a:spcPct val="150000"/>
              </a:lnSpc>
            </a:pPr>
            <a:r>
              <a:rPr lang="en-US" altLang="zh-CN" sz="2400" dirty="0">
                <a:ea typeface="宋体" panose="02010600030101010101" pitchFamily="2" charset="-122"/>
              </a:rPr>
              <a:t>Java  Web</a:t>
            </a:r>
            <a:r>
              <a:rPr lang="zh-CN" altLang="en-US" sz="2400" dirty="0">
                <a:ea typeface="宋体" panose="02010600030101010101" pitchFamily="2" charset="-122"/>
              </a:rPr>
              <a:t>应用中的输入流与输出流</a:t>
            </a:r>
            <a:endParaRPr lang="zh-CN" altLang="en-US" sz="2400" dirty="0">
              <a:ea typeface="宋体" panose="02010600030101010101" pitchFamily="2" charset="-122"/>
            </a:endParaRPr>
          </a:p>
          <a:p>
            <a:pPr marL="1073785" lvl="1" indent="-532765">
              <a:lnSpc>
                <a:spcPct val="150000"/>
              </a:lnSpc>
            </a:pPr>
            <a:r>
              <a:rPr lang="zh-CN" altLang="en-US" sz="2000" dirty="0"/>
              <a:t>使用字节流及字符流读取文件</a:t>
            </a:r>
            <a:endParaRPr lang="zh-CN" altLang="en-US" sz="2000" dirty="0"/>
          </a:p>
          <a:p>
            <a:pPr marL="456565" indent="-456565">
              <a:lnSpc>
                <a:spcPct val="150000"/>
              </a:lnSpc>
            </a:pPr>
            <a:r>
              <a:rPr lang="en-US" altLang="zh-CN" sz="2400" dirty="0">
                <a:ea typeface="宋体" panose="02010600030101010101" pitchFamily="2" charset="-122"/>
              </a:rPr>
              <a:t>Java Web</a:t>
            </a:r>
            <a:r>
              <a:rPr lang="zh-CN" altLang="en-US" sz="2400" dirty="0">
                <a:ea typeface="宋体" panose="02010600030101010101" pitchFamily="2" charset="-122"/>
              </a:rPr>
              <a:t>应用中的文件上传与下载</a:t>
            </a:r>
            <a:endParaRPr lang="zh-CN" altLang="en-US" sz="2400" dirty="0">
              <a:ea typeface="宋体" panose="02010600030101010101" pitchFamily="2" charset="-122"/>
            </a:endParaRPr>
          </a:p>
          <a:p>
            <a:pPr marL="1073785" lvl="1" indent="-532765">
              <a:lnSpc>
                <a:spcPct val="150000"/>
              </a:lnSpc>
            </a:pPr>
            <a:r>
              <a:rPr lang="zh-CN" altLang="en-US" sz="2000" dirty="0"/>
              <a:t>文件上传</a:t>
            </a:r>
            <a:endParaRPr lang="zh-CN" altLang="en-US" sz="2000" dirty="0"/>
          </a:p>
          <a:p>
            <a:pPr marL="1073785" lvl="1" indent="-532765">
              <a:lnSpc>
                <a:spcPct val="150000"/>
              </a:lnSpc>
            </a:pPr>
            <a:r>
              <a:rPr lang="zh-CN" altLang="en-US" sz="2000" dirty="0"/>
              <a:t>文件下载</a:t>
            </a:r>
            <a:endParaRPr lang="zh-CN" altLang="en-US" sz="2000" dirty="0"/>
          </a:p>
          <a:p>
            <a:pPr marL="1073785" lvl="1" indent="-532765">
              <a:lnSpc>
                <a:spcPct val="150000"/>
              </a:lnSpc>
            </a:pPr>
            <a:r>
              <a:rPr lang="zh-CN" altLang="en-US" sz="2000" dirty="0"/>
              <a:t>延伸阅读</a:t>
            </a:r>
            <a:r>
              <a:rPr lang="en-US" altLang="zh-CN" sz="2000" dirty="0"/>
              <a:t>:</a:t>
            </a:r>
            <a:r>
              <a:rPr lang="zh-CN" altLang="en-US" sz="2000" dirty="0"/>
              <a:t>如何使用</a:t>
            </a:r>
            <a:r>
              <a:rPr lang="en-US" altLang="zh-CN" sz="2000" dirty="0" err="1"/>
              <a:t>jspSmartUpload</a:t>
            </a:r>
            <a:r>
              <a:rPr lang="zh-CN" altLang="en-US" sz="2000" dirty="0"/>
              <a:t>进行上传下载</a:t>
            </a:r>
            <a:endParaRPr lang="zh-CN" altLang="en-US" sz="2000" dirty="0"/>
          </a:p>
        </p:txBody>
      </p:sp>
      <p:sp>
        <p:nvSpPr>
          <p:cNvPr id="5" name="Rectangle 3"/>
          <p:cNvSpPr txBox="1">
            <a:spLocks noChangeArrowheads="1"/>
          </p:cNvSpPr>
          <p:nvPr/>
        </p:nvSpPr>
        <p:spPr bwMode="auto">
          <a:xfrm>
            <a:off x="3537587" y="4909807"/>
            <a:ext cx="12280552" cy="3026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14568" tIns="57286" rIns="114568" bIns="57286" numCol="1" anchor="t" anchorCtr="0" compatLnSpc="1"/>
          <a:lstStyle>
            <a:lvl1pPr marL="430530" indent="-430530" algn="l" rtl="0" fontAlgn="base">
              <a:spcBef>
                <a:spcPct val="20000"/>
              </a:spcBef>
              <a:spcAft>
                <a:spcPct val="0"/>
              </a:spcAft>
              <a:buClr>
                <a:schemeClr val="tx2"/>
              </a:buClr>
              <a:buFont typeface="Wingdings" panose="05000000000000000000" pitchFamily="2" charset="2"/>
              <a:buChar char="v"/>
              <a:defRPr sz="3500">
                <a:solidFill>
                  <a:schemeClr val="tx1"/>
                </a:solidFill>
                <a:latin typeface="+mn-lt"/>
                <a:ea typeface="+mn-ea"/>
                <a:cs typeface="+mn-cs"/>
              </a:defRPr>
            </a:lvl1pPr>
            <a:lvl2pPr marL="932180" indent="-358775" algn="l" rtl="0" fontAlgn="base">
              <a:spcBef>
                <a:spcPct val="20000"/>
              </a:spcBef>
              <a:spcAft>
                <a:spcPct val="0"/>
              </a:spcAft>
              <a:buClr>
                <a:schemeClr val="tx2"/>
              </a:buClr>
              <a:buFont typeface="Wingdings" panose="05000000000000000000" pitchFamily="2" charset="2"/>
              <a:buChar char="§"/>
              <a:defRPr sz="3300">
                <a:solidFill>
                  <a:schemeClr val="tx1"/>
                </a:solidFill>
                <a:latin typeface="+mn-lt"/>
              </a:defRPr>
            </a:lvl2pPr>
            <a:lvl3pPr marL="1434465" indent="-287020" algn="l" rtl="0" fontAlgn="base">
              <a:spcBef>
                <a:spcPct val="20000"/>
              </a:spcBef>
              <a:spcAft>
                <a:spcPct val="0"/>
              </a:spcAft>
              <a:buClr>
                <a:schemeClr val="accent2"/>
              </a:buClr>
              <a:buFont typeface="Wingdings" panose="05000000000000000000" pitchFamily="2" charset="2"/>
              <a:buChar char="•"/>
              <a:defRPr sz="2800">
                <a:solidFill>
                  <a:schemeClr val="tx1"/>
                </a:solidFill>
                <a:latin typeface="+mn-lt"/>
              </a:defRPr>
            </a:lvl3pPr>
            <a:lvl4pPr marL="2007870" indent="-287020" algn="l" rtl="0" fontAlgn="base">
              <a:spcBef>
                <a:spcPct val="20000"/>
              </a:spcBef>
              <a:spcAft>
                <a:spcPct val="0"/>
              </a:spcAft>
              <a:buFont typeface="Wingdings" panose="05000000000000000000" pitchFamily="2" charset="2"/>
              <a:buChar char="–"/>
              <a:defRPr sz="2500">
                <a:solidFill>
                  <a:schemeClr val="tx1"/>
                </a:solidFill>
                <a:latin typeface="+mn-lt"/>
              </a:defRPr>
            </a:lvl4pPr>
            <a:lvl5pPr marL="2581275" indent="-287020" algn="l" rtl="0" fontAlgn="base">
              <a:spcBef>
                <a:spcPct val="20000"/>
              </a:spcBef>
              <a:spcAft>
                <a:spcPct val="0"/>
              </a:spcAft>
              <a:buFont typeface="Wingdings" panose="05000000000000000000" pitchFamily="2" charset="2"/>
              <a:buChar char="»"/>
              <a:defRPr sz="2500">
                <a:solidFill>
                  <a:schemeClr val="tx1"/>
                </a:solidFill>
                <a:latin typeface="+mn-lt"/>
              </a:defRPr>
            </a:lvl5pPr>
            <a:lvl6pPr marL="3155315" indent="-287020" algn="l" rtl="0" fontAlgn="base">
              <a:spcBef>
                <a:spcPct val="20000"/>
              </a:spcBef>
              <a:spcAft>
                <a:spcPct val="0"/>
              </a:spcAft>
              <a:buFont typeface="Wingdings" panose="05000000000000000000" pitchFamily="2" charset="2"/>
              <a:buChar char="»"/>
              <a:defRPr sz="2500">
                <a:solidFill>
                  <a:schemeClr val="tx1"/>
                </a:solidFill>
                <a:latin typeface="+mn-lt"/>
              </a:defRPr>
            </a:lvl6pPr>
            <a:lvl7pPr marL="3728720" indent="-287020" algn="l" rtl="0" fontAlgn="base">
              <a:spcBef>
                <a:spcPct val="20000"/>
              </a:spcBef>
              <a:spcAft>
                <a:spcPct val="0"/>
              </a:spcAft>
              <a:buFont typeface="Wingdings" panose="05000000000000000000" pitchFamily="2" charset="2"/>
              <a:buChar char="»"/>
              <a:defRPr sz="2500">
                <a:solidFill>
                  <a:schemeClr val="tx1"/>
                </a:solidFill>
                <a:latin typeface="+mn-lt"/>
              </a:defRPr>
            </a:lvl7pPr>
            <a:lvl8pPr marL="4302760" indent="-287020" algn="l" rtl="0" fontAlgn="base">
              <a:spcBef>
                <a:spcPct val="20000"/>
              </a:spcBef>
              <a:spcAft>
                <a:spcPct val="0"/>
              </a:spcAft>
              <a:buFont typeface="Wingdings" panose="05000000000000000000" pitchFamily="2" charset="2"/>
              <a:buChar char="»"/>
              <a:defRPr sz="2500">
                <a:solidFill>
                  <a:schemeClr val="tx1"/>
                </a:solidFill>
                <a:latin typeface="+mn-lt"/>
              </a:defRPr>
            </a:lvl8pPr>
            <a:lvl9pPr marL="4876165" indent="-287020" algn="l" rtl="0" fontAlgn="base">
              <a:spcBef>
                <a:spcPct val="20000"/>
              </a:spcBef>
              <a:spcAft>
                <a:spcPct val="0"/>
              </a:spcAft>
              <a:buFont typeface="Wingdings" panose="05000000000000000000" pitchFamily="2" charset="2"/>
              <a:buChar char="»"/>
              <a:defRPr sz="2500">
                <a:solidFill>
                  <a:schemeClr val="tx1"/>
                </a:solidFill>
                <a:latin typeface="+mn-lt"/>
              </a:defRPr>
            </a:lvl9pPr>
          </a:lstStyle>
          <a:p>
            <a:pPr marL="456565" indent="-456565">
              <a:lnSpc>
                <a:spcPct val="150000"/>
              </a:lnSpc>
            </a:pPr>
            <a:r>
              <a:rPr lang="zh-CN" altLang="en-US" sz="2600" dirty="0">
                <a:ea typeface="宋体" panose="02010600030101010101" pitchFamily="2" charset="-122"/>
              </a:rPr>
              <a:t>掌握：</a:t>
            </a:r>
            <a:r>
              <a:rPr lang="en-US" altLang="zh-CN" sz="2800" dirty="0">
                <a:ea typeface="宋体" panose="02010600030101010101" pitchFamily="2" charset="-122"/>
              </a:rPr>
              <a:t>Java Web</a:t>
            </a:r>
            <a:r>
              <a:rPr lang="zh-CN" altLang="en-US" sz="2800" dirty="0">
                <a:ea typeface="宋体" panose="02010600030101010101" pitchFamily="2" charset="-122"/>
              </a:rPr>
              <a:t>应用中的文件上传与下载</a:t>
            </a:r>
            <a:endParaRPr lang="zh-CN" altLang="en-US" sz="2800" dirty="0">
              <a:ea typeface="宋体" panose="02010600030101010101" pitchFamily="2" charset="-122"/>
            </a:endParaRPr>
          </a:p>
        </p:txBody>
      </p:sp>
      <p:sp>
        <p:nvSpPr>
          <p:cNvPr id="7" name="矩形 6"/>
          <p:cNvSpPr/>
          <p:nvPr/>
        </p:nvSpPr>
        <p:spPr>
          <a:xfrm>
            <a:off x="1120128" y="4929606"/>
            <a:ext cx="2436629" cy="630819"/>
          </a:xfrm>
          <a:prstGeom prst="rect">
            <a:avLst/>
          </a:prstGeom>
        </p:spPr>
        <p:txBody>
          <a:bodyPr wrap="none" lIns="91313" tIns="45659" rIns="91313" bIns="45659">
            <a:spAutoFit/>
          </a:bodyPr>
          <a:lstStyle/>
          <a:p>
            <a:r>
              <a:rPr lang="zh-CN" altLang="en-US" sz="3500" b="1" kern="0" dirty="0">
                <a:solidFill>
                  <a:srgbClr val="000000"/>
                </a:solidFill>
                <a:latin typeface="Arial" panose="020B0604020202020204"/>
                <a:ea typeface="楷体_GB2312" pitchFamily="1" charset="-122"/>
              </a:rPr>
              <a:t>教学要求：</a:t>
            </a:r>
            <a:endParaRPr lang="zh-CN" altLang="en-US" sz="3500" b="1" kern="0" dirty="0">
              <a:solidFill>
                <a:srgbClr val="000000"/>
              </a:solidFill>
              <a:latin typeface="Arial" panose="020B0604020202020204"/>
              <a:ea typeface="楷体_GB2312" pitchFamily="1" charset="-122"/>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1745759" y="654622"/>
            <a:ext cx="11264801" cy="656296"/>
          </a:xfrm>
        </p:spPr>
        <p:txBody>
          <a:bodyPr/>
          <a:lstStyle/>
          <a:p>
            <a:r>
              <a:rPr lang="en-US" dirty="0" smtClean="0">
                <a:ea typeface="宋体" panose="02010600030101010101" pitchFamily="2" charset="-122"/>
              </a:rPr>
              <a:t>Java  </a:t>
            </a:r>
            <a:r>
              <a:rPr lang="en-US" dirty="0">
                <a:ea typeface="宋体" panose="02010600030101010101" pitchFamily="2" charset="-122"/>
              </a:rPr>
              <a:t>Web</a:t>
            </a:r>
            <a:r>
              <a:rPr lang="zh-CN" altLang="en-US" dirty="0">
                <a:ea typeface="宋体" panose="02010600030101010101" pitchFamily="2" charset="-122"/>
              </a:rPr>
              <a:t>应用中的输入流与输出流 </a:t>
            </a:r>
            <a:endParaRPr lang="zh-CN" altLang="en-US" dirty="0">
              <a:ea typeface="宋体" panose="02010600030101010101" pitchFamily="2" charset="-122"/>
            </a:endParaRPr>
          </a:p>
        </p:txBody>
      </p:sp>
      <p:sp>
        <p:nvSpPr>
          <p:cNvPr id="7171" name="Rectangle 3"/>
          <p:cNvSpPr>
            <a:spLocks noGrp="1" noChangeArrowheads="1"/>
          </p:cNvSpPr>
          <p:nvPr>
            <p:ph type="body" idx="1"/>
          </p:nvPr>
        </p:nvSpPr>
        <p:spPr>
          <a:xfrm>
            <a:off x="859483" y="1634047"/>
            <a:ext cx="11269266" cy="532403"/>
          </a:xfrm>
        </p:spPr>
        <p:txBody>
          <a:bodyPr/>
          <a:lstStyle/>
          <a:p>
            <a:r>
              <a:rPr lang="zh-CN" altLang="en-US" dirty="0" smtClean="0">
                <a:ea typeface="宋体" panose="02010600030101010101" pitchFamily="2" charset="-122"/>
              </a:rPr>
              <a:t>使用</a:t>
            </a:r>
            <a:r>
              <a:rPr lang="zh-CN" altLang="en-US" dirty="0">
                <a:ea typeface="宋体" panose="02010600030101010101" pitchFamily="2" charset="-122"/>
              </a:rPr>
              <a:t>字节流及字符流读取文件 </a:t>
            </a:r>
            <a:endParaRPr lang="zh-CN" altLang="en-US" dirty="0">
              <a:ea typeface="宋体" panose="02010600030101010101" pitchFamily="2" charset="-122"/>
            </a:endParaRPr>
          </a:p>
        </p:txBody>
      </p:sp>
      <p:pic>
        <p:nvPicPr>
          <p:cNvPr id="7172"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962174" y="2856231"/>
            <a:ext cx="9519047" cy="2295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1745759" y="654622"/>
            <a:ext cx="11264801" cy="656296"/>
          </a:xfrm>
        </p:spPr>
        <p:txBody>
          <a:bodyPr/>
          <a:lstStyle/>
          <a:p>
            <a:r>
              <a:rPr lang="en-US" dirty="0" smtClean="0">
                <a:ea typeface="宋体" panose="02010600030101010101" pitchFamily="2" charset="-122"/>
              </a:rPr>
              <a:t>Java  </a:t>
            </a:r>
            <a:r>
              <a:rPr lang="en-US" dirty="0">
                <a:ea typeface="宋体" panose="02010600030101010101" pitchFamily="2" charset="-122"/>
              </a:rPr>
              <a:t>Web</a:t>
            </a:r>
            <a:r>
              <a:rPr lang="zh-CN" altLang="en-US" dirty="0">
                <a:ea typeface="宋体" panose="02010600030101010101" pitchFamily="2" charset="-122"/>
              </a:rPr>
              <a:t>应用中的输入流与输出流 </a:t>
            </a:r>
            <a:endParaRPr lang="zh-CN" altLang="en-US" dirty="0">
              <a:ea typeface="宋体" panose="02010600030101010101" pitchFamily="2" charset="-122"/>
            </a:endParaRPr>
          </a:p>
        </p:txBody>
      </p:sp>
      <p:sp>
        <p:nvSpPr>
          <p:cNvPr id="8195" name="Rectangle 3"/>
          <p:cNvSpPr>
            <a:spLocks noGrp="1" noChangeArrowheads="1"/>
          </p:cNvSpPr>
          <p:nvPr>
            <p:ph type="body" idx="1"/>
          </p:nvPr>
        </p:nvSpPr>
        <p:spPr>
          <a:xfrm>
            <a:off x="859483" y="1634047"/>
            <a:ext cx="11269266" cy="532403"/>
          </a:xfrm>
        </p:spPr>
        <p:txBody>
          <a:bodyPr/>
          <a:lstStyle/>
          <a:p>
            <a:r>
              <a:rPr lang="zh-CN" altLang="en-US" dirty="0" smtClean="0">
                <a:ea typeface="宋体" panose="02010600030101010101" pitchFamily="2" charset="-122"/>
              </a:rPr>
              <a:t>使用</a:t>
            </a:r>
            <a:r>
              <a:rPr lang="zh-CN" altLang="en-US" dirty="0">
                <a:ea typeface="宋体" panose="02010600030101010101" pitchFamily="2" charset="-122"/>
              </a:rPr>
              <a:t>字节流及字符流读取文件 </a:t>
            </a:r>
            <a:endParaRPr lang="zh-CN" altLang="en-US" dirty="0">
              <a:ea typeface="宋体" panose="02010600030101010101" pitchFamily="2" charset="-122"/>
            </a:endParaRPr>
          </a:p>
        </p:txBody>
      </p:sp>
      <p:sp>
        <p:nvSpPr>
          <p:cNvPr id="8196" name="Rectangle 4"/>
          <p:cNvSpPr>
            <a:spLocks noChangeArrowheads="1"/>
          </p:cNvSpPr>
          <p:nvPr/>
        </p:nvSpPr>
        <p:spPr bwMode="auto">
          <a:xfrm>
            <a:off x="962176" y="2101061"/>
            <a:ext cx="1680878" cy="6698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4761" tIns="57381" rIns="114761" bIns="57381" anchor="ctr">
            <a:spAutoFit/>
          </a:bodyPr>
          <a:lstStyle/>
          <a:p>
            <a:pPr>
              <a:lnSpc>
                <a:spcPct val="200000"/>
              </a:lnSpc>
              <a:buFont typeface="Arial" panose="020B0604020202020204" pitchFamily="34" charset="0"/>
              <a:buNone/>
            </a:pPr>
            <a:r>
              <a:rPr lang="zh-CN" altLang="en-US" smtClean="0">
                <a:solidFill>
                  <a:srgbClr val="000000"/>
                </a:solidFill>
                <a:latin typeface="Arial" panose="020B0604020202020204" pitchFamily="34" charset="0"/>
              </a:rPr>
              <a:t>网络测试案例 </a:t>
            </a:r>
            <a:endParaRPr lang="zh-CN" altLang="en-US" smtClean="0">
              <a:solidFill>
                <a:srgbClr val="000000"/>
              </a:solidFill>
              <a:latin typeface="Arial" panose="020B0604020202020204" pitchFamily="34" charset="0"/>
            </a:endParaRPr>
          </a:p>
        </p:txBody>
      </p:sp>
      <p:pic>
        <p:nvPicPr>
          <p:cNvPr id="8197" name="Picture 5"/>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59029" y="3463971"/>
            <a:ext cx="4219277" cy="16072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198"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29377" y="2400838"/>
            <a:ext cx="4085332" cy="22501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199"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28917" y="4982492"/>
            <a:ext cx="4420195" cy="17679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2076153" y="622812"/>
            <a:ext cx="10865198" cy="594350"/>
          </a:xfrm>
        </p:spPr>
        <p:txBody>
          <a:bodyPr/>
          <a:lstStyle/>
          <a:p>
            <a:r>
              <a:rPr lang="en-US" dirty="0" smtClean="0">
                <a:ea typeface="宋体" panose="02010600030101010101" pitchFamily="2" charset="-122"/>
              </a:rPr>
              <a:t>Java  </a:t>
            </a:r>
            <a:r>
              <a:rPr lang="en-US" dirty="0">
                <a:ea typeface="宋体" panose="02010600030101010101" pitchFamily="2" charset="-122"/>
              </a:rPr>
              <a:t>Web</a:t>
            </a:r>
            <a:r>
              <a:rPr lang="zh-CN" altLang="en-US" dirty="0">
                <a:ea typeface="宋体" panose="02010600030101010101" pitchFamily="2" charset="-122"/>
              </a:rPr>
              <a:t>应用中的输入流与输出流 </a:t>
            </a:r>
            <a:endParaRPr lang="zh-CN" altLang="en-US" dirty="0">
              <a:ea typeface="宋体" panose="02010600030101010101" pitchFamily="2" charset="-122"/>
            </a:endParaRPr>
          </a:p>
        </p:txBody>
      </p:sp>
      <p:sp>
        <p:nvSpPr>
          <p:cNvPr id="9219" name="Rectangle 3"/>
          <p:cNvSpPr>
            <a:spLocks noGrp="1" noChangeArrowheads="1"/>
          </p:cNvSpPr>
          <p:nvPr>
            <p:ph type="body" sz="half" idx="1"/>
          </p:nvPr>
        </p:nvSpPr>
        <p:spPr>
          <a:xfrm>
            <a:off x="745629" y="1577123"/>
            <a:ext cx="10950030" cy="5303943"/>
          </a:xfrm>
        </p:spPr>
        <p:txBody>
          <a:bodyPr/>
          <a:lstStyle/>
          <a:p>
            <a:r>
              <a:rPr lang="zh-CN" altLang="en-US" dirty="0" smtClean="0">
                <a:ea typeface="宋体" panose="02010600030101010101" pitchFamily="2" charset="-122"/>
              </a:rPr>
              <a:t>使用</a:t>
            </a:r>
            <a:r>
              <a:rPr lang="zh-CN" altLang="en-US" dirty="0">
                <a:ea typeface="宋体" panose="02010600030101010101" pitchFamily="2" charset="-122"/>
              </a:rPr>
              <a:t>字节流及字符流读取文件</a:t>
            </a:r>
            <a:r>
              <a:rPr lang="zh-CN" altLang="en-US" sz="3000" dirty="0">
                <a:ea typeface="宋体" panose="02010600030101010101" pitchFamily="2" charset="-122"/>
              </a:rPr>
              <a:t> </a:t>
            </a:r>
            <a:endParaRPr lang="zh-CN" altLang="en-US" sz="3000" dirty="0">
              <a:ea typeface="宋体" panose="02010600030101010101" pitchFamily="2" charset="-122"/>
            </a:endParaRPr>
          </a:p>
        </p:txBody>
      </p:sp>
      <p:sp>
        <p:nvSpPr>
          <p:cNvPr id="9220" name="Rectangle 4"/>
          <p:cNvSpPr>
            <a:spLocks noChangeArrowheads="1"/>
          </p:cNvSpPr>
          <p:nvPr/>
        </p:nvSpPr>
        <p:spPr bwMode="auto">
          <a:xfrm>
            <a:off x="962176" y="2101061"/>
            <a:ext cx="1680878" cy="6698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14761" tIns="57381" rIns="114761" bIns="57381" anchor="ctr">
            <a:spAutoFit/>
          </a:bodyPr>
          <a:lstStyle/>
          <a:p>
            <a:pPr>
              <a:lnSpc>
                <a:spcPct val="200000"/>
              </a:lnSpc>
              <a:buFont typeface="Arial" panose="020B0604020202020204" pitchFamily="34" charset="0"/>
              <a:buNone/>
            </a:pPr>
            <a:r>
              <a:rPr lang="zh-CN" altLang="en-US" smtClean="0">
                <a:solidFill>
                  <a:srgbClr val="000000"/>
                </a:solidFill>
                <a:latin typeface="Arial" panose="020B0604020202020204" pitchFamily="34" charset="0"/>
              </a:rPr>
              <a:t>网络测试案例 </a:t>
            </a:r>
            <a:endParaRPr lang="zh-CN" altLang="en-US" smtClean="0">
              <a:solidFill>
                <a:srgbClr val="000000"/>
              </a:solidFill>
              <a:latin typeface="Arial" panose="020B0604020202020204" pitchFamily="34" charset="0"/>
            </a:endParaRPr>
          </a:p>
        </p:txBody>
      </p:sp>
      <p:graphicFrame>
        <p:nvGraphicFramePr>
          <p:cNvPr id="9221" name="Group 5"/>
          <p:cNvGraphicFramePr>
            <a:graphicFrameLocks noGrp="1"/>
          </p:cNvGraphicFramePr>
          <p:nvPr>
            <p:ph sz="half" idx="2"/>
          </p:nvPr>
        </p:nvGraphicFramePr>
        <p:xfrm>
          <a:off x="1062635" y="2933245"/>
          <a:ext cx="11543854" cy="2155955"/>
        </p:xfrm>
        <a:graphic>
          <a:graphicData uri="http://schemas.openxmlformats.org/drawingml/2006/table">
            <a:tbl>
              <a:tblPr/>
              <a:tblGrid>
                <a:gridCol w="2835176"/>
                <a:gridCol w="8708678"/>
              </a:tblGrid>
              <a:tr h="378375">
                <a:tc>
                  <a:txBody>
                    <a:bodyPr/>
                    <a:lstStyle/>
                    <a:p>
                      <a:pPr marL="0" marR="0" lvl="0" indent="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pPr>
                      <a:r>
                        <a:rPr kumimoji="0" lang="zh-CN" altLang="en-US" sz="17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rPr>
                        <a:t>文件名</a:t>
                      </a:r>
                      <a:endParaRPr kumimoji="0" lang="zh-CN" altLang="en-US" sz="17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L="128588" marR="128588" marT="48218" marB="48218"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pPr>
                      <a:r>
                        <a:rPr kumimoji="0" lang="zh-CN" altLang="en-US" sz="17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rPr>
                        <a:t>功能描述</a:t>
                      </a:r>
                      <a:endParaRPr kumimoji="0" lang="zh-CN" altLang="en-US" sz="17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L="128588" marR="128588" marT="48218" marB="48218"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55516">
                <a:tc>
                  <a:txBody>
                    <a:bodyPr/>
                    <a:lstStyle/>
                    <a:p>
                      <a:pPr marL="0" marR="0" lvl="0" indent="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pPr>
                      <a:r>
                        <a:rPr kumimoji="0" lang="en-US" sz="1700" b="0" i="0" u="none" strike="noStrike" cap="none" normalizeH="0" baseline="0" smtClean="0">
                          <a:ln>
                            <a:noFill/>
                          </a:ln>
                          <a:solidFill>
                            <a:srgbClr val="000000"/>
                          </a:solidFill>
                          <a:effectLst/>
                          <a:latin typeface="Arial" panose="020B0604020202020204" pitchFamily="34" charset="0"/>
                          <a:ea typeface="宋体" panose="02010600030101010101" pitchFamily="2" charset="-122"/>
                        </a:rPr>
                        <a:t>testing.jsp</a:t>
                      </a:r>
                      <a:endParaRPr kumimoji="0" lang="en-US" sz="17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L="128588" marR="128588" marT="48218" marB="48218"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pPr>
                      <a:r>
                        <a:rPr kumimoji="0" lang="zh-CN" altLang="en-US" sz="17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rPr>
                        <a:t>页面，测试题开始的欢迎页面。</a:t>
                      </a:r>
                      <a:endParaRPr kumimoji="0" lang="zh-CN" altLang="en-US" sz="17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L="128588" marR="128588" marT="48218" marB="48218"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55516">
                <a:tc>
                  <a:txBody>
                    <a:bodyPr/>
                    <a:lstStyle/>
                    <a:p>
                      <a:pPr marL="0" marR="0" lvl="0" indent="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pPr>
                      <a:r>
                        <a:rPr kumimoji="0" lang="en-US" sz="1700" b="0" i="0" u="none" strike="noStrike" cap="none" normalizeH="0" baseline="0" smtClean="0">
                          <a:ln>
                            <a:noFill/>
                          </a:ln>
                          <a:solidFill>
                            <a:srgbClr val="000000"/>
                          </a:solidFill>
                          <a:effectLst/>
                          <a:latin typeface="Arial" panose="020B0604020202020204" pitchFamily="34" charset="0"/>
                          <a:ea typeface="宋体" panose="02010600030101010101" pitchFamily="2" charset="-122"/>
                        </a:rPr>
                        <a:t>exercise.jsp</a:t>
                      </a:r>
                      <a:endParaRPr kumimoji="0" lang="en-US" sz="17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L="128588" marR="128588" marT="48218" marB="48218"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pPr>
                      <a:r>
                        <a:rPr kumimoji="0" lang="zh-CN" altLang="en-US" sz="17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rPr>
                        <a:t>页面，显示每一道测试题及选择答案。</a:t>
                      </a:r>
                      <a:endParaRPr kumimoji="0" lang="zh-CN" altLang="en-US" sz="17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L="128588" marR="128588" marT="48218" marB="48218"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55516">
                <a:tc>
                  <a:txBody>
                    <a:bodyPr/>
                    <a:lstStyle/>
                    <a:p>
                      <a:pPr marL="0" marR="0" lvl="0" indent="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pPr>
                      <a:r>
                        <a:rPr kumimoji="0" lang="en-US" sz="1700" b="0" i="0" u="none" strike="noStrike" cap="none" normalizeH="0" baseline="0" smtClean="0">
                          <a:ln>
                            <a:noFill/>
                          </a:ln>
                          <a:solidFill>
                            <a:srgbClr val="000000"/>
                          </a:solidFill>
                          <a:effectLst/>
                          <a:latin typeface="Arial" panose="020B0604020202020204" pitchFamily="34" charset="0"/>
                          <a:ea typeface="宋体" panose="02010600030101010101" pitchFamily="2" charset="-122"/>
                        </a:rPr>
                        <a:t>timeOut.jsp</a:t>
                      </a:r>
                      <a:endParaRPr kumimoji="0" lang="en-US" sz="17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L="128588" marR="128588" marT="48218" marB="48218"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pPr>
                      <a:r>
                        <a:rPr kumimoji="0" lang="zh-CN" altLang="en-US" sz="1700" b="0" i="0" u="none" strike="noStrike" cap="none" normalizeH="0" baseline="0" smtClean="0">
                          <a:ln>
                            <a:noFill/>
                          </a:ln>
                          <a:solidFill>
                            <a:srgbClr val="000000"/>
                          </a:solidFill>
                          <a:effectLst/>
                          <a:latin typeface="宋体" panose="02010600030101010101" pitchFamily="2" charset="-122"/>
                          <a:ea typeface="宋体" panose="02010600030101010101" pitchFamily="2" charset="-122"/>
                        </a:rPr>
                        <a:t>页面，答题</a:t>
                      </a:r>
                      <a:r>
                        <a:rPr kumimoji="0" lang="en-US" sz="1700" b="0" i="0" u="none" strike="noStrike" cap="none" normalizeH="0" baseline="0" smtClean="0">
                          <a:ln>
                            <a:noFill/>
                          </a:ln>
                          <a:solidFill>
                            <a:srgbClr val="000000"/>
                          </a:solidFill>
                          <a:effectLst/>
                          <a:latin typeface="Arial" panose="020B0604020202020204" pitchFamily="34" charset="0"/>
                          <a:ea typeface="宋体" panose="02010600030101010101" pitchFamily="2" charset="-122"/>
                        </a:rPr>
                        <a:t>30</a:t>
                      </a:r>
                      <a:r>
                        <a:rPr kumimoji="0" lang="zh-CN" altLang="en-US" sz="1700" b="0" i="0" u="none" strike="noStrike" cap="none" normalizeH="0" baseline="0" smtClean="0">
                          <a:ln>
                            <a:noFill/>
                          </a:ln>
                          <a:solidFill>
                            <a:srgbClr val="000000"/>
                          </a:solidFill>
                          <a:effectLst/>
                          <a:latin typeface="宋体" panose="02010600030101010101" pitchFamily="2" charset="-122"/>
                          <a:ea typeface="宋体" panose="02010600030101010101" pitchFamily="2" charset="-122"/>
                        </a:rPr>
                        <a:t>秒时间到达时的转向页面。</a:t>
                      </a:r>
                      <a:endParaRPr kumimoji="0" lang="zh-CN" altLang="en-US" sz="17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L="128588" marR="128588" marT="48218" marB="48218"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55516">
                <a:tc>
                  <a:txBody>
                    <a:bodyPr/>
                    <a:lstStyle/>
                    <a:p>
                      <a:pPr marL="0" marR="0" lvl="0" indent="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pPr>
                      <a:r>
                        <a:rPr kumimoji="0" lang="en-US" sz="17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UploadTesting.java</a:t>
                      </a:r>
                      <a:endParaRPr kumimoji="0" lang="en-US" sz="17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L="128588" marR="128588" marT="48218" marB="48218"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pPr>
                      <a:r>
                        <a:rPr kumimoji="0" lang="en-US" sz="17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JavaBean</a:t>
                      </a:r>
                      <a:r>
                        <a:rPr kumimoji="0" lang="zh-CN" altLang="en-US" sz="17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rPr>
                        <a:t>组件，将文本中的测试题导入程序中的数组变量里保存。</a:t>
                      </a:r>
                      <a:endParaRPr kumimoji="0" lang="zh-CN" altLang="en-US" sz="17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L="128588" marR="128588" marT="48218" marB="48218"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55516">
                <a:tc>
                  <a:txBody>
                    <a:bodyPr/>
                    <a:lstStyle/>
                    <a:p>
                      <a:pPr marL="0" marR="0" lvl="0" indent="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pPr>
                      <a:r>
                        <a:rPr kumimoji="0" lang="en-US" sz="17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test.txt</a:t>
                      </a:r>
                      <a:endParaRPr kumimoji="0" lang="en-US" sz="17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L="128588" marR="128588" marT="48218" marB="48218"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pPr>
                      <a:r>
                        <a:rPr kumimoji="0" lang="zh-CN" altLang="en-US" sz="17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rPr>
                        <a:t>文本文件，网络测试题。</a:t>
                      </a:r>
                      <a:endParaRPr kumimoji="0" lang="zh-CN" altLang="en-US" sz="17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L="128588" marR="128588" marT="48218" marB="48218"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 name="直角三角形 10"/>
          <p:cNvSpPr/>
          <p:nvPr/>
        </p:nvSpPr>
        <p:spPr>
          <a:xfrm rot="8100000">
            <a:off x="1283635" y="4133852"/>
            <a:ext cx="6197937" cy="6197597"/>
          </a:xfrm>
          <a:prstGeom prst="rtTriangle">
            <a:avLst/>
          </a:prstGeom>
          <a:blipFill dpi="0" rotWithShape="0">
            <a:blip r:embed="rId1" cstate="screen"/>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lIns="128583" tIns="64291" rIns="128583" bIns="64291" rtlCol="0" anchor="ctr"/>
          <a:lstStyle/>
          <a:p>
            <a:pPr algn="ctr"/>
            <a:endParaRPr lang="zh-CN" altLang="en-US" sz="1400">
              <a:solidFill>
                <a:prstClr val="white"/>
              </a:solidFill>
              <a:cs typeface="+mn-ea"/>
              <a:sym typeface="+mn-lt"/>
            </a:endParaRPr>
          </a:p>
        </p:txBody>
      </p:sp>
      <p:sp>
        <p:nvSpPr>
          <p:cNvPr id="7" name="直角三角形 6"/>
          <p:cNvSpPr/>
          <p:nvPr/>
        </p:nvSpPr>
        <p:spPr>
          <a:xfrm rot="13500000" flipV="1">
            <a:off x="2701051" y="-3658558"/>
            <a:ext cx="7316717" cy="7317118"/>
          </a:xfrm>
          <a:prstGeom prst="rtTriangle">
            <a:avLst/>
          </a:prstGeom>
          <a:solidFill>
            <a:srgbClr val="D0CECE"/>
          </a:solidFill>
          <a:ln>
            <a:noFill/>
          </a:ln>
        </p:spPr>
        <p:style>
          <a:lnRef idx="2">
            <a:schemeClr val="accent1">
              <a:shade val="50000"/>
            </a:schemeClr>
          </a:lnRef>
          <a:fillRef idx="1">
            <a:schemeClr val="accent1"/>
          </a:fillRef>
          <a:effectRef idx="0">
            <a:schemeClr val="accent1"/>
          </a:effectRef>
          <a:fontRef idx="minor">
            <a:schemeClr val="lt1"/>
          </a:fontRef>
        </p:style>
        <p:txBody>
          <a:bodyPr lIns="128583" tIns="64291" rIns="128583" bIns="64291" rtlCol="0" anchor="ctr"/>
          <a:lstStyle/>
          <a:p>
            <a:pPr algn="ctr"/>
            <a:endParaRPr lang="zh-CN" altLang="en-US" sz="1400">
              <a:solidFill>
                <a:prstClr val="white"/>
              </a:solidFill>
              <a:cs typeface="+mn-ea"/>
              <a:sym typeface="+mn-lt"/>
            </a:endParaRPr>
          </a:p>
        </p:txBody>
      </p:sp>
      <p:sp>
        <p:nvSpPr>
          <p:cNvPr id="3" name="直角三角形 2"/>
          <p:cNvSpPr/>
          <p:nvPr/>
        </p:nvSpPr>
        <p:spPr>
          <a:xfrm rot="8100000">
            <a:off x="6909309" y="4826403"/>
            <a:ext cx="4812758" cy="4812494"/>
          </a:xfrm>
          <a:prstGeom prst="rtTriangle">
            <a:avLst/>
          </a:prstGeom>
          <a:solidFill>
            <a:srgbClr val="43536A"/>
          </a:solidFill>
          <a:ln>
            <a:noFill/>
          </a:ln>
        </p:spPr>
        <p:style>
          <a:lnRef idx="2">
            <a:schemeClr val="accent1">
              <a:shade val="50000"/>
            </a:schemeClr>
          </a:lnRef>
          <a:fillRef idx="1">
            <a:schemeClr val="accent1"/>
          </a:fillRef>
          <a:effectRef idx="0">
            <a:schemeClr val="accent1"/>
          </a:effectRef>
          <a:fontRef idx="minor">
            <a:schemeClr val="lt1"/>
          </a:fontRef>
        </p:style>
        <p:txBody>
          <a:bodyPr lIns="128583" tIns="64291" rIns="128583" bIns="64291" rtlCol="0" anchor="ctr"/>
          <a:lstStyle/>
          <a:p>
            <a:pPr algn="ctr"/>
            <a:endParaRPr lang="zh-CN" altLang="en-US" sz="1400">
              <a:solidFill>
                <a:prstClr val="white"/>
              </a:solidFill>
              <a:cs typeface="+mn-ea"/>
              <a:sym typeface="+mn-lt"/>
            </a:endParaRPr>
          </a:p>
        </p:txBody>
      </p:sp>
      <p:sp>
        <p:nvSpPr>
          <p:cNvPr id="9" name="TextBox 76"/>
          <p:cNvSpPr txBox="1"/>
          <p:nvPr/>
        </p:nvSpPr>
        <p:spPr>
          <a:xfrm>
            <a:off x="2443046" y="1672109"/>
            <a:ext cx="7954796" cy="683835"/>
          </a:xfrm>
          <a:prstGeom prst="rect">
            <a:avLst/>
          </a:prstGeom>
          <a:noFill/>
        </p:spPr>
        <p:txBody>
          <a:bodyPr wrap="none" lIns="128583" tIns="64291" rIns="128583" bIns="64291" rtlCol="0">
            <a:spAutoFit/>
          </a:bodyPr>
          <a:lstStyle/>
          <a:p>
            <a:pPr algn="ctr"/>
            <a:r>
              <a:rPr kumimoji="1" lang="en-US" altLang="zh-CN" sz="3600" b="1" dirty="0">
                <a:solidFill>
                  <a:srgbClr val="43536A"/>
                </a:solidFill>
                <a:cs typeface="+mn-ea"/>
              </a:rPr>
              <a:t>9.2  Java Web</a:t>
            </a:r>
            <a:r>
              <a:rPr kumimoji="1" lang="zh-CN" altLang="zh-CN" sz="3600" b="1" dirty="0">
                <a:solidFill>
                  <a:srgbClr val="43536A"/>
                </a:solidFill>
                <a:cs typeface="+mn-ea"/>
              </a:rPr>
              <a:t>应用中的文件上传与</a:t>
            </a:r>
            <a:r>
              <a:rPr kumimoji="1" lang="zh-CN" altLang="zh-CN" sz="3600" b="1" dirty="0" smtClean="0">
                <a:solidFill>
                  <a:srgbClr val="43536A"/>
                </a:solidFill>
                <a:cs typeface="+mn-ea"/>
              </a:rPr>
              <a:t>下载</a:t>
            </a:r>
            <a:endParaRPr kumimoji="1" lang="zh-CN" altLang="en-US" sz="3600" b="1" dirty="0">
              <a:solidFill>
                <a:srgbClr val="43536A"/>
              </a:solidFill>
              <a:cs typeface="+mn-ea"/>
              <a:sym typeface="+mn-lt"/>
            </a:endParaRPr>
          </a:p>
        </p:txBody>
      </p:sp>
      <p:sp>
        <p:nvSpPr>
          <p:cNvPr id="10" name="直角三角形 9"/>
          <p:cNvSpPr/>
          <p:nvPr/>
        </p:nvSpPr>
        <p:spPr>
          <a:xfrm rot="13500000" flipV="1">
            <a:off x="1037730" y="-1245854"/>
            <a:ext cx="2491570" cy="2491706"/>
          </a:xfrm>
          <a:prstGeom prst="rtTriangle">
            <a:avLst/>
          </a:prstGeom>
          <a:solidFill>
            <a:srgbClr val="43536A"/>
          </a:solidFill>
          <a:ln>
            <a:noFill/>
          </a:ln>
        </p:spPr>
        <p:style>
          <a:lnRef idx="2">
            <a:schemeClr val="accent1">
              <a:shade val="50000"/>
            </a:schemeClr>
          </a:lnRef>
          <a:fillRef idx="1">
            <a:schemeClr val="accent1"/>
          </a:fillRef>
          <a:effectRef idx="0">
            <a:schemeClr val="accent1"/>
          </a:effectRef>
          <a:fontRef idx="minor">
            <a:schemeClr val="lt1"/>
          </a:fontRef>
        </p:style>
        <p:txBody>
          <a:bodyPr lIns="128583" tIns="64291" rIns="128583" bIns="64291" rtlCol="0" anchor="ctr"/>
          <a:lstStyle/>
          <a:p>
            <a:pPr algn="ctr"/>
            <a:endParaRPr lang="zh-CN" altLang="en-US" sz="1400">
              <a:solidFill>
                <a:prstClr val="white"/>
              </a:solidFill>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2000" advClick="0" advTm="0"/>
    </mc:Choice>
    <mc:Fallback>
      <p:transition spd="slow" advClick="0"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1000" fill="hold"/>
                                        <p:tgtEl>
                                          <p:spTgt spid="10"/>
                                        </p:tgtEl>
                                        <p:attrNameLst>
                                          <p:attrName>ppt_x</p:attrName>
                                        </p:attrNameLst>
                                      </p:cBhvr>
                                      <p:tavLst>
                                        <p:tav tm="0">
                                          <p:val>
                                            <p:strVal val="#ppt_x"/>
                                          </p:val>
                                        </p:tav>
                                        <p:tav tm="100000">
                                          <p:val>
                                            <p:strVal val="#ppt_x"/>
                                          </p:val>
                                        </p:tav>
                                      </p:tavLst>
                                    </p:anim>
                                    <p:anim calcmode="lin" valueType="num">
                                      <p:cBhvr additive="base">
                                        <p:cTn id="8" dur="1000" fill="hold"/>
                                        <p:tgtEl>
                                          <p:spTgt spid="10"/>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 calcmode="lin" valueType="num">
                                      <p:cBhvr additive="base">
                                        <p:cTn id="13" dur="1000" fill="hold"/>
                                        <p:tgtEl>
                                          <p:spTgt spid="11"/>
                                        </p:tgtEl>
                                        <p:attrNameLst>
                                          <p:attrName>ppt_x</p:attrName>
                                        </p:attrNameLst>
                                      </p:cBhvr>
                                      <p:tavLst>
                                        <p:tav tm="0">
                                          <p:val>
                                            <p:strVal val="#ppt_x"/>
                                          </p:val>
                                        </p:tav>
                                        <p:tav tm="100000">
                                          <p:val>
                                            <p:strVal val="#ppt_x"/>
                                          </p:val>
                                        </p:tav>
                                      </p:tavLst>
                                    </p:anim>
                                    <p:anim calcmode="lin" valueType="num">
                                      <p:cBhvr additive="base">
                                        <p:cTn id="14" dur="1000" fill="hold"/>
                                        <p:tgtEl>
                                          <p:spTgt spid="11"/>
                                        </p:tgtEl>
                                        <p:attrNameLst>
                                          <p:attrName>ppt_y</p:attrName>
                                        </p:attrNameLst>
                                      </p:cBhvr>
                                      <p:tavLst>
                                        <p:tav tm="0">
                                          <p:val>
                                            <p:strVal val="1+#ppt_h/2"/>
                                          </p:val>
                                        </p:tav>
                                        <p:tav tm="100000">
                                          <p:val>
                                            <p:strVal val="#ppt_y"/>
                                          </p:val>
                                        </p:tav>
                                      </p:tavLst>
                                    </p:anim>
                                  </p:childTnLst>
                                </p:cTn>
                              </p:par>
                              <p:par>
                                <p:cTn id="15" presetID="2" presetClass="entr" presetSubtype="1"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anim calcmode="lin" valueType="num">
                                      <p:cBhvr additive="base">
                                        <p:cTn id="17" dur="1000" fill="hold"/>
                                        <p:tgtEl>
                                          <p:spTgt spid="7"/>
                                        </p:tgtEl>
                                        <p:attrNameLst>
                                          <p:attrName>ppt_x</p:attrName>
                                        </p:attrNameLst>
                                      </p:cBhvr>
                                      <p:tavLst>
                                        <p:tav tm="0">
                                          <p:val>
                                            <p:strVal val="#ppt_x"/>
                                          </p:val>
                                        </p:tav>
                                        <p:tav tm="100000">
                                          <p:val>
                                            <p:strVal val="#ppt_x"/>
                                          </p:val>
                                        </p:tav>
                                      </p:tavLst>
                                    </p:anim>
                                    <p:anim calcmode="lin" valueType="num">
                                      <p:cBhvr additive="base">
                                        <p:cTn id="18" dur="1000" fill="hold"/>
                                        <p:tgtEl>
                                          <p:spTgt spid="7"/>
                                        </p:tgtEl>
                                        <p:attrNameLst>
                                          <p:attrName>ppt_y</p:attrName>
                                        </p:attrNameLst>
                                      </p:cBhvr>
                                      <p:tavLst>
                                        <p:tav tm="0">
                                          <p:val>
                                            <p:strVal val="0-#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3"/>
                                        </p:tgtEl>
                                        <p:attrNameLst>
                                          <p:attrName>style.visibility</p:attrName>
                                        </p:attrNameLst>
                                      </p:cBhvr>
                                      <p:to>
                                        <p:strVal val="visible"/>
                                      </p:to>
                                    </p:set>
                                    <p:anim calcmode="lin" valueType="num">
                                      <p:cBhvr additive="base">
                                        <p:cTn id="21" dur="1000" fill="hold"/>
                                        <p:tgtEl>
                                          <p:spTgt spid="3"/>
                                        </p:tgtEl>
                                        <p:attrNameLst>
                                          <p:attrName>ppt_x</p:attrName>
                                        </p:attrNameLst>
                                      </p:cBhvr>
                                      <p:tavLst>
                                        <p:tav tm="0">
                                          <p:val>
                                            <p:strVal val="#ppt_x"/>
                                          </p:val>
                                        </p:tav>
                                        <p:tav tm="100000">
                                          <p:val>
                                            <p:strVal val="#ppt_x"/>
                                          </p:val>
                                        </p:tav>
                                      </p:tavLst>
                                    </p:anim>
                                    <p:anim calcmode="lin" valueType="num">
                                      <p:cBhvr additive="base">
                                        <p:cTn id="22" dur="1000" fill="hold"/>
                                        <p:tgtEl>
                                          <p:spTgt spid="3"/>
                                        </p:tgtEl>
                                        <p:attrNameLst>
                                          <p:attrName>ppt_y</p:attrName>
                                        </p:attrNameLst>
                                      </p:cBhvr>
                                      <p:tavLst>
                                        <p:tav tm="0">
                                          <p:val>
                                            <p:strVal val="1+#ppt_h/2"/>
                                          </p:val>
                                        </p:tav>
                                        <p:tav tm="100000">
                                          <p:val>
                                            <p:strVal val="#ppt_y"/>
                                          </p:val>
                                        </p:tav>
                                      </p:tavLst>
                                    </p:anim>
                                  </p:childTnLst>
                                </p:cTn>
                              </p:par>
                              <p:par>
                                <p:cTn id="23" presetID="22" presetClass="entr" presetSubtype="8" fill="hold" grpId="0" nodeType="with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wipe(left)">
                                      <p:cBhvr>
                                        <p:cTn id="25"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7" grpId="0" animBg="1"/>
      <p:bldP spid="3" grpId="0" animBg="1"/>
      <p:bldP spid="9" grpId="0"/>
      <p:bldP spid="10"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1745759" y="654622"/>
            <a:ext cx="11264801" cy="656296"/>
          </a:xfrm>
        </p:spPr>
        <p:txBody>
          <a:bodyPr/>
          <a:lstStyle/>
          <a:p>
            <a:r>
              <a:rPr lang="en-US" dirty="0" smtClean="0">
                <a:ea typeface="宋体" panose="02010600030101010101" pitchFamily="2" charset="-122"/>
              </a:rPr>
              <a:t>Java </a:t>
            </a:r>
            <a:r>
              <a:rPr lang="en-US" dirty="0">
                <a:ea typeface="宋体" panose="02010600030101010101" pitchFamily="2" charset="-122"/>
              </a:rPr>
              <a:t>Web</a:t>
            </a:r>
            <a:r>
              <a:rPr lang="zh-CN" altLang="en-US" dirty="0">
                <a:ea typeface="宋体" panose="02010600030101010101" pitchFamily="2" charset="-122"/>
              </a:rPr>
              <a:t>应用中的文件上传与下载 </a:t>
            </a:r>
            <a:endParaRPr lang="zh-CN" altLang="en-US" dirty="0">
              <a:ea typeface="宋体" panose="02010600030101010101" pitchFamily="2" charset="-122"/>
            </a:endParaRPr>
          </a:p>
        </p:txBody>
      </p:sp>
      <p:sp>
        <p:nvSpPr>
          <p:cNvPr id="10243" name="Rectangle 3"/>
          <p:cNvSpPr>
            <a:spLocks noGrp="1" noChangeArrowheads="1"/>
          </p:cNvSpPr>
          <p:nvPr>
            <p:ph type="body" idx="1"/>
          </p:nvPr>
        </p:nvSpPr>
        <p:spPr>
          <a:xfrm>
            <a:off x="859483" y="1634047"/>
            <a:ext cx="11269266" cy="532403"/>
          </a:xfrm>
        </p:spPr>
        <p:txBody>
          <a:bodyPr/>
          <a:lstStyle/>
          <a:p>
            <a:r>
              <a:rPr lang="zh-CN" altLang="en-US" dirty="0" smtClean="0">
                <a:ea typeface="宋体" panose="02010600030101010101" pitchFamily="2" charset="-122"/>
              </a:rPr>
              <a:t>文件</a:t>
            </a:r>
            <a:r>
              <a:rPr lang="zh-CN" altLang="en-US" dirty="0">
                <a:ea typeface="宋体" panose="02010600030101010101" pitchFamily="2" charset="-122"/>
              </a:rPr>
              <a:t>上传 </a:t>
            </a:r>
            <a:endParaRPr lang="zh-CN" altLang="en-US" dirty="0">
              <a:ea typeface="宋体" panose="02010600030101010101" pitchFamily="2" charset="-122"/>
            </a:endParaRPr>
          </a:p>
        </p:txBody>
      </p:sp>
      <p:sp>
        <p:nvSpPr>
          <p:cNvPr id="10244" name="Rectangle 4"/>
          <p:cNvSpPr>
            <a:spLocks noChangeArrowheads="1"/>
          </p:cNvSpPr>
          <p:nvPr/>
        </p:nvSpPr>
        <p:spPr bwMode="auto">
          <a:xfrm>
            <a:off x="658565" y="2816671"/>
            <a:ext cx="11947922" cy="26088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14761" tIns="57381" rIns="114761" bIns="57381" anchor="ctr">
            <a:spAutoFit/>
          </a:bodyPr>
          <a:lstStyle/>
          <a:p>
            <a:pPr>
              <a:lnSpc>
                <a:spcPct val="180000"/>
              </a:lnSpc>
              <a:buFont typeface="Arial" panose="020B0604020202020204" pitchFamily="34" charset="0"/>
              <a:buNone/>
            </a:pPr>
            <a:r>
              <a:rPr lang="zh-CN" altLang="en-US" smtClean="0">
                <a:solidFill>
                  <a:srgbClr val="000000"/>
                </a:solidFill>
                <a:latin typeface="Arial" panose="020B0604020202020204" pitchFamily="34" charset="0"/>
              </a:rPr>
              <a:t>一般用户通过一个</a:t>
            </a:r>
            <a:r>
              <a:rPr lang="en-US" smtClean="0">
                <a:solidFill>
                  <a:srgbClr val="000000"/>
                </a:solidFill>
                <a:latin typeface="Arial" panose="020B0604020202020204" pitchFamily="34" charset="0"/>
              </a:rPr>
              <a:t>JSP</a:t>
            </a:r>
            <a:r>
              <a:rPr lang="zh-CN" altLang="en-US" smtClean="0">
                <a:solidFill>
                  <a:srgbClr val="000000"/>
                </a:solidFill>
                <a:latin typeface="Arial" panose="020B0604020202020204" pitchFamily="34" charset="0"/>
              </a:rPr>
              <a:t>页面上传文件至服务器时，该</a:t>
            </a:r>
            <a:r>
              <a:rPr lang="en-US" smtClean="0">
                <a:solidFill>
                  <a:srgbClr val="000000"/>
                </a:solidFill>
                <a:latin typeface="Arial" panose="020B0604020202020204" pitchFamily="34" charset="0"/>
              </a:rPr>
              <a:t>JSP</a:t>
            </a:r>
            <a:r>
              <a:rPr lang="zh-CN" altLang="en-US" smtClean="0">
                <a:solidFill>
                  <a:srgbClr val="000000"/>
                </a:solidFill>
                <a:latin typeface="Arial" panose="020B0604020202020204" pitchFamily="34" charset="0"/>
              </a:rPr>
              <a:t>页面都会包含</a:t>
            </a:r>
            <a:r>
              <a:rPr lang="en-US" smtClean="0">
                <a:solidFill>
                  <a:srgbClr val="000000"/>
                </a:solidFill>
                <a:latin typeface="Arial" panose="020B0604020202020204" pitchFamily="34" charset="0"/>
              </a:rPr>
              <a:t>File</a:t>
            </a:r>
            <a:r>
              <a:rPr lang="zh-CN" altLang="en-US" smtClean="0">
                <a:solidFill>
                  <a:srgbClr val="000000"/>
                </a:solidFill>
                <a:latin typeface="Arial" panose="020B0604020202020204" pitchFamily="34" charset="0"/>
              </a:rPr>
              <a:t>的表单类型，且表单必须将</a:t>
            </a:r>
            <a:r>
              <a:rPr lang="en-US" smtClean="0">
                <a:solidFill>
                  <a:srgbClr val="000000"/>
                </a:solidFill>
                <a:latin typeface="Arial" panose="020B0604020202020204" pitchFamily="34" charset="0"/>
              </a:rPr>
              <a:t>enctype</a:t>
            </a:r>
            <a:r>
              <a:rPr lang="zh-CN" altLang="en-US" smtClean="0">
                <a:solidFill>
                  <a:srgbClr val="000000"/>
                </a:solidFill>
                <a:latin typeface="Arial" panose="020B0604020202020204" pitchFamily="34" charset="0"/>
              </a:rPr>
              <a:t>的属性设置为</a:t>
            </a:r>
            <a:r>
              <a:rPr lang="en-US" smtClean="0">
                <a:solidFill>
                  <a:srgbClr val="000000"/>
                </a:solidFill>
                <a:latin typeface="Arial" panose="020B0604020202020204" pitchFamily="34" charset="0"/>
              </a:rPr>
              <a:t>multipart/form-data</a:t>
            </a:r>
            <a:r>
              <a:rPr lang="zh-CN" altLang="en-US" smtClean="0">
                <a:solidFill>
                  <a:srgbClr val="000000"/>
                </a:solidFill>
                <a:latin typeface="Arial" panose="020B0604020202020204" pitchFamily="34" charset="0"/>
              </a:rPr>
              <a:t>。</a:t>
            </a:r>
            <a:endParaRPr lang="zh-CN" altLang="en-US" smtClean="0">
              <a:solidFill>
                <a:srgbClr val="000000"/>
              </a:solidFill>
              <a:latin typeface="Arial" panose="020B0604020202020204" pitchFamily="34" charset="0"/>
            </a:endParaRPr>
          </a:p>
          <a:p>
            <a:pPr>
              <a:lnSpc>
                <a:spcPct val="180000"/>
              </a:lnSpc>
              <a:buFont typeface="Arial" panose="020B0604020202020204" pitchFamily="34" charset="0"/>
              <a:buNone/>
            </a:pPr>
            <a:r>
              <a:rPr lang="zh-CN" altLang="en-US" smtClean="0">
                <a:solidFill>
                  <a:srgbClr val="000000"/>
                </a:solidFill>
                <a:latin typeface="Arial" panose="020B0604020202020204" pitchFamily="34" charset="0"/>
              </a:rPr>
              <a:t>表单使用</a:t>
            </a:r>
            <a:r>
              <a:rPr lang="en-US" smtClean="0">
                <a:solidFill>
                  <a:srgbClr val="000000"/>
                </a:solidFill>
                <a:latin typeface="Arial" panose="020B0604020202020204" pitchFamily="34" charset="0"/>
              </a:rPr>
              <a:t>multipart/form-data</a:t>
            </a:r>
            <a:r>
              <a:rPr lang="zh-CN" altLang="en-US" smtClean="0">
                <a:solidFill>
                  <a:srgbClr val="000000"/>
                </a:solidFill>
                <a:latin typeface="Arial" panose="020B0604020202020204" pitchFamily="34" charset="0"/>
              </a:rPr>
              <a:t>属性值时，用户提交的数据就不再是以参数的形式提交，浏览器会把所有参数封装，在一个输入流里面进行提交，如果处理程序想要获得提交的数据值可以通过</a:t>
            </a:r>
            <a:r>
              <a:rPr lang="en-US" smtClean="0">
                <a:solidFill>
                  <a:srgbClr val="000000"/>
                </a:solidFill>
                <a:latin typeface="Arial" panose="020B0604020202020204" pitchFamily="34" charset="0"/>
              </a:rPr>
              <a:t>request.getInputStream()</a:t>
            </a:r>
            <a:r>
              <a:rPr lang="zh-CN" altLang="en-US" smtClean="0">
                <a:solidFill>
                  <a:srgbClr val="000000"/>
                </a:solidFill>
                <a:latin typeface="Arial" panose="020B0604020202020204" pitchFamily="34" charset="0"/>
              </a:rPr>
              <a:t>来获得。同时，根据</a:t>
            </a:r>
            <a:r>
              <a:rPr lang="en-US" smtClean="0">
                <a:solidFill>
                  <a:srgbClr val="000000"/>
                </a:solidFill>
                <a:latin typeface="Arial" panose="020B0604020202020204" pitchFamily="34" charset="0"/>
              </a:rPr>
              <a:t>HTTP</a:t>
            </a:r>
            <a:r>
              <a:rPr lang="zh-CN" altLang="en-US" smtClean="0">
                <a:solidFill>
                  <a:srgbClr val="000000"/>
                </a:solidFill>
                <a:latin typeface="Arial" panose="020B0604020202020204" pitchFamily="34" charset="0"/>
              </a:rPr>
              <a:t>协议文件，表单提交的信息中前</a:t>
            </a:r>
            <a:r>
              <a:rPr lang="en-US" smtClean="0">
                <a:solidFill>
                  <a:srgbClr val="000000"/>
                </a:solidFill>
                <a:latin typeface="Arial" panose="020B0604020202020204" pitchFamily="34" charset="0"/>
              </a:rPr>
              <a:t>4</a:t>
            </a:r>
            <a:r>
              <a:rPr lang="zh-CN" altLang="en-US" smtClean="0">
                <a:solidFill>
                  <a:srgbClr val="000000"/>
                </a:solidFill>
                <a:latin typeface="Arial" panose="020B0604020202020204" pitchFamily="34" charset="0"/>
              </a:rPr>
              <a:t>行和后面的</a:t>
            </a:r>
            <a:r>
              <a:rPr lang="en-US" smtClean="0">
                <a:solidFill>
                  <a:srgbClr val="000000"/>
                </a:solidFill>
                <a:latin typeface="Arial" panose="020B0604020202020204" pitchFamily="34" charset="0"/>
              </a:rPr>
              <a:t>5</a:t>
            </a:r>
            <a:r>
              <a:rPr lang="zh-CN" altLang="en-US" smtClean="0">
                <a:solidFill>
                  <a:srgbClr val="000000"/>
                </a:solidFill>
                <a:latin typeface="Arial" panose="020B0604020202020204" pitchFamily="34" charset="0"/>
              </a:rPr>
              <a:t>行是表单本身的信息，中间部分才是用户提交的文件的内容。 </a:t>
            </a:r>
            <a:endParaRPr lang="zh-CN" altLang="en-US" smtClean="0">
              <a:solidFill>
                <a:srgbClr val="000000"/>
              </a:solidFill>
              <a:latin typeface="Arial" panose="020B0604020202020204" pitchFamily="34" charset="0"/>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a:xfrm>
            <a:off x="1745759" y="654622"/>
            <a:ext cx="11264801" cy="656296"/>
          </a:xfrm>
        </p:spPr>
        <p:txBody>
          <a:bodyPr/>
          <a:lstStyle/>
          <a:p>
            <a:r>
              <a:rPr lang="en-US" dirty="0" smtClean="0">
                <a:ea typeface="宋体" panose="02010600030101010101" pitchFamily="2" charset="-122"/>
              </a:rPr>
              <a:t>Java </a:t>
            </a:r>
            <a:r>
              <a:rPr lang="en-US" dirty="0">
                <a:ea typeface="宋体" panose="02010600030101010101" pitchFamily="2" charset="-122"/>
              </a:rPr>
              <a:t>Web</a:t>
            </a:r>
            <a:r>
              <a:rPr lang="zh-CN" altLang="en-US" dirty="0">
                <a:ea typeface="宋体" panose="02010600030101010101" pitchFamily="2" charset="-122"/>
              </a:rPr>
              <a:t>应用中的文件上传与下载 </a:t>
            </a:r>
            <a:endParaRPr lang="zh-CN" altLang="en-US" dirty="0">
              <a:ea typeface="宋体" panose="02010600030101010101" pitchFamily="2" charset="-122"/>
            </a:endParaRPr>
          </a:p>
        </p:txBody>
      </p:sp>
      <p:sp>
        <p:nvSpPr>
          <p:cNvPr id="11267" name="Rectangle 3"/>
          <p:cNvSpPr>
            <a:spLocks noGrp="1" noChangeArrowheads="1"/>
          </p:cNvSpPr>
          <p:nvPr>
            <p:ph type="body" idx="1"/>
          </p:nvPr>
        </p:nvSpPr>
        <p:spPr>
          <a:xfrm>
            <a:off x="859483" y="1634047"/>
            <a:ext cx="11269266" cy="532403"/>
          </a:xfrm>
        </p:spPr>
        <p:txBody>
          <a:bodyPr/>
          <a:lstStyle/>
          <a:p>
            <a:r>
              <a:rPr lang="zh-CN" altLang="en-US" dirty="0" smtClean="0">
                <a:ea typeface="宋体" panose="02010600030101010101" pitchFamily="2" charset="-122"/>
              </a:rPr>
              <a:t>文件</a:t>
            </a:r>
            <a:r>
              <a:rPr lang="zh-CN" altLang="en-US" dirty="0">
                <a:ea typeface="宋体" panose="02010600030101010101" pitchFamily="2" charset="-122"/>
              </a:rPr>
              <a:t>下载 </a:t>
            </a:r>
            <a:endParaRPr lang="zh-CN" altLang="en-US" dirty="0">
              <a:ea typeface="宋体" panose="02010600030101010101" pitchFamily="2" charset="-122"/>
            </a:endParaRPr>
          </a:p>
        </p:txBody>
      </p:sp>
      <p:sp>
        <p:nvSpPr>
          <p:cNvPr id="11268" name="Text Box 4"/>
          <p:cNvSpPr txBox="1">
            <a:spLocks noChangeArrowheads="1"/>
          </p:cNvSpPr>
          <p:nvPr/>
        </p:nvSpPr>
        <p:spPr bwMode="auto">
          <a:xfrm>
            <a:off x="859488" y="2325500"/>
            <a:ext cx="11443395" cy="17778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14761" tIns="57381" rIns="114761" bIns="57381">
            <a:spAutoFit/>
          </a:bodyPr>
          <a:lstStyle/>
          <a:p>
            <a:pPr>
              <a:lnSpc>
                <a:spcPct val="200000"/>
              </a:lnSpc>
              <a:spcBef>
                <a:spcPct val="50000"/>
              </a:spcBef>
              <a:buFont typeface="Arial" panose="020B0604020202020204" pitchFamily="34" charset="0"/>
              <a:buNone/>
            </a:pPr>
            <a:r>
              <a:rPr lang="zh-CN" altLang="en-US" smtClean="0">
                <a:solidFill>
                  <a:srgbClr val="000000"/>
                </a:solidFill>
                <a:latin typeface="Arial" panose="020B0604020202020204" pitchFamily="34" charset="0"/>
              </a:rPr>
              <a:t>在</a:t>
            </a:r>
            <a:r>
              <a:rPr lang="en-US" smtClean="0">
                <a:solidFill>
                  <a:srgbClr val="000000"/>
                </a:solidFill>
                <a:latin typeface="Arial" panose="020B0604020202020204" pitchFamily="34" charset="0"/>
              </a:rPr>
              <a:t>Java Web</a:t>
            </a:r>
            <a:r>
              <a:rPr lang="zh-CN" altLang="en-US" smtClean="0">
                <a:solidFill>
                  <a:srgbClr val="000000"/>
                </a:solidFill>
                <a:latin typeface="Arial" panose="020B0604020202020204" pitchFamily="34" charset="0"/>
              </a:rPr>
              <a:t>应用中，用户也可以通过</a:t>
            </a:r>
            <a:r>
              <a:rPr lang="en-US" smtClean="0">
                <a:solidFill>
                  <a:srgbClr val="000000"/>
                </a:solidFill>
                <a:latin typeface="Arial" panose="020B0604020202020204" pitchFamily="34" charset="0"/>
              </a:rPr>
              <a:t>response.getOutputStream()</a:t>
            </a:r>
            <a:r>
              <a:rPr lang="zh-CN" altLang="en-US" smtClean="0">
                <a:solidFill>
                  <a:srgbClr val="000000"/>
                </a:solidFill>
                <a:latin typeface="Arial" panose="020B0604020202020204" pitchFamily="34" charset="0"/>
              </a:rPr>
              <a:t>方法来从服务器上下载文件。当用户下载时，根据</a:t>
            </a:r>
            <a:r>
              <a:rPr lang="en-US" smtClean="0">
                <a:solidFill>
                  <a:srgbClr val="000000"/>
                </a:solidFill>
                <a:latin typeface="Arial" panose="020B0604020202020204" pitchFamily="34" charset="0"/>
              </a:rPr>
              <a:t>HTTP</a:t>
            </a:r>
            <a:r>
              <a:rPr lang="zh-CN" altLang="en-US" smtClean="0">
                <a:solidFill>
                  <a:srgbClr val="000000"/>
                </a:solidFill>
                <a:latin typeface="Arial" panose="020B0604020202020204" pitchFamily="34" charset="0"/>
              </a:rPr>
              <a:t>协议</a:t>
            </a:r>
            <a:r>
              <a:rPr lang="en-US" smtClean="0">
                <a:solidFill>
                  <a:srgbClr val="000000"/>
                </a:solidFill>
                <a:latin typeface="Arial" panose="020B0604020202020204" pitchFamily="34" charset="0"/>
              </a:rPr>
              <a:t>response</a:t>
            </a:r>
            <a:r>
              <a:rPr lang="zh-CN" altLang="en-US" smtClean="0">
                <a:solidFill>
                  <a:srgbClr val="000000"/>
                </a:solidFill>
                <a:latin typeface="Arial" panose="020B0604020202020204" pitchFamily="34" charset="0"/>
              </a:rPr>
              <a:t>对象会向用户浏览器发送报头信息，说明文件的</a:t>
            </a:r>
            <a:r>
              <a:rPr lang="en-US" smtClean="0">
                <a:solidFill>
                  <a:srgbClr val="000000"/>
                </a:solidFill>
                <a:latin typeface="Arial" panose="020B0604020202020204" pitchFamily="34" charset="0"/>
              </a:rPr>
              <a:t>MIME</a:t>
            </a:r>
            <a:r>
              <a:rPr lang="zh-CN" altLang="en-US" smtClean="0">
                <a:solidFill>
                  <a:srgbClr val="000000"/>
                </a:solidFill>
                <a:latin typeface="Arial" panose="020B0604020202020204" pitchFamily="34" charset="0"/>
              </a:rPr>
              <a:t>类型，这样，浏览器就会调用相应的外部程序打开下载文件。</a:t>
            </a:r>
            <a:endParaRPr lang="zh-CN" altLang="en-US" smtClean="0">
              <a:solidFill>
                <a:srgbClr val="000000"/>
              </a:solidFill>
              <a:latin typeface="Arial" panose="020B0604020202020204" pitchFamily="34" charset="0"/>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1745759" y="654622"/>
            <a:ext cx="11264801" cy="656296"/>
          </a:xfrm>
        </p:spPr>
        <p:txBody>
          <a:bodyPr/>
          <a:lstStyle/>
          <a:p>
            <a:r>
              <a:rPr lang="en-US" dirty="0" smtClean="0">
                <a:ea typeface="宋体" panose="02010600030101010101" pitchFamily="2" charset="-122"/>
              </a:rPr>
              <a:t>Java </a:t>
            </a:r>
            <a:r>
              <a:rPr lang="en-US" dirty="0">
                <a:ea typeface="宋体" panose="02010600030101010101" pitchFamily="2" charset="-122"/>
              </a:rPr>
              <a:t>Web</a:t>
            </a:r>
            <a:r>
              <a:rPr lang="zh-CN" altLang="en-US" dirty="0">
                <a:ea typeface="宋体" panose="02010600030101010101" pitchFamily="2" charset="-122"/>
              </a:rPr>
              <a:t>应用中的文件上传与下载 </a:t>
            </a:r>
            <a:endParaRPr lang="zh-CN" altLang="en-US" dirty="0">
              <a:ea typeface="宋体" panose="02010600030101010101" pitchFamily="2" charset="-122"/>
            </a:endParaRPr>
          </a:p>
        </p:txBody>
      </p:sp>
      <p:sp>
        <p:nvSpPr>
          <p:cNvPr id="12291" name="Rectangle 3"/>
          <p:cNvSpPr>
            <a:spLocks noGrp="1" noChangeArrowheads="1"/>
          </p:cNvSpPr>
          <p:nvPr>
            <p:ph type="body" idx="1"/>
          </p:nvPr>
        </p:nvSpPr>
        <p:spPr>
          <a:xfrm>
            <a:off x="859488" y="1634047"/>
            <a:ext cx="12253763" cy="532403"/>
          </a:xfrm>
        </p:spPr>
        <p:txBody>
          <a:bodyPr/>
          <a:lstStyle/>
          <a:p>
            <a:r>
              <a:rPr lang="zh-CN" altLang="en-US">
                <a:ea typeface="宋体" panose="02010600030101010101" pitchFamily="2" charset="-122"/>
              </a:rPr>
              <a:t>延伸阅读： 如何使用</a:t>
            </a:r>
            <a:r>
              <a:rPr lang="en-US">
                <a:ea typeface="宋体" panose="02010600030101010101" pitchFamily="2" charset="-122"/>
              </a:rPr>
              <a:t>jspSmartUpload</a:t>
            </a:r>
            <a:r>
              <a:rPr lang="zh-CN" altLang="en-US">
                <a:ea typeface="宋体" panose="02010600030101010101" pitchFamily="2" charset="-122"/>
              </a:rPr>
              <a:t>进行上传下载 </a:t>
            </a:r>
            <a:endParaRPr lang="zh-CN" altLang="en-US">
              <a:ea typeface="宋体" panose="02010600030101010101" pitchFamily="2" charset="-122"/>
            </a:endParaRPr>
          </a:p>
        </p:txBody>
      </p:sp>
      <p:sp>
        <p:nvSpPr>
          <p:cNvPr id="12292" name="Text Box 4"/>
          <p:cNvSpPr txBox="1">
            <a:spLocks noChangeArrowheads="1"/>
          </p:cNvSpPr>
          <p:nvPr/>
        </p:nvSpPr>
        <p:spPr bwMode="auto">
          <a:xfrm>
            <a:off x="959946" y="2325498"/>
            <a:ext cx="11443395" cy="41824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14761" tIns="57381" rIns="114761" bIns="57381">
            <a:spAutoFit/>
          </a:bodyPr>
          <a:lstStyle/>
          <a:p>
            <a:pPr>
              <a:lnSpc>
                <a:spcPct val="200000"/>
              </a:lnSpc>
              <a:spcBef>
                <a:spcPct val="50000"/>
              </a:spcBef>
            </a:pPr>
            <a:r>
              <a:rPr lang="zh-CN" altLang="en-US" dirty="0" smtClean="0">
                <a:solidFill>
                  <a:srgbClr val="000000"/>
                </a:solidFill>
                <a:latin typeface="Arial" panose="020B0604020202020204" pitchFamily="34" charset="0"/>
              </a:rPr>
              <a:t>        在</a:t>
            </a:r>
            <a:r>
              <a:rPr lang="en-US" dirty="0" smtClean="0">
                <a:solidFill>
                  <a:srgbClr val="000000"/>
                </a:solidFill>
                <a:latin typeface="Arial" panose="020B0604020202020204" pitchFamily="34" charset="0"/>
              </a:rPr>
              <a:t>Java Web</a:t>
            </a:r>
            <a:r>
              <a:rPr lang="zh-CN" altLang="en-US" dirty="0" smtClean="0">
                <a:solidFill>
                  <a:srgbClr val="000000"/>
                </a:solidFill>
                <a:latin typeface="Arial" panose="020B0604020202020204" pitchFamily="34" charset="0"/>
              </a:rPr>
              <a:t>应用中，经常使用第三方的组件来完成上传及下载功能。这里其中之一</a:t>
            </a:r>
            <a:r>
              <a:rPr lang="en-US" dirty="0" err="1" smtClean="0">
                <a:solidFill>
                  <a:srgbClr val="000000"/>
                </a:solidFill>
                <a:latin typeface="Arial" panose="020B0604020202020204" pitchFamily="34" charset="0"/>
              </a:rPr>
              <a:t>jspsmartupload</a:t>
            </a:r>
            <a:r>
              <a:rPr lang="zh-CN" altLang="en-US" dirty="0" smtClean="0">
                <a:solidFill>
                  <a:srgbClr val="000000"/>
                </a:solidFill>
                <a:latin typeface="Arial" panose="020B0604020202020204" pitchFamily="34" charset="0"/>
              </a:rPr>
              <a:t>组件，</a:t>
            </a:r>
            <a:r>
              <a:rPr lang="zh-CN" altLang="en-US" dirty="0">
                <a:solidFill>
                  <a:srgbClr val="000000"/>
                </a:solidFill>
                <a:latin typeface="Arial" panose="020B0604020202020204" pitchFamily="34" charset="0"/>
              </a:rPr>
              <a:t>是一个免费使用的多功能文件上传下载组件，可以从网上下载直接使用。</a:t>
            </a:r>
            <a:endParaRPr lang="en-US" altLang="zh-CN" dirty="0">
              <a:solidFill>
                <a:srgbClr val="000000"/>
              </a:solidFill>
              <a:latin typeface="Arial" panose="020B0604020202020204" pitchFamily="34" charset="0"/>
            </a:endParaRPr>
          </a:p>
          <a:p>
            <a:pPr>
              <a:lnSpc>
                <a:spcPct val="200000"/>
              </a:lnSpc>
              <a:spcBef>
                <a:spcPct val="50000"/>
              </a:spcBef>
            </a:pPr>
            <a:r>
              <a:rPr lang="en-US" altLang="zh-CN" dirty="0" smtClean="0">
                <a:solidFill>
                  <a:srgbClr val="000000"/>
                </a:solidFill>
                <a:latin typeface="Arial" panose="020B0604020202020204" pitchFamily="34" charset="0"/>
              </a:rPr>
              <a:t>        </a:t>
            </a:r>
            <a:r>
              <a:rPr lang="zh-CN" altLang="zh-CN" dirty="0" smtClean="0">
                <a:solidFill>
                  <a:srgbClr val="000000"/>
                </a:solidFill>
                <a:latin typeface="Arial" panose="020B0604020202020204" pitchFamily="34" charset="0"/>
              </a:rPr>
              <a:t>在</a:t>
            </a:r>
            <a:r>
              <a:rPr lang="en-US" altLang="zh-CN" dirty="0">
                <a:solidFill>
                  <a:srgbClr val="000000"/>
                </a:solidFill>
                <a:latin typeface="Arial" panose="020B0604020202020204" pitchFamily="34" charset="0"/>
              </a:rPr>
              <a:t>Servlet2.5</a:t>
            </a:r>
            <a:r>
              <a:rPr lang="zh-CN" altLang="zh-CN" dirty="0">
                <a:solidFill>
                  <a:srgbClr val="000000"/>
                </a:solidFill>
                <a:latin typeface="Arial" panose="020B0604020202020204" pitchFamily="34" charset="0"/>
              </a:rPr>
              <a:t>中，我们要实现文件上传功能时，一般都需要借助第三方开源组件，例如</a:t>
            </a:r>
            <a:r>
              <a:rPr lang="en-US" altLang="zh-CN" dirty="0">
                <a:solidFill>
                  <a:srgbClr val="000000"/>
                </a:solidFill>
                <a:latin typeface="Arial" panose="020B0604020202020204" pitchFamily="34" charset="0"/>
              </a:rPr>
              <a:t>Apache</a:t>
            </a:r>
            <a:r>
              <a:rPr lang="zh-CN" altLang="zh-CN" dirty="0">
                <a:solidFill>
                  <a:srgbClr val="000000"/>
                </a:solidFill>
                <a:latin typeface="Arial" panose="020B0604020202020204" pitchFamily="34" charset="0"/>
              </a:rPr>
              <a:t>的</a:t>
            </a:r>
            <a:r>
              <a:rPr lang="en-US" altLang="zh-CN" dirty="0">
                <a:solidFill>
                  <a:srgbClr val="000000"/>
                </a:solidFill>
                <a:latin typeface="Arial" panose="020B0604020202020204" pitchFamily="34" charset="0"/>
              </a:rPr>
              <a:t>commons-</a:t>
            </a:r>
            <a:r>
              <a:rPr lang="en-US" altLang="zh-CN" dirty="0" err="1">
                <a:solidFill>
                  <a:srgbClr val="000000"/>
                </a:solidFill>
                <a:latin typeface="Arial" panose="020B0604020202020204" pitchFamily="34" charset="0"/>
              </a:rPr>
              <a:t>fileupload</a:t>
            </a:r>
            <a:r>
              <a:rPr lang="zh-CN" altLang="zh-CN" dirty="0">
                <a:solidFill>
                  <a:srgbClr val="000000"/>
                </a:solidFill>
                <a:latin typeface="Arial" panose="020B0604020202020204" pitchFamily="34" charset="0"/>
              </a:rPr>
              <a:t>组件，</a:t>
            </a:r>
            <a:r>
              <a:rPr lang="en-US" altLang="zh-CN" dirty="0">
                <a:solidFill>
                  <a:srgbClr val="000000"/>
                </a:solidFill>
                <a:latin typeface="Arial" panose="020B0604020202020204" pitchFamily="34" charset="0"/>
              </a:rPr>
              <a:t>common-</a:t>
            </a:r>
            <a:r>
              <a:rPr lang="en-US" altLang="zh-CN" dirty="0" err="1">
                <a:solidFill>
                  <a:srgbClr val="000000"/>
                </a:solidFill>
                <a:latin typeface="Arial" panose="020B0604020202020204" pitchFamily="34" charset="0"/>
              </a:rPr>
              <a:t>fileupload</a:t>
            </a:r>
            <a:r>
              <a:rPr lang="zh-CN" altLang="zh-CN" dirty="0">
                <a:solidFill>
                  <a:srgbClr val="000000"/>
                </a:solidFill>
                <a:latin typeface="Arial" panose="020B0604020202020204" pitchFamily="34" charset="0"/>
              </a:rPr>
              <a:t>上传组件的</a:t>
            </a:r>
            <a:r>
              <a:rPr lang="en-US" altLang="zh-CN" dirty="0">
                <a:solidFill>
                  <a:srgbClr val="000000"/>
                </a:solidFill>
                <a:latin typeface="Arial" panose="020B0604020202020204" pitchFamily="34" charset="0"/>
              </a:rPr>
              <a:t>jar</a:t>
            </a:r>
            <a:r>
              <a:rPr lang="zh-CN" altLang="zh-CN" dirty="0">
                <a:solidFill>
                  <a:srgbClr val="000000"/>
                </a:solidFill>
                <a:latin typeface="Arial" panose="020B0604020202020204" pitchFamily="34" charset="0"/>
              </a:rPr>
              <a:t>包可以在</a:t>
            </a:r>
            <a:r>
              <a:rPr lang="en-US" altLang="zh-CN" dirty="0">
                <a:solidFill>
                  <a:srgbClr val="000000"/>
                </a:solidFill>
                <a:latin typeface="Arial" panose="020B0604020202020204" pitchFamily="34" charset="0"/>
              </a:rPr>
              <a:t>apache</a:t>
            </a:r>
            <a:r>
              <a:rPr lang="zh-CN" altLang="zh-CN" dirty="0">
                <a:solidFill>
                  <a:srgbClr val="000000"/>
                </a:solidFill>
                <a:latin typeface="Arial" panose="020B0604020202020204" pitchFamily="34" charset="0"/>
              </a:rPr>
              <a:t>官网上面下载，也可以在</a:t>
            </a:r>
            <a:r>
              <a:rPr lang="en-US" altLang="zh-CN" dirty="0">
                <a:solidFill>
                  <a:srgbClr val="000000"/>
                </a:solidFill>
                <a:latin typeface="Arial" panose="020B0604020202020204" pitchFamily="34" charset="0"/>
              </a:rPr>
              <a:t>struts</a:t>
            </a:r>
            <a:r>
              <a:rPr lang="zh-CN" altLang="zh-CN" dirty="0">
                <a:solidFill>
                  <a:srgbClr val="000000"/>
                </a:solidFill>
                <a:latin typeface="Arial" panose="020B0604020202020204" pitchFamily="34" charset="0"/>
              </a:rPr>
              <a:t>的</a:t>
            </a:r>
            <a:r>
              <a:rPr lang="en-US" altLang="zh-CN" dirty="0">
                <a:solidFill>
                  <a:srgbClr val="000000"/>
                </a:solidFill>
                <a:latin typeface="Arial" panose="020B0604020202020204" pitchFamily="34" charset="0"/>
              </a:rPr>
              <a:t>lib</a:t>
            </a:r>
            <a:r>
              <a:rPr lang="zh-CN" altLang="zh-CN" dirty="0">
                <a:solidFill>
                  <a:srgbClr val="000000"/>
                </a:solidFill>
                <a:latin typeface="Arial" panose="020B0604020202020204" pitchFamily="34" charset="0"/>
              </a:rPr>
              <a:t>文件夹下面找到，</a:t>
            </a:r>
            <a:r>
              <a:rPr lang="en-US" altLang="zh-CN" dirty="0">
                <a:solidFill>
                  <a:srgbClr val="000000"/>
                </a:solidFill>
                <a:latin typeface="Arial" panose="020B0604020202020204" pitchFamily="34" charset="0"/>
              </a:rPr>
              <a:t>struts</a:t>
            </a:r>
            <a:r>
              <a:rPr lang="zh-CN" altLang="zh-CN" dirty="0">
                <a:solidFill>
                  <a:srgbClr val="000000"/>
                </a:solidFill>
                <a:latin typeface="Arial" panose="020B0604020202020204" pitchFamily="34" charset="0"/>
              </a:rPr>
              <a:t>上传的功能是基于这个实现的。</a:t>
            </a:r>
            <a:r>
              <a:rPr lang="en-US" altLang="zh-CN" dirty="0">
                <a:solidFill>
                  <a:srgbClr val="000000"/>
                </a:solidFill>
                <a:latin typeface="Arial" panose="020B0604020202020204" pitchFamily="34" charset="0"/>
              </a:rPr>
              <a:t>common-</a:t>
            </a:r>
            <a:r>
              <a:rPr lang="en-US" altLang="zh-CN" dirty="0" err="1">
                <a:solidFill>
                  <a:srgbClr val="000000"/>
                </a:solidFill>
                <a:latin typeface="Arial" panose="020B0604020202020204" pitchFamily="34" charset="0"/>
              </a:rPr>
              <a:t>fileupload</a:t>
            </a:r>
            <a:r>
              <a:rPr lang="zh-CN" altLang="zh-CN" dirty="0">
                <a:solidFill>
                  <a:srgbClr val="000000"/>
                </a:solidFill>
                <a:latin typeface="Arial" panose="020B0604020202020204" pitchFamily="34" charset="0"/>
              </a:rPr>
              <a:t>是依赖于</a:t>
            </a:r>
            <a:r>
              <a:rPr lang="en-US" altLang="zh-CN" dirty="0">
                <a:solidFill>
                  <a:srgbClr val="000000"/>
                </a:solidFill>
                <a:latin typeface="Arial" panose="020B0604020202020204" pitchFamily="34" charset="0"/>
              </a:rPr>
              <a:t>common-</a:t>
            </a:r>
            <a:r>
              <a:rPr lang="en-US" altLang="zh-CN" dirty="0" err="1">
                <a:solidFill>
                  <a:srgbClr val="000000"/>
                </a:solidFill>
                <a:latin typeface="Arial" panose="020B0604020202020204" pitchFamily="34" charset="0"/>
              </a:rPr>
              <a:t>io</a:t>
            </a:r>
            <a:r>
              <a:rPr lang="zh-CN" altLang="zh-CN" dirty="0">
                <a:solidFill>
                  <a:srgbClr val="000000"/>
                </a:solidFill>
                <a:latin typeface="Arial" panose="020B0604020202020204" pitchFamily="34" charset="0"/>
              </a:rPr>
              <a:t>包的，需要下载这个包。 </a:t>
            </a:r>
            <a:endParaRPr lang="zh-CN" altLang="zh-CN" dirty="0">
              <a:solidFill>
                <a:srgbClr val="000000"/>
              </a:solidFill>
              <a:latin typeface="Arial" panose="020B0604020202020204" pitchFamily="34" charset="0"/>
            </a:endParaRPr>
          </a:p>
          <a:p>
            <a:pPr>
              <a:lnSpc>
                <a:spcPct val="200000"/>
              </a:lnSpc>
              <a:spcBef>
                <a:spcPct val="50000"/>
              </a:spcBef>
            </a:pPr>
            <a:r>
              <a:rPr lang="en-US" altLang="zh-CN" dirty="0" smtClean="0">
                <a:solidFill>
                  <a:srgbClr val="000000"/>
                </a:solidFill>
                <a:latin typeface="Arial" panose="020B0604020202020204" pitchFamily="34" charset="0"/>
              </a:rPr>
              <a:t>        Servlet3.0</a:t>
            </a:r>
            <a:r>
              <a:rPr lang="zh-CN" altLang="zh-CN" dirty="0">
                <a:solidFill>
                  <a:srgbClr val="000000"/>
                </a:solidFill>
                <a:latin typeface="Arial" panose="020B0604020202020204" pitchFamily="34" charset="0"/>
              </a:rPr>
              <a:t>中提供了对文件上传的原生支持，我们不需要借助任何第三方上传组件，直接使用</a:t>
            </a:r>
            <a:r>
              <a:rPr lang="en-US" altLang="zh-CN" dirty="0">
                <a:solidFill>
                  <a:srgbClr val="000000"/>
                </a:solidFill>
                <a:latin typeface="Arial" panose="020B0604020202020204" pitchFamily="34" charset="0"/>
              </a:rPr>
              <a:t>Servlet3.0</a:t>
            </a:r>
            <a:r>
              <a:rPr lang="zh-CN" altLang="zh-CN" dirty="0">
                <a:solidFill>
                  <a:srgbClr val="000000"/>
                </a:solidFill>
                <a:latin typeface="Arial" panose="020B0604020202020204" pitchFamily="34" charset="0"/>
              </a:rPr>
              <a:t>提供的</a:t>
            </a:r>
            <a:r>
              <a:rPr lang="en-US" altLang="zh-CN" dirty="0">
                <a:solidFill>
                  <a:srgbClr val="000000"/>
                </a:solidFill>
                <a:latin typeface="Arial" panose="020B0604020202020204" pitchFamily="34" charset="0"/>
              </a:rPr>
              <a:t>API</a:t>
            </a:r>
            <a:r>
              <a:rPr lang="zh-CN" altLang="zh-CN" dirty="0">
                <a:solidFill>
                  <a:srgbClr val="000000"/>
                </a:solidFill>
                <a:latin typeface="Arial" panose="020B0604020202020204" pitchFamily="34" charset="0"/>
              </a:rPr>
              <a:t>就能够实现文件上传功能。</a:t>
            </a:r>
            <a:r>
              <a:rPr lang="zh-CN" altLang="en-US" dirty="0">
                <a:solidFill>
                  <a:srgbClr val="000000"/>
                </a:solidFill>
                <a:latin typeface="Arial" panose="020B0604020202020204" pitchFamily="34" charset="0"/>
              </a:rPr>
              <a:t> </a:t>
            </a:r>
            <a:endParaRPr lang="zh-CN" altLang="en-US" dirty="0">
              <a:solidFill>
                <a:srgbClr val="000000"/>
              </a:solidFill>
              <a:latin typeface="Arial" panose="020B0604020202020204" pitchFamily="34" charset="0"/>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lstStyle/>
          <a:p>
            <a:r>
              <a:rPr lang="zh-CN" altLang="en-US">
                <a:ea typeface="宋体" panose="02010600030101010101" pitchFamily="2" charset="-122"/>
              </a:rPr>
              <a:t>实战演练 </a:t>
            </a:r>
            <a:endParaRPr lang="zh-CN" altLang="en-US">
              <a:ea typeface="宋体" panose="02010600030101010101" pitchFamily="2" charset="-122"/>
            </a:endParaRPr>
          </a:p>
        </p:txBody>
      </p:sp>
      <p:sp>
        <p:nvSpPr>
          <p:cNvPr id="22531" name="Text Box 3"/>
          <p:cNvSpPr txBox="1">
            <a:spLocks noChangeArrowheads="1"/>
          </p:cNvSpPr>
          <p:nvPr/>
        </p:nvSpPr>
        <p:spPr bwMode="auto">
          <a:xfrm>
            <a:off x="252266" y="2104037"/>
            <a:ext cx="12354223" cy="33844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14789" tIns="57394" rIns="114789" bIns="57394">
            <a:spAutoFit/>
          </a:bodyPr>
          <a:lstStyle/>
          <a:p>
            <a:pPr>
              <a:lnSpc>
                <a:spcPct val="160000"/>
              </a:lnSpc>
              <a:buFont typeface="Arial" panose="020B0604020202020204" pitchFamily="34" charset="0"/>
              <a:buNone/>
            </a:pPr>
            <a:r>
              <a:rPr lang="en-US" dirty="0" smtClean="0">
                <a:solidFill>
                  <a:srgbClr val="000000"/>
                </a:solidFill>
                <a:latin typeface="Arial" panose="020B0604020202020204" pitchFamily="34" charset="0"/>
              </a:rPr>
              <a:t>[</a:t>
            </a:r>
            <a:r>
              <a:rPr lang="zh-CN" altLang="en-US" dirty="0" smtClean="0">
                <a:solidFill>
                  <a:srgbClr val="000000"/>
                </a:solidFill>
                <a:latin typeface="Arial" panose="020B0604020202020204" pitchFamily="34" charset="0"/>
              </a:rPr>
              <a:t>实战 </a:t>
            </a:r>
            <a:r>
              <a:rPr lang="en-US" dirty="0" smtClean="0">
                <a:solidFill>
                  <a:srgbClr val="000000"/>
                </a:solidFill>
                <a:latin typeface="Arial" panose="020B0604020202020204" pitchFamily="34" charset="0"/>
              </a:rPr>
              <a:t>9-1]</a:t>
            </a:r>
            <a:r>
              <a:rPr lang="zh-CN" altLang="en-US" dirty="0" smtClean="0">
                <a:solidFill>
                  <a:srgbClr val="000000"/>
                </a:solidFill>
                <a:latin typeface="Arial" panose="020B0604020202020204" pitchFamily="34" charset="0"/>
              </a:rPr>
              <a:t>尝试使用</a:t>
            </a:r>
            <a:r>
              <a:rPr lang="en-US" dirty="0" smtClean="0">
                <a:solidFill>
                  <a:srgbClr val="000000"/>
                </a:solidFill>
                <a:latin typeface="Arial" panose="020B0604020202020204" pitchFamily="34" charset="0"/>
              </a:rPr>
              <a:t>JavaBean</a:t>
            </a:r>
            <a:r>
              <a:rPr lang="zh-CN" altLang="en-US" dirty="0" smtClean="0">
                <a:solidFill>
                  <a:srgbClr val="000000"/>
                </a:solidFill>
                <a:latin typeface="Arial" panose="020B0604020202020204" pitchFamily="34" charset="0"/>
              </a:rPr>
              <a:t>组件修改“例程</a:t>
            </a:r>
            <a:r>
              <a:rPr lang="en-US" dirty="0" smtClean="0">
                <a:solidFill>
                  <a:srgbClr val="000000"/>
                </a:solidFill>
                <a:latin typeface="Arial" panose="020B0604020202020204" pitchFamily="34" charset="0"/>
              </a:rPr>
              <a:t>9-6 </a:t>
            </a:r>
            <a:r>
              <a:rPr lang="en-US" dirty="0" err="1" smtClean="0">
                <a:solidFill>
                  <a:srgbClr val="000000"/>
                </a:solidFill>
                <a:latin typeface="Arial" panose="020B0604020202020204" pitchFamily="34" charset="0"/>
              </a:rPr>
              <a:t>uploadCheckDemo.jsp</a:t>
            </a:r>
            <a:r>
              <a:rPr lang="en-US" dirty="0" smtClean="0">
                <a:solidFill>
                  <a:srgbClr val="000000"/>
                </a:solidFill>
                <a:latin typeface="Arial" panose="020B0604020202020204" pitchFamily="34" charset="0"/>
              </a:rPr>
              <a:t>”</a:t>
            </a:r>
            <a:r>
              <a:rPr lang="zh-CN" altLang="en-US" dirty="0" smtClean="0">
                <a:solidFill>
                  <a:srgbClr val="000000"/>
                </a:solidFill>
                <a:latin typeface="Arial" panose="020B0604020202020204" pitchFamily="34" charset="0"/>
              </a:rPr>
              <a:t>、“例程</a:t>
            </a:r>
            <a:r>
              <a:rPr lang="en-US" dirty="0" smtClean="0">
                <a:solidFill>
                  <a:srgbClr val="000000"/>
                </a:solidFill>
                <a:latin typeface="Arial" panose="020B0604020202020204" pitchFamily="34" charset="0"/>
              </a:rPr>
              <a:t>9-8   </a:t>
            </a:r>
            <a:r>
              <a:rPr lang="en-US" dirty="0" err="1" smtClean="0">
                <a:solidFill>
                  <a:srgbClr val="000000"/>
                </a:solidFill>
                <a:latin typeface="Arial" panose="020B0604020202020204" pitchFamily="34" charset="0"/>
              </a:rPr>
              <a:t>downloadCheckDemo.jsp</a:t>
            </a:r>
            <a:r>
              <a:rPr lang="en-US" dirty="0" smtClean="0">
                <a:solidFill>
                  <a:srgbClr val="000000"/>
                </a:solidFill>
                <a:latin typeface="Arial" panose="020B0604020202020204" pitchFamily="34" charset="0"/>
              </a:rPr>
              <a:t>”</a:t>
            </a:r>
            <a:r>
              <a:rPr lang="zh-CN" altLang="en-US" dirty="0" smtClean="0">
                <a:solidFill>
                  <a:srgbClr val="000000"/>
                </a:solidFill>
                <a:latin typeface="Arial" panose="020B0604020202020204" pitchFamily="34" charset="0"/>
              </a:rPr>
              <a:t>、“例程</a:t>
            </a:r>
            <a:r>
              <a:rPr lang="en-US" dirty="0" smtClean="0">
                <a:solidFill>
                  <a:srgbClr val="000000"/>
                </a:solidFill>
                <a:latin typeface="Arial" panose="020B0604020202020204" pitchFamily="34" charset="0"/>
              </a:rPr>
              <a:t>9-10 </a:t>
            </a:r>
            <a:r>
              <a:rPr lang="en-US" dirty="0" err="1" smtClean="0">
                <a:solidFill>
                  <a:srgbClr val="000000"/>
                </a:solidFill>
                <a:latin typeface="Arial" panose="020B0604020202020204" pitchFamily="34" charset="0"/>
              </a:rPr>
              <a:t>upload.jsp</a:t>
            </a:r>
            <a:r>
              <a:rPr lang="en-US" dirty="0" smtClean="0">
                <a:solidFill>
                  <a:srgbClr val="000000"/>
                </a:solidFill>
                <a:latin typeface="Arial" panose="020B0604020202020204" pitchFamily="34" charset="0"/>
              </a:rPr>
              <a:t>”</a:t>
            </a:r>
            <a:r>
              <a:rPr lang="zh-CN" altLang="en-US" dirty="0" smtClean="0">
                <a:solidFill>
                  <a:srgbClr val="000000"/>
                </a:solidFill>
                <a:latin typeface="Arial" panose="020B0604020202020204" pitchFamily="34" charset="0"/>
              </a:rPr>
              <a:t>、“例程</a:t>
            </a:r>
            <a:r>
              <a:rPr lang="en-US" dirty="0" smtClean="0">
                <a:solidFill>
                  <a:srgbClr val="000000"/>
                </a:solidFill>
                <a:latin typeface="Arial" panose="020B0604020202020204" pitchFamily="34" charset="0"/>
              </a:rPr>
              <a:t>9-12 </a:t>
            </a:r>
            <a:r>
              <a:rPr lang="en-US" dirty="0" err="1" smtClean="0">
                <a:solidFill>
                  <a:srgbClr val="000000"/>
                </a:solidFill>
                <a:latin typeface="Arial" panose="020B0604020202020204" pitchFamily="34" charset="0"/>
              </a:rPr>
              <a:t>download.jsp</a:t>
            </a:r>
            <a:r>
              <a:rPr lang="en-US" dirty="0" smtClean="0">
                <a:solidFill>
                  <a:srgbClr val="000000"/>
                </a:solidFill>
                <a:latin typeface="Arial" panose="020B0604020202020204" pitchFamily="34" charset="0"/>
              </a:rPr>
              <a:t>”</a:t>
            </a:r>
            <a:r>
              <a:rPr lang="zh-CN" altLang="en-US" dirty="0" smtClean="0">
                <a:solidFill>
                  <a:srgbClr val="000000"/>
                </a:solidFill>
                <a:latin typeface="Arial" panose="020B0604020202020204" pitchFamily="34" charset="0"/>
              </a:rPr>
              <a:t>、“例程</a:t>
            </a:r>
            <a:r>
              <a:rPr lang="en-US" dirty="0" smtClean="0">
                <a:solidFill>
                  <a:srgbClr val="000000"/>
                </a:solidFill>
                <a:latin typeface="Arial" panose="020B0604020202020204" pitchFamily="34" charset="0"/>
              </a:rPr>
              <a:t>9-14   </a:t>
            </a:r>
            <a:r>
              <a:rPr lang="en-US" dirty="0" err="1" smtClean="0">
                <a:solidFill>
                  <a:srgbClr val="000000"/>
                </a:solidFill>
                <a:latin typeface="Arial" panose="020B0604020202020204" pitchFamily="34" charset="0"/>
              </a:rPr>
              <a:t>test.jsp</a:t>
            </a:r>
            <a:r>
              <a:rPr lang="en-US" dirty="0" smtClean="0">
                <a:solidFill>
                  <a:srgbClr val="000000"/>
                </a:solidFill>
                <a:latin typeface="Arial" panose="020B0604020202020204" pitchFamily="34" charset="0"/>
              </a:rPr>
              <a:t>”</a:t>
            </a:r>
            <a:r>
              <a:rPr lang="zh-CN" altLang="en-US" dirty="0" smtClean="0">
                <a:solidFill>
                  <a:srgbClr val="000000"/>
                </a:solidFill>
                <a:latin typeface="Arial" panose="020B0604020202020204" pitchFamily="34" charset="0"/>
              </a:rPr>
              <a:t>，使其成为一个完整独立的功能模块，以便其他系统使用。</a:t>
            </a:r>
            <a:endParaRPr lang="en-US" altLang="zh-CN" dirty="0" smtClean="0">
              <a:solidFill>
                <a:srgbClr val="000000"/>
              </a:solidFill>
              <a:latin typeface="Arial" panose="020B0604020202020204" pitchFamily="34" charset="0"/>
            </a:endParaRPr>
          </a:p>
          <a:p>
            <a:pPr>
              <a:lnSpc>
                <a:spcPct val="160000"/>
              </a:lnSpc>
              <a:buFont typeface="Arial" panose="020B0604020202020204" pitchFamily="34" charset="0"/>
              <a:buNone/>
            </a:pPr>
            <a:endParaRPr lang="zh-CN" altLang="en-US" dirty="0" smtClean="0">
              <a:solidFill>
                <a:srgbClr val="000000"/>
              </a:solidFill>
              <a:latin typeface="Arial" panose="020B0604020202020204" pitchFamily="34" charset="0"/>
            </a:endParaRPr>
          </a:p>
          <a:p>
            <a:pPr>
              <a:lnSpc>
                <a:spcPct val="180000"/>
              </a:lnSpc>
            </a:pPr>
            <a:r>
              <a:rPr lang="en-US" dirty="0" smtClean="0">
                <a:solidFill>
                  <a:srgbClr val="000000"/>
                </a:solidFill>
                <a:latin typeface="Arial" panose="020B0604020202020204" pitchFamily="34" charset="0"/>
              </a:rPr>
              <a:t>[</a:t>
            </a:r>
            <a:r>
              <a:rPr lang="zh-CN" altLang="en-US" dirty="0" smtClean="0">
                <a:solidFill>
                  <a:srgbClr val="000000"/>
                </a:solidFill>
                <a:latin typeface="Arial" panose="020B0604020202020204" pitchFamily="34" charset="0"/>
              </a:rPr>
              <a:t>实战 </a:t>
            </a:r>
            <a:r>
              <a:rPr lang="en-US" dirty="0" smtClean="0">
                <a:solidFill>
                  <a:srgbClr val="000000"/>
                </a:solidFill>
                <a:latin typeface="Arial" panose="020B0604020202020204" pitchFamily="34" charset="0"/>
              </a:rPr>
              <a:t>9-2]</a:t>
            </a:r>
            <a:r>
              <a:rPr lang="zh-CN" altLang="en-US" dirty="0"/>
              <a:t>尝试使用</a:t>
            </a:r>
            <a:r>
              <a:rPr lang="en-US" altLang="zh-CN" dirty="0"/>
              <a:t>JavaBean</a:t>
            </a:r>
            <a:r>
              <a:rPr lang="zh-CN" altLang="en-US" dirty="0"/>
              <a:t>制作一个日志记录组件，记录</a:t>
            </a:r>
            <a:r>
              <a:rPr lang="en-US" altLang="zh-CN" dirty="0"/>
              <a:t>Java Web</a:t>
            </a:r>
            <a:r>
              <a:rPr lang="zh-CN" altLang="en-US" dirty="0"/>
              <a:t>应用系统的方法执行情况及异常处理出错情况。例如“</a:t>
            </a:r>
            <a:r>
              <a:rPr lang="en-US" altLang="zh-CN" dirty="0"/>
              <a:t>2010</a:t>
            </a:r>
            <a:r>
              <a:rPr lang="zh-CN" altLang="en-US" dirty="0"/>
              <a:t>年</a:t>
            </a:r>
            <a:r>
              <a:rPr lang="en-US" altLang="zh-CN" dirty="0"/>
              <a:t>9</a:t>
            </a:r>
            <a:r>
              <a:rPr lang="zh-CN" altLang="en-US" dirty="0"/>
              <a:t>月</a:t>
            </a:r>
            <a:r>
              <a:rPr lang="en-US" altLang="zh-CN" dirty="0"/>
              <a:t>12</a:t>
            </a:r>
            <a:r>
              <a:rPr lang="zh-CN" altLang="en-US" dirty="0"/>
              <a:t>日</a:t>
            </a:r>
            <a:r>
              <a:rPr lang="en-US" altLang="zh-CN" dirty="0"/>
              <a:t>8</a:t>
            </a:r>
            <a:r>
              <a:rPr lang="zh-CN" altLang="en-US" dirty="0"/>
              <a:t>点</a:t>
            </a:r>
            <a:r>
              <a:rPr lang="en-US" altLang="zh-CN" dirty="0"/>
              <a:t>38</a:t>
            </a:r>
            <a:r>
              <a:rPr lang="zh-CN" altLang="en-US" dirty="0"/>
              <a:t>分</a:t>
            </a:r>
            <a:r>
              <a:rPr lang="en-US" altLang="zh-CN" dirty="0"/>
              <a:t>21</a:t>
            </a:r>
            <a:r>
              <a:rPr lang="zh-CN" altLang="en-US" dirty="0"/>
              <a:t>秒，</a:t>
            </a:r>
            <a:r>
              <a:rPr lang="en-US" altLang="zh-CN" dirty="0" err="1"/>
              <a:t>LoginServlet</a:t>
            </a:r>
            <a:r>
              <a:rPr lang="zh-CN" altLang="en-US" dirty="0"/>
              <a:t>类，</a:t>
            </a:r>
            <a:r>
              <a:rPr lang="en-US" altLang="zh-CN" dirty="0" err="1"/>
              <a:t>doGet</a:t>
            </a:r>
            <a:r>
              <a:rPr lang="zh-CN" altLang="en-US" dirty="0"/>
              <a:t>方法被调用；</a:t>
            </a:r>
            <a:r>
              <a:rPr lang="en-US" altLang="zh-CN" dirty="0" smtClean="0"/>
              <a:t>2021</a:t>
            </a:r>
            <a:r>
              <a:rPr lang="zh-CN" altLang="en-US" dirty="0" smtClean="0"/>
              <a:t>年</a:t>
            </a:r>
            <a:r>
              <a:rPr lang="en-US" altLang="zh-CN" dirty="0"/>
              <a:t>9</a:t>
            </a:r>
            <a:r>
              <a:rPr lang="zh-CN" altLang="en-US" dirty="0"/>
              <a:t>月</a:t>
            </a:r>
            <a:r>
              <a:rPr lang="en-US" altLang="zh-CN" dirty="0"/>
              <a:t>13</a:t>
            </a:r>
            <a:r>
              <a:rPr lang="zh-CN" altLang="en-US" dirty="0"/>
              <a:t>日</a:t>
            </a:r>
            <a:r>
              <a:rPr lang="en-US" altLang="zh-CN" dirty="0"/>
              <a:t>7</a:t>
            </a:r>
            <a:r>
              <a:rPr lang="zh-CN" altLang="en-US" dirty="0"/>
              <a:t>点</a:t>
            </a:r>
            <a:r>
              <a:rPr lang="en-US" altLang="zh-CN" dirty="0"/>
              <a:t>21</a:t>
            </a:r>
            <a:r>
              <a:rPr lang="zh-CN" altLang="en-US" dirty="0"/>
              <a:t>分</a:t>
            </a:r>
            <a:r>
              <a:rPr lang="en-US" altLang="zh-CN" dirty="0"/>
              <a:t>30</a:t>
            </a:r>
            <a:r>
              <a:rPr lang="zh-CN" altLang="en-US" dirty="0"/>
              <a:t>秒，</a:t>
            </a:r>
            <a:r>
              <a:rPr lang="en-US" altLang="zh-CN" dirty="0" err="1"/>
              <a:t>LoginServlet</a:t>
            </a:r>
            <a:r>
              <a:rPr lang="zh-CN" altLang="en-US" dirty="0"/>
              <a:t>类，</a:t>
            </a:r>
            <a:r>
              <a:rPr lang="en-US" altLang="zh-CN" dirty="0" err="1"/>
              <a:t>doGet</a:t>
            </a:r>
            <a:r>
              <a:rPr lang="zh-CN" altLang="en-US" dirty="0"/>
              <a:t>方法产生异常被捕获。</a:t>
            </a:r>
            <a:endParaRPr lang="zh-CN" altLang="en-US"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 name="直角三角形 10"/>
          <p:cNvSpPr/>
          <p:nvPr/>
        </p:nvSpPr>
        <p:spPr>
          <a:xfrm rot="8100000">
            <a:off x="1283635" y="4133852"/>
            <a:ext cx="6197937" cy="6197597"/>
          </a:xfrm>
          <a:prstGeom prst="rtTriangle">
            <a:avLst/>
          </a:prstGeom>
          <a:blipFill dpi="0" rotWithShape="0">
            <a:blip r:embed="rId1" cstate="screen"/>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lIns="128583" tIns="64291" rIns="128583" bIns="64291" rtlCol="0" anchor="ctr"/>
          <a:lstStyle/>
          <a:p>
            <a:pPr algn="ctr"/>
            <a:endParaRPr lang="zh-CN" altLang="en-US" sz="1400">
              <a:solidFill>
                <a:prstClr val="white"/>
              </a:solidFill>
              <a:cs typeface="+mn-ea"/>
              <a:sym typeface="+mn-lt"/>
            </a:endParaRPr>
          </a:p>
        </p:txBody>
      </p:sp>
      <p:sp>
        <p:nvSpPr>
          <p:cNvPr id="7" name="直角三角形 6"/>
          <p:cNvSpPr/>
          <p:nvPr/>
        </p:nvSpPr>
        <p:spPr>
          <a:xfrm rot="13500000" flipV="1">
            <a:off x="2701051" y="-3658558"/>
            <a:ext cx="7316717" cy="7317118"/>
          </a:xfrm>
          <a:prstGeom prst="rtTriangle">
            <a:avLst/>
          </a:prstGeom>
          <a:solidFill>
            <a:srgbClr val="D0CECE"/>
          </a:solidFill>
          <a:ln>
            <a:noFill/>
          </a:ln>
        </p:spPr>
        <p:style>
          <a:lnRef idx="2">
            <a:schemeClr val="accent1">
              <a:shade val="50000"/>
            </a:schemeClr>
          </a:lnRef>
          <a:fillRef idx="1">
            <a:schemeClr val="accent1"/>
          </a:fillRef>
          <a:effectRef idx="0">
            <a:schemeClr val="accent1"/>
          </a:effectRef>
          <a:fontRef idx="minor">
            <a:schemeClr val="lt1"/>
          </a:fontRef>
        </p:style>
        <p:txBody>
          <a:bodyPr lIns="128583" tIns="64291" rIns="128583" bIns="64291" rtlCol="0" anchor="ctr"/>
          <a:lstStyle/>
          <a:p>
            <a:pPr algn="ctr"/>
            <a:endParaRPr lang="zh-CN" altLang="en-US" sz="1400">
              <a:solidFill>
                <a:prstClr val="white"/>
              </a:solidFill>
              <a:cs typeface="+mn-ea"/>
              <a:sym typeface="+mn-lt"/>
            </a:endParaRPr>
          </a:p>
        </p:txBody>
      </p:sp>
      <p:sp>
        <p:nvSpPr>
          <p:cNvPr id="3" name="直角三角形 2"/>
          <p:cNvSpPr/>
          <p:nvPr/>
        </p:nvSpPr>
        <p:spPr>
          <a:xfrm rot="8100000">
            <a:off x="6909309" y="4826403"/>
            <a:ext cx="4812758" cy="4812494"/>
          </a:xfrm>
          <a:prstGeom prst="rtTriangle">
            <a:avLst/>
          </a:prstGeom>
          <a:solidFill>
            <a:srgbClr val="43536A"/>
          </a:solidFill>
          <a:ln>
            <a:noFill/>
          </a:ln>
        </p:spPr>
        <p:style>
          <a:lnRef idx="2">
            <a:schemeClr val="accent1">
              <a:shade val="50000"/>
            </a:schemeClr>
          </a:lnRef>
          <a:fillRef idx="1">
            <a:schemeClr val="accent1"/>
          </a:fillRef>
          <a:effectRef idx="0">
            <a:schemeClr val="accent1"/>
          </a:effectRef>
          <a:fontRef idx="minor">
            <a:schemeClr val="lt1"/>
          </a:fontRef>
        </p:style>
        <p:txBody>
          <a:bodyPr lIns="128583" tIns="64291" rIns="128583" bIns="64291" rtlCol="0" anchor="ctr"/>
          <a:lstStyle/>
          <a:p>
            <a:pPr algn="ctr"/>
            <a:endParaRPr lang="zh-CN" altLang="en-US" sz="1400">
              <a:solidFill>
                <a:prstClr val="white"/>
              </a:solidFill>
              <a:cs typeface="+mn-ea"/>
              <a:sym typeface="+mn-lt"/>
            </a:endParaRPr>
          </a:p>
        </p:txBody>
      </p:sp>
      <p:sp>
        <p:nvSpPr>
          <p:cNvPr id="9" name="TextBox 76"/>
          <p:cNvSpPr txBox="1"/>
          <p:nvPr/>
        </p:nvSpPr>
        <p:spPr>
          <a:xfrm>
            <a:off x="2191855" y="1672109"/>
            <a:ext cx="8457178" cy="683835"/>
          </a:xfrm>
          <a:prstGeom prst="rect">
            <a:avLst/>
          </a:prstGeom>
          <a:noFill/>
        </p:spPr>
        <p:txBody>
          <a:bodyPr wrap="none" lIns="128583" tIns="64291" rIns="128583" bIns="64291" rtlCol="0">
            <a:spAutoFit/>
          </a:bodyPr>
          <a:lstStyle/>
          <a:p>
            <a:pPr algn="ctr"/>
            <a:r>
              <a:rPr kumimoji="1" lang="en-US" altLang="zh-CN" sz="3600" b="1" dirty="0">
                <a:solidFill>
                  <a:srgbClr val="43536A"/>
                </a:solidFill>
                <a:cs typeface="+mn-ea"/>
              </a:rPr>
              <a:t>9.3  Java Web</a:t>
            </a:r>
            <a:r>
              <a:rPr kumimoji="1" lang="zh-CN" altLang="zh-CN" sz="3600" b="1" dirty="0">
                <a:solidFill>
                  <a:srgbClr val="43536A"/>
                </a:solidFill>
                <a:cs typeface="+mn-ea"/>
              </a:rPr>
              <a:t>应用中的</a:t>
            </a:r>
            <a:r>
              <a:rPr kumimoji="1" lang="en-US" altLang="zh-CN" sz="3600" b="1" dirty="0">
                <a:solidFill>
                  <a:srgbClr val="43536A"/>
                </a:solidFill>
                <a:cs typeface="+mn-ea"/>
              </a:rPr>
              <a:t>Excel</a:t>
            </a:r>
            <a:r>
              <a:rPr kumimoji="1" lang="zh-CN" altLang="zh-CN" sz="3600" b="1" dirty="0">
                <a:solidFill>
                  <a:srgbClr val="43536A"/>
                </a:solidFill>
                <a:cs typeface="+mn-ea"/>
              </a:rPr>
              <a:t>文件读取</a:t>
            </a:r>
            <a:r>
              <a:rPr kumimoji="1" lang="zh-CN" altLang="zh-CN" sz="3600" b="1" dirty="0" smtClean="0">
                <a:solidFill>
                  <a:srgbClr val="43536A"/>
                </a:solidFill>
                <a:cs typeface="+mn-ea"/>
              </a:rPr>
              <a:t>操作</a:t>
            </a:r>
            <a:endParaRPr kumimoji="1" lang="zh-CN" altLang="en-US" sz="3600" b="1" dirty="0">
              <a:solidFill>
                <a:srgbClr val="43536A"/>
              </a:solidFill>
              <a:cs typeface="+mn-ea"/>
              <a:sym typeface="+mn-lt"/>
            </a:endParaRPr>
          </a:p>
        </p:txBody>
      </p:sp>
      <p:sp>
        <p:nvSpPr>
          <p:cNvPr id="10" name="直角三角形 9"/>
          <p:cNvSpPr/>
          <p:nvPr/>
        </p:nvSpPr>
        <p:spPr>
          <a:xfrm rot="13500000" flipV="1">
            <a:off x="1037730" y="-1245854"/>
            <a:ext cx="2491570" cy="2491706"/>
          </a:xfrm>
          <a:prstGeom prst="rtTriangle">
            <a:avLst/>
          </a:prstGeom>
          <a:solidFill>
            <a:srgbClr val="43536A"/>
          </a:solidFill>
          <a:ln>
            <a:noFill/>
          </a:ln>
        </p:spPr>
        <p:style>
          <a:lnRef idx="2">
            <a:schemeClr val="accent1">
              <a:shade val="50000"/>
            </a:schemeClr>
          </a:lnRef>
          <a:fillRef idx="1">
            <a:schemeClr val="accent1"/>
          </a:fillRef>
          <a:effectRef idx="0">
            <a:schemeClr val="accent1"/>
          </a:effectRef>
          <a:fontRef idx="minor">
            <a:schemeClr val="lt1"/>
          </a:fontRef>
        </p:style>
        <p:txBody>
          <a:bodyPr lIns="128583" tIns="64291" rIns="128583" bIns="64291" rtlCol="0" anchor="ctr"/>
          <a:lstStyle/>
          <a:p>
            <a:pPr algn="ctr"/>
            <a:endParaRPr lang="zh-CN" altLang="en-US" sz="1400">
              <a:solidFill>
                <a:prstClr val="white"/>
              </a:solidFill>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2000" advClick="0" advTm="0"/>
    </mc:Choice>
    <mc:Fallback>
      <p:transition spd="slow" advClick="0"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1000" fill="hold"/>
                                        <p:tgtEl>
                                          <p:spTgt spid="10"/>
                                        </p:tgtEl>
                                        <p:attrNameLst>
                                          <p:attrName>ppt_x</p:attrName>
                                        </p:attrNameLst>
                                      </p:cBhvr>
                                      <p:tavLst>
                                        <p:tav tm="0">
                                          <p:val>
                                            <p:strVal val="#ppt_x"/>
                                          </p:val>
                                        </p:tav>
                                        <p:tav tm="100000">
                                          <p:val>
                                            <p:strVal val="#ppt_x"/>
                                          </p:val>
                                        </p:tav>
                                      </p:tavLst>
                                    </p:anim>
                                    <p:anim calcmode="lin" valueType="num">
                                      <p:cBhvr additive="base">
                                        <p:cTn id="8" dur="1000" fill="hold"/>
                                        <p:tgtEl>
                                          <p:spTgt spid="10"/>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 calcmode="lin" valueType="num">
                                      <p:cBhvr additive="base">
                                        <p:cTn id="13" dur="1000" fill="hold"/>
                                        <p:tgtEl>
                                          <p:spTgt spid="11"/>
                                        </p:tgtEl>
                                        <p:attrNameLst>
                                          <p:attrName>ppt_x</p:attrName>
                                        </p:attrNameLst>
                                      </p:cBhvr>
                                      <p:tavLst>
                                        <p:tav tm="0">
                                          <p:val>
                                            <p:strVal val="#ppt_x"/>
                                          </p:val>
                                        </p:tav>
                                        <p:tav tm="100000">
                                          <p:val>
                                            <p:strVal val="#ppt_x"/>
                                          </p:val>
                                        </p:tav>
                                      </p:tavLst>
                                    </p:anim>
                                    <p:anim calcmode="lin" valueType="num">
                                      <p:cBhvr additive="base">
                                        <p:cTn id="14" dur="1000" fill="hold"/>
                                        <p:tgtEl>
                                          <p:spTgt spid="11"/>
                                        </p:tgtEl>
                                        <p:attrNameLst>
                                          <p:attrName>ppt_y</p:attrName>
                                        </p:attrNameLst>
                                      </p:cBhvr>
                                      <p:tavLst>
                                        <p:tav tm="0">
                                          <p:val>
                                            <p:strVal val="1+#ppt_h/2"/>
                                          </p:val>
                                        </p:tav>
                                        <p:tav tm="100000">
                                          <p:val>
                                            <p:strVal val="#ppt_y"/>
                                          </p:val>
                                        </p:tav>
                                      </p:tavLst>
                                    </p:anim>
                                  </p:childTnLst>
                                </p:cTn>
                              </p:par>
                              <p:par>
                                <p:cTn id="15" presetID="2" presetClass="entr" presetSubtype="1"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anim calcmode="lin" valueType="num">
                                      <p:cBhvr additive="base">
                                        <p:cTn id="17" dur="1000" fill="hold"/>
                                        <p:tgtEl>
                                          <p:spTgt spid="7"/>
                                        </p:tgtEl>
                                        <p:attrNameLst>
                                          <p:attrName>ppt_x</p:attrName>
                                        </p:attrNameLst>
                                      </p:cBhvr>
                                      <p:tavLst>
                                        <p:tav tm="0">
                                          <p:val>
                                            <p:strVal val="#ppt_x"/>
                                          </p:val>
                                        </p:tav>
                                        <p:tav tm="100000">
                                          <p:val>
                                            <p:strVal val="#ppt_x"/>
                                          </p:val>
                                        </p:tav>
                                      </p:tavLst>
                                    </p:anim>
                                    <p:anim calcmode="lin" valueType="num">
                                      <p:cBhvr additive="base">
                                        <p:cTn id="18" dur="1000" fill="hold"/>
                                        <p:tgtEl>
                                          <p:spTgt spid="7"/>
                                        </p:tgtEl>
                                        <p:attrNameLst>
                                          <p:attrName>ppt_y</p:attrName>
                                        </p:attrNameLst>
                                      </p:cBhvr>
                                      <p:tavLst>
                                        <p:tav tm="0">
                                          <p:val>
                                            <p:strVal val="0-#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3"/>
                                        </p:tgtEl>
                                        <p:attrNameLst>
                                          <p:attrName>style.visibility</p:attrName>
                                        </p:attrNameLst>
                                      </p:cBhvr>
                                      <p:to>
                                        <p:strVal val="visible"/>
                                      </p:to>
                                    </p:set>
                                    <p:anim calcmode="lin" valueType="num">
                                      <p:cBhvr additive="base">
                                        <p:cTn id="21" dur="1000" fill="hold"/>
                                        <p:tgtEl>
                                          <p:spTgt spid="3"/>
                                        </p:tgtEl>
                                        <p:attrNameLst>
                                          <p:attrName>ppt_x</p:attrName>
                                        </p:attrNameLst>
                                      </p:cBhvr>
                                      <p:tavLst>
                                        <p:tav tm="0">
                                          <p:val>
                                            <p:strVal val="#ppt_x"/>
                                          </p:val>
                                        </p:tav>
                                        <p:tav tm="100000">
                                          <p:val>
                                            <p:strVal val="#ppt_x"/>
                                          </p:val>
                                        </p:tav>
                                      </p:tavLst>
                                    </p:anim>
                                    <p:anim calcmode="lin" valueType="num">
                                      <p:cBhvr additive="base">
                                        <p:cTn id="22" dur="1000" fill="hold"/>
                                        <p:tgtEl>
                                          <p:spTgt spid="3"/>
                                        </p:tgtEl>
                                        <p:attrNameLst>
                                          <p:attrName>ppt_y</p:attrName>
                                        </p:attrNameLst>
                                      </p:cBhvr>
                                      <p:tavLst>
                                        <p:tav tm="0">
                                          <p:val>
                                            <p:strVal val="1+#ppt_h/2"/>
                                          </p:val>
                                        </p:tav>
                                        <p:tav tm="100000">
                                          <p:val>
                                            <p:strVal val="#ppt_y"/>
                                          </p:val>
                                        </p:tav>
                                      </p:tavLst>
                                    </p:anim>
                                  </p:childTnLst>
                                </p:cTn>
                              </p:par>
                              <p:par>
                                <p:cTn id="23" presetID="22" presetClass="entr" presetSubtype="8" fill="hold" grpId="0" nodeType="with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wipe(left)">
                                      <p:cBhvr>
                                        <p:cTn id="25"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7" grpId="0" animBg="1"/>
      <p:bldP spid="3" grpId="0" animBg="1"/>
      <p:bldP spid="9" grpId="0"/>
      <p:bldP spid="10"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962200" y="606069"/>
            <a:ext cx="11264801" cy="656296"/>
          </a:xfrm>
        </p:spPr>
        <p:txBody>
          <a:bodyPr/>
          <a:lstStyle/>
          <a:p>
            <a:r>
              <a:rPr lang="zh-CN" altLang="en-US" dirty="0">
                <a:ea typeface="宋体" panose="02010600030101010101" pitchFamily="2" charset="-122"/>
              </a:rPr>
              <a:t>第九章 </a:t>
            </a:r>
            <a:r>
              <a:rPr lang="en-US" altLang="zh-CN" dirty="0">
                <a:ea typeface="宋体" panose="02010600030101010101" pitchFamily="2" charset="-122"/>
              </a:rPr>
              <a:t>Java Web</a:t>
            </a:r>
            <a:r>
              <a:rPr lang="zh-CN" altLang="en-US" dirty="0">
                <a:ea typeface="宋体" panose="02010600030101010101" pitchFamily="2" charset="-122"/>
              </a:rPr>
              <a:t>应用中的文件操作</a:t>
            </a:r>
            <a:endParaRPr lang="zh-CN" altLang="en-US" dirty="0">
              <a:ea typeface="宋体" panose="02010600030101010101" pitchFamily="2" charset="-122"/>
            </a:endParaRPr>
          </a:p>
        </p:txBody>
      </p:sp>
      <p:sp>
        <p:nvSpPr>
          <p:cNvPr id="3" name="矩形 2"/>
          <p:cNvSpPr/>
          <p:nvPr/>
        </p:nvSpPr>
        <p:spPr>
          <a:xfrm>
            <a:off x="1100794" y="1456094"/>
            <a:ext cx="2436540" cy="900083"/>
          </a:xfrm>
          <a:prstGeom prst="rect">
            <a:avLst/>
          </a:prstGeom>
        </p:spPr>
        <p:txBody>
          <a:bodyPr wrap="none" lIns="91269" tIns="45639" rIns="91269" bIns="45639">
            <a:spAutoFit/>
          </a:bodyPr>
          <a:lstStyle/>
          <a:p>
            <a:pPr marL="572770" indent="-572770">
              <a:lnSpc>
                <a:spcPct val="150000"/>
              </a:lnSpc>
              <a:spcBef>
                <a:spcPct val="20000"/>
              </a:spcBef>
              <a:buClr>
                <a:srgbClr val="333399"/>
              </a:buClr>
            </a:pPr>
            <a:r>
              <a:rPr lang="zh-CN" altLang="en-US" sz="3500" b="1" kern="0" dirty="0">
                <a:solidFill>
                  <a:srgbClr val="000000"/>
                </a:solidFill>
                <a:latin typeface="Arial" panose="020B0604020202020204"/>
                <a:ea typeface="楷体_GB2312" pitchFamily="1" charset="-122"/>
              </a:rPr>
              <a:t>本课任务：</a:t>
            </a:r>
            <a:endParaRPr lang="zh-CN" altLang="en-US" sz="3500" b="1" kern="0" dirty="0">
              <a:solidFill>
                <a:srgbClr val="000000"/>
              </a:solidFill>
              <a:latin typeface="Arial" panose="020B0604020202020204"/>
              <a:ea typeface="楷体_GB2312" pitchFamily="1" charset="-122"/>
            </a:endParaRPr>
          </a:p>
        </p:txBody>
      </p:sp>
      <p:sp>
        <p:nvSpPr>
          <p:cNvPr id="6" name="Rectangle 3"/>
          <p:cNvSpPr txBox="1">
            <a:spLocks noChangeArrowheads="1"/>
          </p:cNvSpPr>
          <p:nvPr/>
        </p:nvSpPr>
        <p:spPr bwMode="auto">
          <a:xfrm>
            <a:off x="3537691" y="1384077"/>
            <a:ext cx="8353425" cy="4525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14568" tIns="57286" rIns="114568" bIns="57286" numCol="1" anchor="t" anchorCtr="0" compatLnSpc="1"/>
          <a:lstStyle>
            <a:lvl1pPr marL="430530" indent="-430530" algn="l" rtl="0" fontAlgn="base">
              <a:spcBef>
                <a:spcPct val="20000"/>
              </a:spcBef>
              <a:spcAft>
                <a:spcPct val="0"/>
              </a:spcAft>
              <a:buClr>
                <a:schemeClr val="tx2"/>
              </a:buClr>
              <a:buFont typeface="Wingdings" panose="05000000000000000000" pitchFamily="2" charset="2"/>
              <a:buChar char="v"/>
              <a:defRPr sz="3500">
                <a:solidFill>
                  <a:schemeClr val="tx1"/>
                </a:solidFill>
                <a:latin typeface="+mn-lt"/>
                <a:ea typeface="+mn-ea"/>
                <a:cs typeface="+mn-cs"/>
              </a:defRPr>
            </a:lvl1pPr>
            <a:lvl2pPr marL="932815" indent="-358775" algn="l" rtl="0" fontAlgn="base">
              <a:spcBef>
                <a:spcPct val="20000"/>
              </a:spcBef>
              <a:spcAft>
                <a:spcPct val="0"/>
              </a:spcAft>
              <a:buClr>
                <a:schemeClr val="tx2"/>
              </a:buClr>
              <a:buFont typeface="Wingdings" panose="05000000000000000000" pitchFamily="2" charset="2"/>
              <a:buChar char="§"/>
              <a:defRPr sz="3300">
                <a:solidFill>
                  <a:schemeClr val="tx1"/>
                </a:solidFill>
                <a:latin typeface="+mn-lt"/>
              </a:defRPr>
            </a:lvl2pPr>
            <a:lvl3pPr marL="1435100" indent="-287020" algn="l" rtl="0" fontAlgn="base">
              <a:spcBef>
                <a:spcPct val="20000"/>
              </a:spcBef>
              <a:spcAft>
                <a:spcPct val="0"/>
              </a:spcAft>
              <a:buClr>
                <a:schemeClr val="accent2"/>
              </a:buClr>
              <a:buFont typeface="Wingdings" panose="05000000000000000000" pitchFamily="2" charset="2"/>
              <a:buChar char="•"/>
              <a:defRPr sz="2800">
                <a:solidFill>
                  <a:schemeClr val="tx1"/>
                </a:solidFill>
                <a:latin typeface="+mn-lt"/>
              </a:defRPr>
            </a:lvl3pPr>
            <a:lvl4pPr marL="2008505" indent="-287020" algn="l" rtl="0" fontAlgn="base">
              <a:spcBef>
                <a:spcPct val="20000"/>
              </a:spcBef>
              <a:spcAft>
                <a:spcPct val="0"/>
              </a:spcAft>
              <a:buFont typeface="Wingdings" panose="05000000000000000000" pitchFamily="2" charset="2"/>
              <a:buChar char="–"/>
              <a:defRPr sz="2500">
                <a:solidFill>
                  <a:schemeClr val="tx1"/>
                </a:solidFill>
                <a:latin typeface="+mn-lt"/>
              </a:defRPr>
            </a:lvl4pPr>
            <a:lvl5pPr marL="2582545" indent="-287020" algn="l" rtl="0" fontAlgn="base">
              <a:spcBef>
                <a:spcPct val="20000"/>
              </a:spcBef>
              <a:spcAft>
                <a:spcPct val="0"/>
              </a:spcAft>
              <a:buFont typeface="Wingdings" panose="05000000000000000000" pitchFamily="2" charset="2"/>
              <a:buChar char="»"/>
              <a:defRPr sz="2500">
                <a:solidFill>
                  <a:schemeClr val="tx1"/>
                </a:solidFill>
                <a:latin typeface="+mn-lt"/>
              </a:defRPr>
            </a:lvl5pPr>
            <a:lvl6pPr marL="3156585" indent="-287020" algn="l" rtl="0" fontAlgn="base">
              <a:spcBef>
                <a:spcPct val="20000"/>
              </a:spcBef>
              <a:spcAft>
                <a:spcPct val="0"/>
              </a:spcAft>
              <a:buFont typeface="Wingdings" panose="05000000000000000000" pitchFamily="2" charset="2"/>
              <a:buChar char="»"/>
              <a:defRPr sz="2500">
                <a:solidFill>
                  <a:schemeClr val="tx1"/>
                </a:solidFill>
                <a:latin typeface="+mn-lt"/>
              </a:defRPr>
            </a:lvl6pPr>
            <a:lvl7pPr marL="3730625" indent="-287020" algn="l" rtl="0" fontAlgn="base">
              <a:spcBef>
                <a:spcPct val="20000"/>
              </a:spcBef>
              <a:spcAft>
                <a:spcPct val="0"/>
              </a:spcAft>
              <a:buFont typeface="Wingdings" panose="05000000000000000000" pitchFamily="2" charset="2"/>
              <a:buChar char="»"/>
              <a:defRPr sz="2500">
                <a:solidFill>
                  <a:schemeClr val="tx1"/>
                </a:solidFill>
                <a:latin typeface="+mn-lt"/>
              </a:defRPr>
            </a:lvl7pPr>
            <a:lvl8pPr marL="4304665" indent="-287020" algn="l" rtl="0" fontAlgn="base">
              <a:spcBef>
                <a:spcPct val="20000"/>
              </a:spcBef>
              <a:spcAft>
                <a:spcPct val="0"/>
              </a:spcAft>
              <a:buFont typeface="Wingdings" panose="05000000000000000000" pitchFamily="2" charset="2"/>
              <a:buChar char="»"/>
              <a:defRPr sz="2500">
                <a:solidFill>
                  <a:schemeClr val="tx1"/>
                </a:solidFill>
                <a:latin typeface="+mn-lt"/>
              </a:defRPr>
            </a:lvl8pPr>
            <a:lvl9pPr marL="4878705" indent="-287020" algn="l" rtl="0" fontAlgn="base">
              <a:spcBef>
                <a:spcPct val="20000"/>
              </a:spcBef>
              <a:spcAft>
                <a:spcPct val="0"/>
              </a:spcAft>
              <a:buFont typeface="Wingdings" panose="05000000000000000000" pitchFamily="2" charset="2"/>
              <a:buChar char="»"/>
              <a:defRPr sz="2500">
                <a:solidFill>
                  <a:schemeClr val="tx1"/>
                </a:solidFill>
                <a:latin typeface="+mn-lt"/>
              </a:defRPr>
            </a:lvl9pPr>
          </a:lstStyle>
          <a:p>
            <a:pPr marL="456565" indent="-456565">
              <a:lnSpc>
                <a:spcPct val="200000"/>
              </a:lnSpc>
              <a:buClr>
                <a:srgbClr val="333399"/>
              </a:buClr>
            </a:pPr>
            <a:r>
              <a:rPr lang="en-US" altLang="zh-CN" sz="2400" kern="0" dirty="0">
                <a:solidFill>
                  <a:srgbClr val="000000"/>
                </a:solidFill>
                <a:ea typeface="宋体" panose="02010600030101010101" pitchFamily="2" charset="-122"/>
              </a:rPr>
              <a:t>Java Web</a:t>
            </a:r>
            <a:r>
              <a:rPr lang="zh-CN" altLang="en-US" sz="2400" kern="0" dirty="0">
                <a:solidFill>
                  <a:srgbClr val="000000"/>
                </a:solidFill>
                <a:ea typeface="宋体" panose="02010600030101010101" pitchFamily="2" charset="-122"/>
              </a:rPr>
              <a:t>应用中的</a:t>
            </a:r>
            <a:r>
              <a:rPr lang="en-US" altLang="zh-CN" sz="2400" kern="0" dirty="0">
                <a:solidFill>
                  <a:srgbClr val="000000"/>
                </a:solidFill>
                <a:ea typeface="宋体" panose="02010600030101010101" pitchFamily="2" charset="-122"/>
              </a:rPr>
              <a:t>Excel</a:t>
            </a:r>
            <a:r>
              <a:rPr lang="zh-CN" altLang="en-US" sz="2400" kern="0" dirty="0">
                <a:solidFill>
                  <a:srgbClr val="000000"/>
                </a:solidFill>
                <a:ea typeface="宋体" panose="02010600030101010101" pitchFamily="2" charset="-122"/>
              </a:rPr>
              <a:t>文件读取操作</a:t>
            </a:r>
            <a:endParaRPr lang="zh-CN" altLang="en-US" sz="2400" kern="0" dirty="0">
              <a:solidFill>
                <a:srgbClr val="000000"/>
              </a:solidFill>
              <a:ea typeface="宋体" panose="02010600030101010101" pitchFamily="2" charset="-122"/>
            </a:endParaRPr>
          </a:p>
          <a:p>
            <a:pPr marL="1073785" lvl="1" indent="-532765">
              <a:lnSpc>
                <a:spcPct val="200000"/>
              </a:lnSpc>
              <a:buClr>
                <a:srgbClr val="333399"/>
              </a:buClr>
            </a:pPr>
            <a:r>
              <a:rPr lang="zh-CN" altLang="en-US" sz="2000" kern="0" dirty="0">
                <a:solidFill>
                  <a:srgbClr val="000000"/>
                </a:solidFill>
              </a:rPr>
              <a:t>什么是</a:t>
            </a:r>
            <a:r>
              <a:rPr lang="en-US" altLang="zh-CN" sz="2000" kern="0" dirty="0">
                <a:solidFill>
                  <a:srgbClr val="000000"/>
                </a:solidFill>
              </a:rPr>
              <a:t>JXL</a:t>
            </a:r>
            <a:endParaRPr lang="en-US" altLang="zh-CN" sz="2000" kern="0" dirty="0">
              <a:solidFill>
                <a:srgbClr val="000000"/>
              </a:solidFill>
            </a:endParaRPr>
          </a:p>
          <a:p>
            <a:pPr marL="1073785" lvl="1" indent="-532765">
              <a:lnSpc>
                <a:spcPct val="200000"/>
              </a:lnSpc>
              <a:buClr>
                <a:srgbClr val="333399"/>
              </a:buClr>
            </a:pPr>
            <a:r>
              <a:rPr lang="en-US" altLang="zh-CN" sz="2000" kern="0" dirty="0">
                <a:solidFill>
                  <a:srgbClr val="000000"/>
                </a:solidFill>
              </a:rPr>
              <a:t>Excel</a:t>
            </a:r>
            <a:r>
              <a:rPr lang="zh-CN" altLang="en-US" sz="2000" kern="0" dirty="0">
                <a:solidFill>
                  <a:srgbClr val="000000"/>
                </a:solidFill>
              </a:rPr>
              <a:t>文件的读取</a:t>
            </a:r>
            <a:endParaRPr lang="zh-CN" altLang="en-US" sz="2000" kern="0" dirty="0">
              <a:solidFill>
                <a:srgbClr val="000000"/>
              </a:solidFill>
            </a:endParaRPr>
          </a:p>
          <a:p>
            <a:pPr marL="1073785" lvl="1" indent="-532765">
              <a:lnSpc>
                <a:spcPct val="200000"/>
              </a:lnSpc>
              <a:buClr>
                <a:srgbClr val="333399"/>
              </a:buClr>
            </a:pPr>
            <a:r>
              <a:rPr lang="en-US" altLang="zh-CN" sz="2000" kern="0" dirty="0">
                <a:solidFill>
                  <a:srgbClr val="000000"/>
                </a:solidFill>
              </a:rPr>
              <a:t>Excel</a:t>
            </a:r>
            <a:r>
              <a:rPr lang="zh-CN" altLang="en-US" sz="2000" kern="0" dirty="0">
                <a:solidFill>
                  <a:srgbClr val="000000"/>
                </a:solidFill>
              </a:rPr>
              <a:t>文件的写入</a:t>
            </a:r>
            <a:endParaRPr lang="zh-CN" altLang="en-US" sz="2000" kern="0" dirty="0">
              <a:solidFill>
                <a:srgbClr val="000000"/>
              </a:solidFill>
            </a:endParaRPr>
          </a:p>
          <a:p>
            <a:pPr marL="1073785" lvl="1" indent="-532765">
              <a:lnSpc>
                <a:spcPct val="200000"/>
              </a:lnSpc>
              <a:buClr>
                <a:srgbClr val="333399"/>
              </a:buClr>
            </a:pPr>
            <a:r>
              <a:rPr lang="zh-CN" altLang="en-US" sz="2000" kern="0" dirty="0">
                <a:solidFill>
                  <a:srgbClr val="000000"/>
                </a:solidFill>
              </a:rPr>
              <a:t>一个读取</a:t>
            </a:r>
            <a:r>
              <a:rPr lang="en-US" altLang="zh-CN" sz="2000" kern="0" dirty="0">
                <a:solidFill>
                  <a:srgbClr val="000000"/>
                </a:solidFill>
              </a:rPr>
              <a:t>Excel</a:t>
            </a:r>
            <a:r>
              <a:rPr lang="zh-CN" altLang="en-US" sz="2000" kern="0" dirty="0">
                <a:solidFill>
                  <a:srgbClr val="000000"/>
                </a:solidFill>
              </a:rPr>
              <a:t>文件的应用程序体验</a:t>
            </a:r>
            <a:endParaRPr lang="zh-CN" altLang="en-US" sz="2000" kern="0" dirty="0">
              <a:solidFill>
                <a:srgbClr val="000000"/>
              </a:solidFill>
            </a:endParaRPr>
          </a:p>
        </p:txBody>
      </p:sp>
      <p:sp>
        <p:nvSpPr>
          <p:cNvPr id="5" name="Rectangle 3"/>
          <p:cNvSpPr txBox="1">
            <a:spLocks noChangeArrowheads="1"/>
          </p:cNvSpPr>
          <p:nvPr/>
        </p:nvSpPr>
        <p:spPr bwMode="auto">
          <a:xfrm>
            <a:off x="3537587" y="5341855"/>
            <a:ext cx="12280552" cy="3026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14485" tIns="57246" rIns="114485" bIns="57246" numCol="1" anchor="t" anchorCtr="0" compatLnSpc="1"/>
          <a:lstStyle>
            <a:lvl1pPr marL="430530" indent="-430530" algn="l" rtl="0" fontAlgn="base">
              <a:spcBef>
                <a:spcPct val="20000"/>
              </a:spcBef>
              <a:spcAft>
                <a:spcPct val="0"/>
              </a:spcAft>
              <a:buClr>
                <a:schemeClr val="tx2"/>
              </a:buClr>
              <a:buFont typeface="Wingdings" panose="05000000000000000000" pitchFamily="2" charset="2"/>
              <a:buChar char="v"/>
              <a:defRPr sz="3500">
                <a:solidFill>
                  <a:schemeClr val="tx1"/>
                </a:solidFill>
                <a:latin typeface="+mn-lt"/>
                <a:ea typeface="+mn-ea"/>
                <a:cs typeface="+mn-cs"/>
              </a:defRPr>
            </a:lvl1pPr>
            <a:lvl2pPr marL="932180" indent="-358775" algn="l" rtl="0" fontAlgn="base">
              <a:spcBef>
                <a:spcPct val="20000"/>
              </a:spcBef>
              <a:spcAft>
                <a:spcPct val="0"/>
              </a:spcAft>
              <a:buClr>
                <a:schemeClr val="tx2"/>
              </a:buClr>
              <a:buFont typeface="Wingdings" panose="05000000000000000000" pitchFamily="2" charset="2"/>
              <a:buChar char="§"/>
              <a:defRPr sz="3300">
                <a:solidFill>
                  <a:schemeClr val="tx1"/>
                </a:solidFill>
                <a:latin typeface="+mn-lt"/>
              </a:defRPr>
            </a:lvl2pPr>
            <a:lvl3pPr marL="1434465" indent="-287020" algn="l" rtl="0" fontAlgn="base">
              <a:spcBef>
                <a:spcPct val="20000"/>
              </a:spcBef>
              <a:spcAft>
                <a:spcPct val="0"/>
              </a:spcAft>
              <a:buClr>
                <a:schemeClr val="accent2"/>
              </a:buClr>
              <a:buFont typeface="Wingdings" panose="05000000000000000000" pitchFamily="2" charset="2"/>
              <a:buChar char="•"/>
              <a:defRPr sz="2800">
                <a:solidFill>
                  <a:schemeClr val="tx1"/>
                </a:solidFill>
                <a:latin typeface="+mn-lt"/>
              </a:defRPr>
            </a:lvl3pPr>
            <a:lvl4pPr marL="2007870" indent="-287020" algn="l" rtl="0" fontAlgn="base">
              <a:spcBef>
                <a:spcPct val="20000"/>
              </a:spcBef>
              <a:spcAft>
                <a:spcPct val="0"/>
              </a:spcAft>
              <a:buFont typeface="Wingdings" panose="05000000000000000000" pitchFamily="2" charset="2"/>
              <a:buChar char="–"/>
              <a:defRPr sz="2500">
                <a:solidFill>
                  <a:schemeClr val="tx1"/>
                </a:solidFill>
                <a:latin typeface="+mn-lt"/>
              </a:defRPr>
            </a:lvl4pPr>
            <a:lvl5pPr marL="2581275" indent="-287020" algn="l" rtl="0" fontAlgn="base">
              <a:spcBef>
                <a:spcPct val="20000"/>
              </a:spcBef>
              <a:spcAft>
                <a:spcPct val="0"/>
              </a:spcAft>
              <a:buFont typeface="Wingdings" panose="05000000000000000000" pitchFamily="2" charset="2"/>
              <a:buChar char="»"/>
              <a:defRPr sz="2500">
                <a:solidFill>
                  <a:schemeClr val="tx1"/>
                </a:solidFill>
                <a:latin typeface="+mn-lt"/>
              </a:defRPr>
            </a:lvl5pPr>
            <a:lvl6pPr marL="3155315" indent="-287020" algn="l" rtl="0" fontAlgn="base">
              <a:spcBef>
                <a:spcPct val="20000"/>
              </a:spcBef>
              <a:spcAft>
                <a:spcPct val="0"/>
              </a:spcAft>
              <a:buFont typeface="Wingdings" panose="05000000000000000000" pitchFamily="2" charset="2"/>
              <a:buChar char="»"/>
              <a:defRPr sz="2500">
                <a:solidFill>
                  <a:schemeClr val="tx1"/>
                </a:solidFill>
                <a:latin typeface="+mn-lt"/>
              </a:defRPr>
            </a:lvl6pPr>
            <a:lvl7pPr marL="3728720" indent="-287020" algn="l" rtl="0" fontAlgn="base">
              <a:spcBef>
                <a:spcPct val="20000"/>
              </a:spcBef>
              <a:spcAft>
                <a:spcPct val="0"/>
              </a:spcAft>
              <a:buFont typeface="Wingdings" panose="05000000000000000000" pitchFamily="2" charset="2"/>
              <a:buChar char="»"/>
              <a:defRPr sz="2500">
                <a:solidFill>
                  <a:schemeClr val="tx1"/>
                </a:solidFill>
                <a:latin typeface="+mn-lt"/>
              </a:defRPr>
            </a:lvl7pPr>
            <a:lvl8pPr marL="4302760" indent="-287020" algn="l" rtl="0" fontAlgn="base">
              <a:spcBef>
                <a:spcPct val="20000"/>
              </a:spcBef>
              <a:spcAft>
                <a:spcPct val="0"/>
              </a:spcAft>
              <a:buFont typeface="Wingdings" panose="05000000000000000000" pitchFamily="2" charset="2"/>
              <a:buChar char="»"/>
              <a:defRPr sz="2500">
                <a:solidFill>
                  <a:schemeClr val="tx1"/>
                </a:solidFill>
                <a:latin typeface="+mn-lt"/>
              </a:defRPr>
            </a:lvl8pPr>
            <a:lvl9pPr marL="4876165" indent="-287020" algn="l" rtl="0" fontAlgn="base">
              <a:spcBef>
                <a:spcPct val="20000"/>
              </a:spcBef>
              <a:spcAft>
                <a:spcPct val="0"/>
              </a:spcAft>
              <a:buFont typeface="Wingdings" panose="05000000000000000000" pitchFamily="2" charset="2"/>
              <a:buChar char="»"/>
              <a:defRPr sz="2500">
                <a:solidFill>
                  <a:schemeClr val="tx1"/>
                </a:solidFill>
                <a:latin typeface="+mn-lt"/>
              </a:defRPr>
            </a:lvl9pPr>
          </a:lstStyle>
          <a:p>
            <a:pPr marL="456565" indent="-456565">
              <a:lnSpc>
                <a:spcPct val="150000"/>
              </a:lnSpc>
            </a:pPr>
            <a:r>
              <a:rPr lang="zh-CN" altLang="en-US" sz="2600" dirty="0">
                <a:ea typeface="宋体" panose="02010600030101010101" pitchFamily="2" charset="-122"/>
              </a:rPr>
              <a:t>掌握：</a:t>
            </a:r>
            <a:r>
              <a:rPr lang="en-US" altLang="zh-CN" sz="2800" dirty="0">
                <a:ea typeface="宋体" panose="02010600030101010101" pitchFamily="2" charset="-122"/>
              </a:rPr>
              <a:t> </a:t>
            </a:r>
            <a:r>
              <a:rPr lang="en-US" altLang="zh-CN" sz="2800" dirty="0" err="1">
                <a:ea typeface="宋体" panose="02010600030101010101" pitchFamily="2" charset="-122"/>
              </a:rPr>
              <a:t>jxl</a:t>
            </a:r>
            <a:r>
              <a:rPr lang="zh-CN" altLang="en-US" sz="2800" dirty="0">
                <a:ea typeface="宋体" panose="02010600030101010101" pitchFamily="2" charset="-122"/>
              </a:rPr>
              <a:t>读取</a:t>
            </a:r>
            <a:r>
              <a:rPr lang="en-US" altLang="zh-CN" sz="2800" dirty="0">
                <a:ea typeface="宋体" panose="02010600030101010101" pitchFamily="2" charset="-122"/>
              </a:rPr>
              <a:t>Excel</a:t>
            </a:r>
            <a:r>
              <a:rPr lang="zh-CN" altLang="en-US" sz="2800" dirty="0">
                <a:ea typeface="宋体" panose="02010600030101010101" pitchFamily="2" charset="-122"/>
              </a:rPr>
              <a:t>文件的方式</a:t>
            </a:r>
            <a:endParaRPr lang="zh-CN" altLang="en-US" sz="2800" dirty="0">
              <a:ea typeface="宋体" panose="02010600030101010101" pitchFamily="2" charset="-122"/>
            </a:endParaRPr>
          </a:p>
        </p:txBody>
      </p:sp>
      <p:sp>
        <p:nvSpPr>
          <p:cNvPr id="7" name="矩形 6"/>
          <p:cNvSpPr/>
          <p:nvPr/>
        </p:nvSpPr>
        <p:spPr>
          <a:xfrm>
            <a:off x="1120133" y="5433780"/>
            <a:ext cx="2436498" cy="630758"/>
          </a:xfrm>
          <a:prstGeom prst="rect">
            <a:avLst/>
          </a:prstGeom>
        </p:spPr>
        <p:txBody>
          <a:bodyPr wrap="none" lIns="91248" tIns="45629" rIns="91248" bIns="45629">
            <a:spAutoFit/>
          </a:bodyPr>
          <a:lstStyle/>
          <a:p>
            <a:r>
              <a:rPr lang="zh-CN" altLang="en-US" sz="3500" b="1" kern="0" dirty="0">
                <a:solidFill>
                  <a:srgbClr val="000000"/>
                </a:solidFill>
                <a:latin typeface="Arial" panose="020B0604020202020204"/>
                <a:ea typeface="楷体_GB2312" pitchFamily="1" charset="-122"/>
              </a:rPr>
              <a:t>教学要求：</a:t>
            </a:r>
            <a:endParaRPr lang="zh-CN" altLang="en-US" sz="3500" b="1" kern="0" dirty="0">
              <a:solidFill>
                <a:srgbClr val="000000"/>
              </a:solidFill>
              <a:latin typeface="Arial" panose="020B0604020202020204"/>
              <a:ea typeface="楷体_GB2312" pitchFamily="1" charset="-122"/>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1873007" y="654622"/>
            <a:ext cx="11264801" cy="656296"/>
          </a:xfrm>
        </p:spPr>
        <p:txBody>
          <a:bodyPr/>
          <a:lstStyle/>
          <a:p>
            <a:r>
              <a:rPr lang="en-US" dirty="0" smtClean="0">
                <a:ea typeface="宋体" panose="02010600030101010101" pitchFamily="2" charset="-122"/>
              </a:rPr>
              <a:t>Java </a:t>
            </a:r>
            <a:r>
              <a:rPr lang="en-US" dirty="0">
                <a:ea typeface="宋体" panose="02010600030101010101" pitchFamily="2" charset="-122"/>
              </a:rPr>
              <a:t>Web</a:t>
            </a:r>
            <a:r>
              <a:rPr lang="zh-CN" altLang="en-US" dirty="0">
                <a:ea typeface="宋体" panose="02010600030101010101" pitchFamily="2" charset="-122"/>
              </a:rPr>
              <a:t>应用中的</a:t>
            </a:r>
            <a:r>
              <a:rPr lang="en-US" dirty="0">
                <a:ea typeface="宋体" panose="02010600030101010101" pitchFamily="2" charset="-122"/>
              </a:rPr>
              <a:t>Excel</a:t>
            </a:r>
            <a:r>
              <a:rPr lang="zh-CN" altLang="en-US" dirty="0">
                <a:ea typeface="宋体" panose="02010600030101010101" pitchFamily="2" charset="-122"/>
              </a:rPr>
              <a:t>文件读取操作 </a:t>
            </a:r>
            <a:endParaRPr lang="zh-CN" altLang="en-US" dirty="0">
              <a:ea typeface="宋体" panose="02010600030101010101" pitchFamily="2" charset="-122"/>
            </a:endParaRPr>
          </a:p>
        </p:txBody>
      </p:sp>
      <p:sp>
        <p:nvSpPr>
          <p:cNvPr id="13315" name="Rectangle 3"/>
          <p:cNvSpPr>
            <a:spLocks noGrp="1" noChangeArrowheads="1"/>
          </p:cNvSpPr>
          <p:nvPr>
            <p:ph type="body" idx="1"/>
          </p:nvPr>
        </p:nvSpPr>
        <p:spPr>
          <a:xfrm>
            <a:off x="859488" y="1931796"/>
            <a:ext cx="12253763" cy="532403"/>
          </a:xfrm>
        </p:spPr>
        <p:txBody>
          <a:bodyPr/>
          <a:lstStyle/>
          <a:p>
            <a:r>
              <a:rPr lang="zh-CN" altLang="en-US" dirty="0" smtClean="0">
                <a:ea typeface="宋体" panose="02010600030101010101" pitchFamily="2" charset="-122"/>
              </a:rPr>
              <a:t>什么</a:t>
            </a:r>
            <a:r>
              <a:rPr lang="zh-CN" altLang="en-US" dirty="0">
                <a:ea typeface="宋体" panose="02010600030101010101" pitchFamily="2" charset="-122"/>
              </a:rPr>
              <a:t>是</a:t>
            </a:r>
            <a:r>
              <a:rPr lang="en-US" dirty="0">
                <a:ea typeface="宋体" panose="02010600030101010101" pitchFamily="2" charset="-122"/>
              </a:rPr>
              <a:t>JXL </a:t>
            </a:r>
            <a:endParaRPr lang="zh-CN" altLang="en-US" dirty="0">
              <a:ea typeface="宋体" panose="02010600030101010101" pitchFamily="2" charset="-122"/>
            </a:endParaRPr>
          </a:p>
        </p:txBody>
      </p:sp>
      <p:sp>
        <p:nvSpPr>
          <p:cNvPr id="13316" name="Text Box 4"/>
          <p:cNvSpPr txBox="1">
            <a:spLocks noChangeArrowheads="1"/>
          </p:cNvSpPr>
          <p:nvPr/>
        </p:nvSpPr>
        <p:spPr bwMode="auto">
          <a:xfrm>
            <a:off x="859488" y="2824237"/>
            <a:ext cx="11443395" cy="17778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14761" tIns="57381" rIns="114761" bIns="57381">
            <a:spAutoFit/>
          </a:bodyPr>
          <a:lstStyle/>
          <a:p>
            <a:pPr>
              <a:lnSpc>
                <a:spcPct val="200000"/>
              </a:lnSpc>
              <a:spcBef>
                <a:spcPct val="50000"/>
              </a:spcBef>
              <a:buFont typeface="Arial" panose="020B0604020202020204" pitchFamily="34" charset="0"/>
              <a:buNone/>
            </a:pPr>
            <a:r>
              <a:rPr lang="en-US" dirty="0" smtClean="0">
                <a:solidFill>
                  <a:srgbClr val="000000"/>
                </a:solidFill>
                <a:latin typeface="Arial" panose="020B0604020202020204" pitchFamily="34" charset="0"/>
              </a:rPr>
              <a:t>Java Excel API</a:t>
            </a:r>
            <a:r>
              <a:rPr lang="zh-CN" altLang="en-US" dirty="0" smtClean="0">
                <a:solidFill>
                  <a:srgbClr val="000000"/>
                </a:solidFill>
                <a:latin typeface="Arial" panose="020B0604020202020204" pitchFamily="34" charset="0"/>
              </a:rPr>
              <a:t>是一开放源码项目， </a:t>
            </a:r>
            <a:r>
              <a:rPr lang="en-US" dirty="0" smtClean="0">
                <a:solidFill>
                  <a:srgbClr val="000000"/>
                </a:solidFill>
                <a:latin typeface="Arial" panose="020B0604020202020204" pitchFamily="34" charset="0"/>
              </a:rPr>
              <a:t>Java</a:t>
            </a:r>
            <a:r>
              <a:rPr lang="zh-CN" altLang="en-US" dirty="0" smtClean="0">
                <a:solidFill>
                  <a:srgbClr val="000000"/>
                </a:solidFill>
                <a:latin typeface="Arial" panose="020B0604020202020204" pitchFamily="34" charset="0"/>
              </a:rPr>
              <a:t>开发人员通过使用它可以读取</a:t>
            </a:r>
            <a:r>
              <a:rPr lang="en-US" dirty="0" smtClean="0">
                <a:solidFill>
                  <a:srgbClr val="000000"/>
                </a:solidFill>
                <a:latin typeface="Arial" panose="020B0604020202020204" pitchFamily="34" charset="0"/>
              </a:rPr>
              <a:t>Excel</a:t>
            </a:r>
            <a:r>
              <a:rPr lang="zh-CN" altLang="en-US" dirty="0" smtClean="0">
                <a:solidFill>
                  <a:srgbClr val="000000"/>
                </a:solidFill>
                <a:latin typeface="Arial" panose="020B0604020202020204" pitchFamily="34" charset="0"/>
              </a:rPr>
              <a:t>文件的内容、创建新的</a:t>
            </a:r>
            <a:r>
              <a:rPr lang="en-US" dirty="0" smtClean="0">
                <a:solidFill>
                  <a:srgbClr val="000000"/>
                </a:solidFill>
                <a:latin typeface="Arial" panose="020B0604020202020204" pitchFamily="34" charset="0"/>
              </a:rPr>
              <a:t>Excel</a:t>
            </a:r>
            <a:r>
              <a:rPr lang="zh-CN" altLang="en-US" dirty="0" smtClean="0">
                <a:solidFill>
                  <a:srgbClr val="000000"/>
                </a:solidFill>
                <a:latin typeface="Arial" panose="020B0604020202020204" pitchFamily="34" charset="0"/>
              </a:rPr>
              <a:t>文件、更新已经存在的</a:t>
            </a:r>
            <a:r>
              <a:rPr lang="en-US" dirty="0" smtClean="0">
                <a:solidFill>
                  <a:srgbClr val="000000"/>
                </a:solidFill>
                <a:latin typeface="Arial" panose="020B0604020202020204" pitchFamily="34" charset="0"/>
              </a:rPr>
              <a:t>Excel</a:t>
            </a:r>
            <a:r>
              <a:rPr lang="zh-CN" altLang="en-US" dirty="0" smtClean="0">
                <a:solidFill>
                  <a:srgbClr val="000000"/>
                </a:solidFill>
                <a:latin typeface="Arial" panose="020B0604020202020204" pitchFamily="34" charset="0"/>
              </a:rPr>
              <a:t>文件。而且使用该</a:t>
            </a:r>
            <a:r>
              <a:rPr lang="en-US" dirty="0" smtClean="0">
                <a:solidFill>
                  <a:srgbClr val="000000"/>
                </a:solidFill>
                <a:latin typeface="Arial" panose="020B0604020202020204" pitchFamily="34" charset="0"/>
              </a:rPr>
              <a:t>API</a:t>
            </a:r>
            <a:r>
              <a:rPr lang="zh-CN" altLang="en-US" dirty="0" smtClean="0">
                <a:solidFill>
                  <a:srgbClr val="000000"/>
                </a:solidFill>
                <a:latin typeface="Arial" panose="020B0604020202020204" pitchFamily="34" charset="0"/>
              </a:rPr>
              <a:t>非</a:t>
            </a:r>
            <a:r>
              <a:rPr lang="en-US" dirty="0" smtClean="0">
                <a:solidFill>
                  <a:srgbClr val="000000"/>
                </a:solidFill>
                <a:latin typeface="Arial" panose="020B0604020202020204" pitchFamily="34" charset="0"/>
              </a:rPr>
              <a:t>Windows</a:t>
            </a:r>
            <a:r>
              <a:rPr lang="zh-CN" altLang="en-US" dirty="0" smtClean="0">
                <a:solidFill>
                  <a:srgbClr val="000000"/>
                </a:solidFill>
                <a:latin typeface="Arial" panose="020B0604020202020204" pitchFamily="34" charset="0"/>
              </a:rPr>
              <a:t>操作系统也可以通过纯</a:t>
            </a:r>
            <a:r>
              <a:rPr lang="en-US" dirty="0" smtClean="0">
                <a:solidFill>
                  <a:srgbClr val="000000"/>
                </a:solidFill>
                <a:latin typeface="Arial" panose="020B0604020202020204" pitchFamily="34" charset="0"/>
              </a:rPr>
              <a:t>Java</a:t>
            </a:r>
            <a:r>
              <a:rPr lang="zh-CN" altLang="en-US" dirty="0" smtClean="0">
                <a:solidFill>
                  <a:srgbClr val="000000"/>
                </a:solidFill>
                <a:latin typeface="Arial" panose="020B0604020202020204" pitchFamily="34" charset="0"/>
              </a:rPr>
              <a:t>应用来处理</a:t>
            </a:r>
            <a:r>
              <a:rPr lang="en-US" dirty="0" smtClean="0">
                <a:solidFill>
                  <a:srgbClr val="000000"/>
                </a:solidFill>
                <a:latin typeface="Arial" panose="020B0604020202020204" pitchFamily="34" charset="0"/>
              </a:rPr>
              <a:t>Excel</a:t>
            </a:r>
            <a:r>
              <a:rPr lang="zh-CN" altLang="en-US" dirty="0" smtClean="0">
                <a:solidFill>
                  <a:srgbClr val="000000"/>
                </a:solidFill>
                <a:latin typeface="Arial" panose="020B0604020202020204" pitchFamily="34" charset="0"/>
              </a:rPr>
              <a:t>数据表。所以在</a:t>
            </a:r>
            <a:r>
              <a:rPr lang="en-US" dirty="0" smtClean="0">
                <a:solidFill>
                  <a:srgbClr val="000000"/>
                </a:solidFill>
                <a:latin typeface="Arial" panose="020B0604020202020204" pitchFamily="34" charset="0"/>
              </a:rPr>
              <a:t>Java Web</a:t>
            </a:r>
            <a:r>
              <a:rPr lang="zh-CN" altLang="en-US" dirty="0" smtClean="0">
                <a:solidFill>
                  <a:srgbClr val="000000"/>
                </a:solidFill>
                <a:latin typeface="Arial" panose="020B0604020202020204" pitchFamily="34" charset="0"/>
              </a:rPr>
              <a:t>应用中经常通过</a:t>
            </a:r>
            <a:r>
              <a:rPr lang="en-US" dirty="0" smtClean="0">
                <a:solidFill>
                  <a:srgbClr val="000000"/>
                </a:solidFill>
                <a:latin typeface="Arial" panose="020B0604020202020204" pitchFamily="34" charset="0"/>
              </a:rPr>
              <a:t>JSP</a:t>
            </a:r>
            <a:r>
              <a:rPr lang="zh-CN" altLang="en-US" dirty="0" smtClean="0">
                <a:solidFill>
                  <a:srgbClr val="000000"/>
                </a:solidFill>
                <a:latin typeface="Arial" panose="020B0604020202020204" pitchFamily="34" charset="0"/>
              </a:rPr>
              <a:t>、</a:t>
            </a:r>
            <a:r>
              <a:rPr lang="en-US" dirty="0" smtClean="0">
                <a:solidFill>
                  <a:srgbClr val="000000"/>
                </a:solidFill>
                <a:latin typeface="Arial" panose="020B0604020202020204" pitchFamily="34" charset="0"/>
              </a:rPr>
              <a:t>Servlet</a:t>
            </a:r>
            <a:r>
              <a:rPr lang="zh-CN" altLang="en-US" dirty="0" smtClean="0">
                <a:solidFill>
                  <a:srgbClr val="000000"/>
                </a:solidFill>
                <a:latin typeface="Arial" panose="020B0604020202020204" pitchFamily="34" charset="0"/>
              </a:rPr>
              <a:t>来调用此</a:t>
            </a:r>
            <a:r>
              <a:rPr lang="en-US" dirty="0" smtClean="0">
                <a:solidFill>
                  <a:srgbClr val="000000"/>
                </a:solidFill>
                <a:latin typeface="Arial" panose="020B0604020202020204" pitchFamily="34" charset="0"/>
              </a:rPr>
              <a:t>API</a:t>
            </a:r>
            <a:r>
              <a:rPr lang="zh-CN" altLang="en-US" dirty="0" smtClean="0">
                <a:solidFill>
                  <a:srgbClr val="000000"/>
                </a:solidFill>
                <a:latin typeface="Arial" panose="020B0604020202020204" pitchFamily="34" charset="0"/>
              </a:rPr>
              <a:t>来实现对</a:t>
            </a:r>
            <a:r>
              <a:rPr lang="en-US" dirty="0" smtClean="0">
                <a:solidFill>
                  <a:srgbClr val="000000"/>
                </a:solidFill>
                <a:latin typeface="Arial" panose="020B0604020202020204" pitchFamily="34" charset="0"/>
              </a:rPr>
              <a:t>Excel</a:t>
            </a:r>
            <a:r>
              <a:rPr lang="zh-CN" altLang="en-US" dirty="0" smtClean="0">
                <a:solidFill>
                  <a:srgbClr val="000000"/>
                </a:solidFill>
                <a:latin typeface="Arial" panose="020B0604020202020204" pitchFamily="34" charset="0"/>
              </a:rPr>
              <a:t>数据表的访问。</a:t>
            </a:r>
            <a:endParaRPr lang="zh-CN" altLang="en-US" dirty="0" smtClean="0">
              <a:solidFill>
                <a:srgbClr val="000000"/>
              </a:solidFill>
              <a:latin typeface="Arial" panose="020B0604020202020204" pitchFamily="34" charset="0"/>
            </a:endParaRP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1873007" y="654622"/>
            <a:ext cx="11264801" cy="656296"/>
          </a:xfrm>
        </p:spPr>
        <p:txBody>
          <a:bodyPr/>
          <a:lstStyle/>
          <a:p>
            <a:r>
              <a:rPr lang="en-US" dirty="0" smtClean="0">
                <a:ea typeface="宋体" panose="02010600030101010101" pitchFamily="2" charset="-122"/>
              </a:rPr>
              <a:t>Java </a:t>
            </a:r>
            <a:r>
              <a:rPr lang="en-US" dirty="0">
                <a:ea typeface="宋体" panose="02010600030101010101" pitchFamily="2" charset="-122"/>
              </a:rPr>
              <a:t>Web</a:t>
            </a:r>
            <a:r>
              <a:rPr lang="zh-CN" altLang="en-US" dirty="0">
                <a:ea typeface="宋体" panose="02010600030101010101" pitchFamily="2" charset="-122"/>
              </a:rPr>
              <a:t>应用中的</a:t>
            </a:r>
            <a:r>
              <a:rPr lang="en-US" dirty="0">
                <a:ea typeface="宋体" panose="02010600030101010101" pitchFamily="2" charset="-122"/>
              </a:rPr>
              <a:t>Excel</a:t>
            </a:r>
            <a:r>
              <a:rPr lang="zh-CN" altLang="en-US" dirty="0">
                <a:ea typeface="宋体" panose="02010600030101010101" pitchFamily="2" charset="-122"/>
              </a:rPr>
              <a:t>文件读取操作 </a:t>
            </a:r>
            <a:endParaRPr lang="zh-CN" altLang="en-US" dirty="0">
              <a:ea typeface="宋体" panose="02010600030101010101" pitchFamily="2" charset="-122"/>
            </a:endParaRPr>
          </a:p>
        </p:txBody>
      </p:sp>
      <p:sp>
        <p:nvSpPr>
          <p:cNvPr id="14339" name="Rectangle 3"/>
          <p:cNvSpPr>
            <a:spLocks noGrp="1" noChangeArrowheads="1"/>
          </p:cNvSpPr>
          <p:nvPr>
            <p:ph type="body" idx="1"/>
          </p:nvPr>
        </p:nvSpPr>
        <p:spPr>
          <a:xfrm>
            <a:off x="859488" y="1634047"/>
            <a:ext cx="12253763" cy="532403"/>
          </a:xfrm>
        </p:spPr>
        <p:txBody>
          <a:bodyPr/>
          <a:lstStyle/>
          <a:p>
            <a:r>
              <a:rPr lang="en-US" dirty="0" smtClean="0">
                <a:ea typeface="宋体" panose="02010600030101010101" pitchFamily="2" charset="-122"/>
              </a:rPr>
              <a:t>Excel</a:t>
            </a:r>
            <a:r>
              <a:rPr lang="zh-CN" altLang="en-US" dirty="0">
                <a:ea typeface="宋体" panose="02010600030101010101" pitchFamily="2" charset="-122"/>
              </a:rPr>
              <a:t>文件的读取 </a:t>
            </a:r>
            <a:endParaRPr lang="zh-CN" altLang="en-US" dirty="0">
              <a:ea typeface="宋体" panose="02010600030101010101" pitchFamily="2" charset="-122"/>
            </a:endParaRPr>
          </a:p>
        </p:txBody>
      </p:sp>
      <p:sp>
        <p:nvSpPr>
          <p:cNvPr id="14340" name="Text Box 4"/>
          <p:cNvSpPr txBox="1">
            <a:spLocks noChangeArrowheads="1"/>
          </p:cNvSpPr>
          <p:nvPr/>
        </p:nvSpPr>
        <p:spPr bwMode="auto">
          <a:xfrm>
            <a:off x="759028" y="2173143"/>
            <a:ext cx="12354223" cy="6763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14761" tIns="57381" rIns="114761" bIns="57381">
            <a:spAutoFit/>
          </a:bodyPr>
          <a:lstStyle/>
          <a:p>
            <a:pPr>
              <a:lnSpc>
                <a:spcPct val="200000"/>
              </a:lnSpc>
              <a:spcBef>
                <a:spcPct val="50000"/>
              </a:spcBef>
              <a:buFont typeface="Arial" panose="020B0604020202020204" pitchFamily="34" charset="0"/>
              <a:buNone/>
            </a:pPr>
            <a:r>
              <a:rPr lang="en-US" smtClean="0">
                <a:solidFill>
                  <a:srgbClr val="000000"/>
                </a:solidFill>
                <a:latin typeface="Arial" panose="020B0604020202020204" pitchFamily="34" charset="0"/>
              </a:rPr>
              <a:t>Java Excel API</a:t>
            </a:r>
            <a:r>
              <a:rPr lang="zh-CN" altLang="en-US" smtClean="0">
                <a:solidFill>
                  <a:srgbClr val="000000"/>
                </a:solidFill>
                <a:latin typeface="Arial" panose="020B0604020202020204" pitchFamily="34" charset="0"/>
              </a:rPr>
              <a:t>能够通过输入流从本地文件系统的一个文件</a:t>
            </a:r>
            <a:r>
              <a:rPr lang="en-US" smtClean="0">
                <a:solidFill>
                  <a:srgbClr val="000000"/>
                </a:solidFill>
                <a:latin typeface="Arial" panose="020B0604020202020204" pitchFamily="34" charset="0"/>
              </a:rPr>
              <a:t>(.xls)</a:t>
            </a:r>
            <a:r>
              <a:rPr lang="zh-CN" altLang="en-US" smtClean="0">
                <a:solidFill>
                  <a:srgbClr val="000000"/>
                </a:solidFill>
                <a:latin typeface="Arial" panose="020B0604020202020204" pitchFamily="34" charset="0"/>
              </a:rPr>
              <a:t>读取</a:t>
            </a:r>
            <a:r>
              <a:rPr lang="en-US" smtClean="0">
                <a:solidFill>
                  <a:srgbClr val="000000"/>
                </a:solidFill>
                <a:latin typeface="Arial" panose="020B0604020202020204" pitchFamily="34" charset="0"/>
              </a:rPr>
              <a:t>Excel</a:t>
            </a:r>
            <a:r>
              <a:rPr lang="zh-CN" altLang="en-US" smtClean="0">
                <a:solidFill>
                  <a:srgbClr val="000000"/>
                </a:solidFill>
                <a:latin typeface="Arial" panose="020B0604020202020204" pitchFamily="34" charset="0"/>
              </a:rPr>
              <a:t>电子表格。 </a:t>
            </a:r>
            <a:endParaRPr lang="zh-CN" altLang="en-US" smtClean="0">
              <a:solidFill>
                <a:srgbClr val="000000"/>
              </a:solidFill>
              <a:latin typeface="Arial" panose="020B0604020202020204" pitchFamily="34" charset="0"/>
            </a:endParaRPr>
          </a:p>
        </p:txBody>
      </p:sp>
      <p:pic>
        <p:nvPicPr>
          <p:cNvPr id="14341" name="Picture 5"/>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580683" y="3083925"/>
            <a:ext cx="7621488" cy="36464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a:xfrm>
            <a:off x="1873007" y="654622"/>
            <a:ext cx="11264801" cy="656296"/>
          </a:xfrm>
        </p:spPr>
        <p:txBody>
          <a:bodyPr/>
          <a:lstStyle/>
          <a:p>
            <a:r>
              <a:rPr lang="en-US" dirty="0" smtClean="0">
                <a:ea typeface="宋体" panose="02010600030101010101" pitchFamily="2" charset="-122"/>
              </a:rPr>
              <a:t>Java </a:t>
            </a:r>
            <a:r>
              <a:rPr lang="en-US" dirty="0">
                <a:ea typeface="宋体" panose="02010600030101010101" pitchFamily="2" charset="-122"/>
              </a:rPr>
              <a:t>Web</a:t>
            </a:r>
            <a:r>
              <a:rPr lang="zh-CN" altLang="en-US" dirty="0">
                <a:ea typeface="宋体" panose="02010600030101010101" pitchFamily="2" charset="-122"/>
              </a:rPr>
              <a:t>应用中的</a:t>
            </a:r>
            <a:r>
              <a:rPr lang="en-US" dirty="0">
                <a:ea typeface="宋体" panose="02010600030101010101" pitchFamily="2" charset="-122"/>
              </a:rPr>
              <a:t>Excel</a:t>
            </a:r>
            <a:r>
              <a:rPr lang="zh-CN" altLang="en-US" dirty="0">
                <a:ea typeface="宋体" panose="02010600030101010101" pitchFamily="2" charset="-122"/>
              </a:rPr>
              <a:t>文件读取操作 </a:t>
            </a:r>
            <a:endParaRPr lang="zh-CN" altLang="en-US" dirty="0">
              <a:ea typeface="宋体" panose="02010600030101010101" pitchFamily="2" charset="-122"/>
            </a:endParaRPr>
          </a:p>
        </p:txBody>
      </p:sp>
      <p:sp>
        <p:nvSpPr>
          <p:cNvPr id="15363" name="Rectangle 3"/>
          <p:cNvSpPr>
            <a:spLocks noGrp="1" noChangeArrowheads="1"/>
          </p:cNvSpPr>
          <p:nvPr>
            <p:ph type="body" idx="1"/>
          </p:nvPr>
        </p:nvSpPr>
        <p:spPr>
          <a:xfrm>
            <a:off x="859488" y="1634047"/>
            <a:ext cx="12253763" cy="532403"/>
          </a:xfrm>
        </p:spPr>
        <p:txBody>
          <a:bodyPr/>
          <a:lstStyle/>
          <a:p>
            <a:r>
              <a:rPr lang="en-US" dirty="0" smtClean="0">
                <a:ea typeface="宋体" panose="02010600030101010101" pitchFamily="2" charset="-122"/>
              </a:rPr>
              <a:t>Excel</a:t>
            </a:r>
            <a:r>
              <a:rPr lang="zh-CN" altLang="en-US" dirty="0">
                <a:ea typeface="宋体" panose="02010600030101010101" pitchFamily="2" charset="-122"/>
              </a:rPr>
              <a:t>文件的读取 </a:t>
            </a:r>
            <a:endParaRPr lang="zh-CN" altLang="en-US" dirty="0">
              <a:ea typeface="宋体" panose="02010600030101010101" pitchFamily="2" charset="-122"/>
            </a:endParaRPr>
          </a:p>
        </p:txBody>
      </p:sp>
      <p:sp>
        <p:nvSpPr>
          <p:cNvPr id="15364" name="Text Box 4"/>
          <p:cNvSpPr txBox="1">
            <a:spLocks noChangeArrowheads="1"/>
          </p:cNvSpPr>
          <p:nvPr/>
        </p:nvSpPr>
        <p:spPr bwMode="auto">
          <a:xfrm>
            <a:off x="555879" y="2536437"/>
            <a:ext cx="12354223" cy="12238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14761" tIns="57381" rIns="114761" bIns="57381">
            <a:spAutoFit/>
          </a:bodyPr>
          <a:lstStyle/>
          <a:p>
            <a:pPr>
              <a:lnSpc>
                <a:spcPct val="200000"/>
              </a:lnSpc>
              <a:spcBef>
                <a:spcPct val="50000"/>
              </a:spcBef>
              <a:buFont typeface="Arial" panose="020B0604020202020204" pitchFamily="34" charset="0"/>
              <a:buNone/>
            </a:pPr>
            <a:r>
              <a:rPr lang="zh-CN" altLang="en-US" dirty="0" smtClean="0">
                <a:solidFill>
                  <a:srgbClr val="000000"/>
                </a:solidFill>
                <a:latin typeface="Arial" panose="020B0604020202020204" pitchFamily="34" charset="0"/>
              </a:rPr>
              <a:t>读取</a:t>
            </a:r>
            <a:r>
              <a:rPr lang="en-US" dirty="0" smtClean="0">
                <a:solidFill>
                  <a:srgbClr val="000000"/>
                </a:solidFill>
                <a:latin typeface="Arial" panose="020B0604020202020204" pitchFamily="34" charset="0"/>
              </a:rPr>
              <a:t>Excel</a:t>
            </a:r>
            <a:r>
              <a:rPr lang="zh-CN" altLang="en-US" dirty="0" smtClean="0">
                <a:solidFill>
                  <a:srgbClr val="000000"/>
                </a:solidFill>
                <a:latin typeface="Arial" panose="020B0604020202020204" pitchFamily="34" charset="0"/>
              </a:rPr>
              <a:t>电子文档通常有以下步骤：使用</a:t>
            </a:r>
            <a:r>
              <a:rPr lang="en-US" dirty="0" smtClean="0">
                <a:solidFill>
                  <a:srgbClr val="000000"/>
                </a:solidFill>
                <a:latin typeface="Arial" panose="020B0604020202020204" pitchFamily="34" charset="0"/>
              </a:rPr>
              <a:t>Excel</a:t>
            </a:r>
            <a:r>
              <a:rPr lang="zh-CN" altLang="en-US" dirty="0" smtClean="0">
                <a:solidFill>
                  <a:srgbClr val="000000"/>
                </a:solidFill>
                <a:latin typeface="Arial" panose="020B0604020202020204" pitchFamily="34" charset="0"/>
              </a:rPr>
              <a:t>文件的</a:t>
            </a:r>
            <a:r>
              <a:rPr lang="en-US" dirty="0" smtClean="0">
                <a:solidFill>
                  <a:srgbClr val="000000"/>
                </a:solidFill>
                <a:latin typeface="Arial" panose="020B0604020202020204" pitchFamily="34" charset="0"/>
              </a:rPr>
              <a:t>File</a:t>
            </a:r>
            <a:r>
              <a:rPr lang="zh-CN" altLang="en-US" dirty="0" smtClean="0">
                <a:solidFill>
                  <a:srgbClr val="000000"/>
                </a:solidFill>
                <a:latin typeface="Arial" panose="020B0604020202020204" pitchFamily="34" charset="0"/>
              </a:rPr>
              <a:t>对象类型创建输入流</a:t>
            </a:r>
            <a:r>
              <a:rPr lang="en-US" dirty="0" err="1" smtClean="0">
                <a:solidFill>
                  <a:srgbClr val="000000"/>
                </a:solidFill>
                <a:latin typeface="Arial" panose="020B0604020202020204" pitchFamily="34" charset="0"/>
              </a:rPr>
              <a:t>InputStream</a:t>
            </a:r>
            <a:r>
              <a:rPr lang="zh-CN" altLang="en-US" dirty="0" smtClean="0">
                <a:solidFill>
                  <a:srgbClr val="000000"/>
                </a:solidFill>
                <a:latin typeface="Arial" panose="020B0604020202020204" pitchFamily="34" charset="0"/>
              </a:rPr>
              <a:t>，然后使用</a:t>
            </a:r>
            <a:r>
              <a:rPr lang="en-US" dirty="0" err="1" smtClean="0">
                <a:solidFill>
                  <a:srgbClr val="000000"/>
                </a:solidFill>
                <a:latin typeface="Arial" panose="020B0604020202020204" pitchFamily="34" charset="0"/>
              </a:rPr>
              <a:t>jxl</a:t>
            </a:r>
            <a:r>
              <a:rPr lang="zh-CN" altLang="en-US" dirty="0" smtClean="0">
                <a:solidFill>
                  <a:srgbClr val="000000"/>
                </a:solidFill>
                <a:latin typeface="Arial" panose="020B0604020202020204" pitchFamily="34" charset="0"/>
              </a:rPr>
              <a:t>包中的</a:t>
            </a:r>
            <a:r>
              <a:rPr lang="en-US" dirty="0" smtClean="0">
                <a:solidFill>
                  <a:srgbClr val="000000"/>
                </a:solidFill>
                <a:latin typeface="Arial" panose="020B0604020202020204" pitchFamily="34" charset="0"/>
              </a:rPr>
              <a:t>Workbook</a:t>
            </a:r>
            <a:r>
              <a:rPr lang="zh-CN" altLang="en-US" dirty="0" smtClean="0">
                <a:solidFill>
                  <a:srgbClr val="000000"/>
                </a:solidFill>
                <a:latin typeface="Arial" panose="020B0604020202020204" pitchFamily="34" charset="0"/>
              </a:rPr>
              <a:t>对象创建</a:t>
            </a:r>
            <a:r>
              <a:rPr lang="en-US" dirty="0" smtClean="0">
                <a:solidFill>
                  <a:srgbClr val="000000"/>
                </a:solidFill>
                <a:latin typeface="Arial" panose="020B0604020202020204" pitchFamily="34" charset="0"/>
              </a:rPr>
              <a:t>Excel</a:t>
            </a:r>
            <a:r>
              <a:rPr lang="zh-CN" altLang="en-US" dirty="0" smtClean="0">
                <a:solidFill>
                  <a:srgbClr val="000000"/>
                </a:solidFill>
                <a:latin typeface="Arial" panose="020B0604020202020204" pitchFamily="34" charset="0"/>
              </a:rPr>
              <a:t>工作薄，通过</a:t>
            </a:r>
            <a:r>
              <a:rPr lang="en-US" dirty="0" smtClean="0">
                <a:solidFill>
                  <a:srgbClr val="000000"/>
                </a:solidFill>
                <a:latin typeface="Arial" panose="020B0604020202020204" pitchFamily="34" charset="0"/>
              </a:rPr>
              <a:t>Sheet</a:t>
            </a:r>
            <a:r>
              <a:rPr lang="zh-CN" altLang="en-US" dirty="0" smtClean="0">
                <a:solidFill>
                  <a:srgbClr val="000000"/>
                </a:solidFill>
                <a:latin typeface="Arial" panose="020B0604020202020204" pitchFamily="34" charset="0"/>
              </a:rPr>
              <a:t>对象从工作薄中获取工作表，最后使用</a:t>
            </a:r>
            <a:r>
              <a:rPr lang="en-US" dirty="0" smtClean="0">
                <a:solidFill>
                  <a:srgbClr val="000000"/>
                </a:solidFill>
                <a:latin typeface="Arial" panose="020B0604020202020204" pitchFamily="34" charset="0"/>
              </a:rPr>
              <a:t>Cell</a:t>
            </a:r>
            <a:r>
              <a:rPr lang="zh-CN" altLang="en-US" dirty="0" smtClean="0">
                <a:solidFill>
                  <a:srgbClr val="000000"/>
                </a:solidFill>
                <a:latin typeface="Arial" panose="020B0604020202020204" pitchFamily="34" charset="0"/>
              </a:rPr>
              <a:t>对象在工作表中得到某个单元格。</a:t>
            </a:r>
            <a:endParaRPr lang="zh-CN" altLang="en-US" dirty="0" smtClean="0">
              <a:solidFill>
                <a:srgbClr val="000000"/>
              </a:solidFill>
              <a:latin typeface="Arial" panose="020B0604020202020204" pitchFamily="34" charset="0"/>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1873007" y="654622"/>
            <a:ext cx="11264801" cy="656296"/>
          </a:xfrm>
        </p:spPr>
        <p:txBody>
          <a:bodyPr/>
          <a:lstStyle/>
          <a:p>
            <a:r>
              <a:rPr lang="en-US" dirty="0" smtClean="0">
                <a:ea typeface="宋体" panose="02010600030101010101" pitchFamily="2" charset="-122"/>
              </a:rPr>
              <a:t>Java </a:t>
            </a:r>
            <a:r>
              <a:rPr lang="en-US" dirty="0">
                <a:ea typeface="宋体" panose="02010600030101010101" pitchFamily="2" charset="-122"/>
              </a:rPr>
              <a:t>Web</a:t>
            </a:r>
            <a:r>
              <a:rPr lang="zh-CN" altLang="en-US" dirty="0">
                <a:ea typeface="宋体" panose="02010600030101010101" pitchFamily="2" charset="-122"/>
              </a:rPr>
              <a:t>应用中的</a:t>
            </a:r>
            <a:r>
              <a:rPr lang="en-US" dirty="0">
                <a:ea typeface="宋体" panose="02010600030101010101" pitchFamily="2" charset="-122"/>
              </a:rPr>
              <a:t>Excel</a:t>
            </a:r>
            <a:r>
              <a:rPr lang="zh-CN" altLang="en-US" dirty="0">
                <a:ea typeface="宋体" panose="02010600030101010101" pitchFamily="2" charset="-122"/>
              </a:rPr>
              <a:t>文件读取操作 </a:t>
            </a:r>
            <a:endParaRPr lang="zh-CN" altLang="en-US" dirty="0">
              <a:ea typeface="宋体" panose="02010600030101010101" pitchFamily="2" charset="-122"/>
            </a:endParaRPr>
          </a:p>
        </p:txBody>
      </p:sp>
      <p:sp>
        <p:nvSpPr>
          <p:cNvPr id="16387" name="Rectangle 3"/>
          <p:cNvSpPr>
            <a:spLocks noGrp="1" noChangeArrowheads="1"/>
          </p:cNvSpPr>
          <p:nvPr>
            <p:ph type="body" idx="1"/>
          </p:nvPr>
        </p:nvSpPr>
        <p:spPr>
          <a:xfrm>
            <a:off x="859488" y="1634047"/>
            <a:ext cx="12253763" cy="532403"/>
          </a:xfrm>
        </p:spPr>
        <p:txBody>
          <a:bodyPr/>
          <a:lstStyle/>
          <a:p>
            <a:r>
              <a:rPr lang="en-US" dirty="0" smtClean="0">
                <a:ea typeface="宋体" panose="02010600030101010101" pitchFamily="2" charset="-122"/>
              </a:rPr>
              <a:t>Excel</a:t>
            </a:r>
            <a:r>
              <a:rPr lang="zh-CN" altLang="en-US" dirty="0">
                <a:ea typeface="宋体" panose="02010600030101010101" pitchFamily="2" charset="-122"/>
              </a:rPr>
              <a:t>文件的写入 </a:t>
            </a:r>
            <a:endParaRPr lang="zh-CN" altLang="en-US" dirty="0">
              <a:ea typeface="宋体" panose="02010600030101010101" pitchFamily="2" charset="-122"/>
            </a:endParaRPr>
          </a:p>
        </p:txBody>
      </p:sp>
      <p:sp>
        <p:nvSpPr>
          <p:cNvPr id="16388" name="Text Box 4"/>
          <p:cNvSpPr txBox="1">
            <a:spLocks noChangeArrowheads="1"/>
          </p:cNvSpPr>
          <p:nvPr/>
        </p:nvSpPr>
        <p:spPr bwMode="auto">
          <a:xfrm>
            <a:off x="252269" y="2774527"/>
            <a:ext cx="12354223" cy="17778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14761" tIns="57381" rIns="114761" bIns="57381">
            <a:spAutoFit/>
          </a:bodyPr>
          <a:lstStyle/>
          <a:p>
            <a:pPr>
              <a:lnSpc>
                <a:spcPct val="200000"/>
              </a:lnSpc>
              <a:spcBef>
                <a:spcPct val="50000"/>
              </a:spcBef>
              <a:buFont typeface="Arial" panose="020B0604020202020204" pitchFamily="34" charset="0"/>
              <a:buNone/>
            </a:pPr>
            <a:r>
              <a:rPr lang="zh-CN" altLang="en-US" dirty="0" smtClean="0">
                <a:solidFill>
                  <a:srgbClr val="000000"/>
                </a:solidFill>
                <a:latin typeface="Arial" panose="020B0604020202020204" pitchFamily="34" charset="0"/>
              </a:rPr>
              <a:t>在使用</a:t>
            </a:r>
            <a:r>
              <a:rPr lang="en-US" dirty="0" err="1" smtClean="0">
                <a:solidFill>
                  <a:srgbClr val="000000"/>
                </a:solidFill>
                <a:latin typeface="Arial" panose="020B0604020202020204" pitchFamily="34" charset="0"/>
              </a:rPr>
              <a:t>jxl</a:t>
            </a:r>
            <a:r>
              <a:rPr lang="zh-CN" altLang="en-US" dirty="0" smtClean="0">
                <a:solidFill>
                  <a:srgbClr val="000000"/>
                </a:solidFill>
                <a:latin typeface="Arial" panose="020B0604020202020204" pitchFamily="34" charset="0"/>
              </a:rPr>
              <a:t>生成电子文档时，其主要过程与读取</a:t>
            </a:r>
            <a:r>
              <a:rPr lang="en-US" dirty="0" smtClean="0">
                <a:solidFill>
                  <a:srgbClr val="000000"/>
                </a:solidFill>
                <a:latin typeface="Arial" panose="020B0604020202020204" pitchFamily="34" charset="0"/>
              </a:rPr>
              <a:t>Excel</a:t>
            </a:r>
            <a:r>
              <a:rPr lang="zh-CN" altLang="en-US" dirty="0" smtClean="0">
                <a:solidFill>
                  <a:srgbClr val="000000"/>
                </a:solidFill>
                <a:latin typeface="Arial" panose="020B0604020202020204" pitchFamily="34" charset="0"/>
              </a:rPr>
              <a:t>文档类似，也分为以下几步：首先使用</a:t>
            </a:r>
            <a:r>
              <a:rPr lang="en-US" dirty="0" err="1" smtClean="0">
                <a:solidFill>
                  <a:srgbClr val="000000"/>
                </a:solidFill>
                <a:latin typeface="Arial" panose="020B0604020202020204" pitchFamily="34" charset="0"/>
              </a:rPr>
              <a:t>OutputStream</a:t>
            </a:r>
            <a:r>
              <a:rPr lang="en-US" dirty="0" smtClean="0">
                <a:solidFill>
                  <a:srgbClr val="000000"/>
                </a:solidFill>
                <a:latin typeface="Arial" panose="020B0604020202020204" pitchFamily="34" charset="0"/>
              </a:rPr>
              <a:t> </a:t>
            </a:r>
            <a:r>
              <a:rPr lang="en-US" dirty="0" err="1" smtClean="0">
                <a:solidFill>
                  <a:srgbClr val="000000"/>
                </a:solidFill>
                <a:latin typeface="Arial" panose="020B0604020202020204" pitchFamily="34" charset="0"/>
              </a:rPr>
              <a:t>os</a:t>
            </a:r>
            <a:r>
              <a:rPr lang="en-US" dirty="0" smtClean="0">
                <a:solidFill>
                  <a:srgbClr val="000000"/>
                </a:solidFill>
                <a:latin typeface="Arial" panose="020B0604020202020204" pitchFamily="34" charset="0"/>
              </a:rPr>
              <a:t>=new </a:t>
            </a:r>
            <a:r>
              <a:rPr lang="en-US" dirty="0" err="1" smtClean="0">
                <a:solidFill>
                  <a:srgbClr val="000000"/>
                </a:solidFill>
                <a:latin typeface="Arial" panose="020B0604020202020204" pitchFamily="34" charset="0"/>
              </a:rPr>
              <a:t>FileOutputStream</a:t>
            </a:r>
            <a:r>
              <a:rPr lang="en-US" dirty="0" smtClean="0">
                <a:solidFill>
                  <a:srgbClr val="000000"/>
                </a:solidFill>
                <a:latin typeface="Arial" panose="020B0604020202020204" pitchFamily="34" charset="0"/>
              </a:rPr>
              <a:t>("c:\\excel2.xls")</a:t>
            </a:r>
            <a:r>
              <a:rPr lang="zh-CN" altLang="en-US" dirty="0" smtClean="0">
                <a:solidFill>
                  <a:srgbClr val="000000"/>
                </a:solidFill>
                <a:latin typeface="Arial" panose="020B0604020202020204" pitchFamily="34" charset="0"/>
              </a:rPr>
              <a:t>语句新建一个</a:t>
            </a:r>
            <a:r>
              <a:rPr lang="en-US" dirty="0" smtClean="0">
                <a:solidFill>
                  <a:srgbClr val="000000"/>
                </a:solidFill>
                <a:latin typeface="Arial" panose="020B0604020202020204" pitchFamily="34" charset="0"/>
              </a:rPr>
              <a:t>Excel</a:t>
            </a:r>
            <a:r>
              <a:rPr lang="zh-CN" altLang="en-US" dirty="0" smtClean="0">
                <a:solidFill>
                  <a:srgbClr val="000000"/>
                </a:solidFill>
                <a:latin typeface="Arial" panose="020B0604020202020204" pitchFamily="34" charset="0"/>
              </a:rPr>
              <a:t>文件，然后通过</a:t>
            </a:r>
            <a:r>
              <a:rPr lang="en-US" dirty="0" err="1" smtClean="0">
                <a:solidFill>
                  <a:srgbClr val="000000"/>
                </a:solidFill>
                <a:latin typeface="Arial" panose="020B0604020202020204" pitchFamily="34" charset="0"/>
              </a:rPr>
              <a:t>jxl.write.WritableWorkbook</a:t>
            </a:r>
            <a:r>
              <a:rPr lang="en-US" dirty="0" smtClean="0">
                <a:solidFill>
                  <a:srgbClr val="000000"/>
                </a:solidFill>
                <a:latin typeface="Arial" panose="020B0604020202020204" pitchFamily="34" charset="0"/>
              </a:rPr>
              <a:t> </a:t>
            </a:r>
            <a:r>
              <a:rPr lang="en-US" dirty="0" err="1" smtClean="0">
                <a:solidFill>
                  <a:srgbClr val="000000"/>
                </a:solidFill>
                <a:latin typeface="Arial" panose="020B0604020202020204" pitchFamily="34" charset="0"/>
              </a:rPr>
              <a:t>wwb</a:t>
            </a:r>
            <a:r>
              <a:rPr lang="en-US" dirty="0" smtClean="0">
                <a:solidFill>
                  <a:srgbClr val="000000"/>
                </a:solidFill>
                <a:latin typeface="Arial" panose="020B0604020202020204" pitchFamily="34" charset="0"/>
              </a:rPr>
              <a:t> = </a:t>
            </a:r>
            <a:r>
              <a:rPr lang="en-US" dirty="0" err="1" smtClean="0">
                <a:solidFill>
                  <a:srgbClr val="000000"/>
                </a:solidFill>
                <a:latin typeface="Arial" panose="020B0604020202020204" pitchFamily="34" charset="0"/>
              </a:rPr>
              <a:t>Workbook.createWorkbook</a:t>
            </a:r>
            <a:r>
              <a:rPr lang="en-US" dirty="0" smtClean="0">
                <a:solidFill>
                  <a:srgbClr val="000000"/>
                </a:solidFill>
                <a:latin typeface="Arial" panose="020B0604020202020204" pitchFamily="34" charset="0"/>
              </a:rPr>
              <a:t>(new File(</a:t>
            </a:r>
            <a:r>
              <a:rPr lang="en-US" dirty="0" err="1" smtClean="0">
                <a:solidFill>
                  <a:srgbClr val="000000"/>
                </a:solidFill>
                <a:latin typeface="Arial" panose="020B0604020202020204" pitchFamily="34" charset="0"/>
              </a:rPr>
              <a:t>os</a:t>
            </a:r>
            <a:r>
              <a:rPr lang="en-US" dirty="0" smtClean="0">
                <a:solidFill>
                  <a:srgbClr val="000000"/>
                </a:solidFill>
                <a:latin typeface="Arial" panose="020B0604020202020204" pitchFamily="34" charset="0"/>
              </a:rPr>
              <a:t>))</a:t>
            </a:r>
            <a:r>
              <a:rPr lang="zh-CN" altLang="en-US" dirty="0" smtClean="0">
                <a:solidFill>
                  <a:srgbClr val="000000"/>
                </a:solidFill>
                <a:latin typeface="Arial" panose="020B0604020202020204" pitchFamily="34" charset="0"/>
              </a:rPr>
              <a:t>语句创建</a:t>
            </a:r>
            <a:r>
              <a:rPr lang="en-US" dirty="0" smtClean="0">
                <a:solidFill>
                  <a:srgbClr val="000000"/>
                </a:solidFill>
                <a:latin typeface="Arial" panose="020B0604020202020204" pitchFamily="34" charset="0"/>
              </a:rPr>
              <a:t>Excel</a:t>
            </a:r>
            <a:r>
              <a:rPr lang="zh-CN" altLang="en-US" dirty="0" smtClean="0">
                <a:solidFill>
                  <a:srgbClr val="000000"/>
                </a:solidFill>
                <a:latin typeface="Arial" panose="020B0604020202020204" pitchFamily="34" charset="0"/>
              </a:rPr>
              <a:t>文件的工作簿，最后向</a:t>
            </a:r>
            <a:r>
              <a:rPr lang="en-US" dirty="0" smtClean="0">
                <a:solidFill>
                  <a:srgbClr val="000000"/>
                </a:solidFill>
                <a:latin typeface="Arial" panose="020B0604020202020204" pitchFamily="34" charset="0"/>
              </a:rPr>
              <a:t>Excel</a:t>
            </a:r>
            <a:r>
              <a:rPr lang="zh-CN" altLang="en-US" dirty="0" smtClean="0">
                <a:solidFill>
                  <a:srgbClr val="000000"/>
                </a:solidFill>
                <a:latin typeface="Arial" panose="020B0604020202020204" pitchFamily="34" charset="0"/>
              </a:rPr>
              <a:t>文件中写入数据。 </a:t>
            </a:r>
            <a:endParaRPr lang="zh-CN" altLang="en-US" dirty="0" smtClean="0">
              <a:solidFill>
                <a:srgbClr val="000000"/>
              </a:solidFill>
              <a:latin typeface="Arial" panose="020B0604020202020204" pitchFamily="34" charset="0"/>
            </a:endParaRP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xfrm>
            <a:off x="1873007" y="654622"/>
            <a:ext cx="11264801" cy="656296"/>
          </a:xfrm>
        </p:spPr>
        <p:txBody>
          <a:bodyPr/>
          <a:lstStyle/>
          <a:p>
            <a:r>
              <a:rPr lang="en-US" dirty="0" smtClean="0">
                <a:ea typeface="宋体" panose="02010600030101010101" pitchFamily="2" charset="-122"/>
              </a:rPr>
              <a:t>Java </a:t>
            </a:r>
            <a:r>
              <a:rPr lang="en-US" dirty="0">
                <a:ea typeface="宋体" panose="02010600030101010101" pitchFamily="2" charset="-122"/>
              </a:rPr>
              <a:t>Web</a:t>
            </a:r>
            <a:r>
              <a:rPr lang="zh-CN" altLang="en-US" dirty="0">
                <a:ea typeface="宋体" panose="02010600030101010101" pitchFamily="2" charset="-122"/>
              </a:rPr>
              <a:t>应用中的</a:t>
            </a:r>
            <a:r>
              <a:rPr lang="en-US" dirty="0">
                <a:ea typeface="宋体" panose="02010600030101010101" pitchFamily="2" charset="-122"/>
              </a:rPr>
              <a:t>Excel</a:t>
            </a:r>
            <a:r>
              <a:rPr lang="zh-CN" altLang="en-US" dirty="0">
                <a:ea typeface="宋体" panose="02010600030101010101" pitchFamily="2" charset="-122"/>
              </a:rPr>
              <a:t>文件读取操作 </a:t>
            </a:r>
            <a:endParaRPr lang="zh-CN" altLang="en-US" dirty="0">
              <a:ea typeface="宋体" panose="02010600030101010101" pitchFamily="2" charset="-122"/>
            </a:endParaRPr>
          </a:p>
        </p:txBody>
      </p:sp>
      <p:sp>
        <p:nvSpPr>
          <p:cNvPr id="17411" name="Rectangle 3"/>
          <p:cNvSpPr>
            <a:spLocks noGrp="1" noChangeArrowheads="1"/>
          </p:cNvSpPr>
          <p:nvPr>
            <p:ph type="body" idx="1"/>
          </p:nvPr>
        </p:nvSpPr>
        <p:spPr>
          <a:xfrm>
            <a:off x="859488" y="1935727"/>
            <a:ext cx="12253763" cy="532403"/>
          </a:xfrm>
        </p:spPr>
        <p:txBody>
          <a:bodyPr/>
          <a:lstStyle/>
          <a:p>
            <a:r>
              <a:rPr lang="zh-CN" altLang="en-US" dirty="0" smtClean="0">
                <a:ea typeface="宋体" panose="02010600030101010101" pitchFamily="2" charset="-122"/>
              </a:rPr>
              <a:t>一</a:t>
            </a:r>
            <a:r>
              <a:rPr lang="zh-CN" altLang="en-US" dirty="0">
                <a:ea typeface="宋体" panose="02010600030101010101" pitchFamily="2" charset="-122"/>
              </a:rPr>
              <a:t>个读取</a:t>
            </a:r>
            <a:r>
              <a:rPr lang="en-US" dirty="0">
                <a:ea typeface="宋体" panose="02010600030101010101" pitchFamily="2" charset="-122"/>
              </a:rPr>
              <a:t>Excel</a:t>
            </a:r>
            <a:r>
              <a:rPr lang="zh-CN" altLang="en-US" dirty="0">
                <a:ea typeface="宋体" panose="02010600030101010101" pitchFamily="2" charset="-122"/>
              </a:rPr>
              <a:t>文件的应用程序体验 </a:t>
            </a:r>
            <a:endParaRPr lang="zh-CN" altLang="en-US" dirty="0">
              <a:ea typeface="宋体" panose="02010600030101010101" pitchFamily="2" charset="-122"/>
            </a:endParaRPr>
          </a:p>
        </p:txBody>
      </p:sp>
      <p:sp>
        <p:nvSpPr>
          <p:cNvPr id="17412" name="Text Box 4"/>
          <p:cNvSpPr txBox="1">
            <a:spLocks noChangeArrowheads="1"/>
          </p:cNvSpPr>
          <p:nvPr/>
        </p:nvSpPr>
        <p:spPr bwMode="auto">
          <a:xfrm>
            <a:off x="252269" y="2702519"/>
            <a:ext cx="12354223" cy="17778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14761" tIns="57381" rIns="114761" bIns="57381">
            <a:spAutoFit/>
          </a:bodyPr>
          <a:lstStyle/>
          <a:p>
            <a:pPr>
              <a:lnSpc>
                <a:spcPct val="200000"/>
              </a:lnSpc>
              <a:spcBef>
                <a:spcPct val="50000"/>
              </a:spcBef>
              <a:buFont typeface="Arial" panose="020B0604020202020204" pitchFamily="34" charset="0"/>
              <a:buNone/>
            </a:pPr>
            <a:r>
              <a:rPr lang="en-US" smtClean="0">
                <a:solidFill>
                  <a:srgbClr val="000000"/>
                </a:solidFill>
                <a:latin typeface="Arial" panose="020B0604020202020204" pitchFamily="34" charset="0"/>
              </a:rPr>
              <a:t>Java Excel API</a:t>
            </a:r>
            <a:r>
              <a:rPr lang="zh-CN" altLang="en-US" smtClean="0">
                <a:solidFill>
                  <a:srgbClr val="000000"/>
                </a:solidFill>
                <a:latin typeface="Arial" panose="020B0604020202020204" pitchFamily="34" charset="0"/>
              </a:rPr>
              <a:t>也提供了一些工厂方法用于设定写入</a:t>
            </a:r>
            <a:r>
              <a:rPr lang="en-US" smtClean="0">
                <a:solidFill>
                  <a:srgbClr val="000000"/>
                </a:solidFill>
                <a:latin typeface="Arial" panose="020B0604020202020204" pitchFamily="34" charset="0"/>
              </a:rPr>
              <a:t>Excel</a:t>
            </a:r>
            <a:r>
              <a:rPr lang="zh-CN" altLang="en-US" smtClean="0">
                <a:solidFill>
                  <a:srgbClr val="000000"/>
                </a:solidFill>
                <a:latin typeface="Arial" panose="020B0604020202020204" pitchFamily="34" charset="0"/>
              </a:rPr>
              <a:t>电子文档中的数据的样式、类型及单元格样式。例如：添加的字体样式</a:t>
            </a:r>
            <a:r>
              <a:rPr lang="en-US" smtClean="0">
                <a:solidFill>
                  <a:srgbClr val="000000"/>
                </a:solidFill>
                <a:latin typeface="Arial" panose="020B0604020202020204" pitchFamily="34" charset="0"/>
              </a:rPr>
              <a:t>jxl.write.WritableFont wf = new jxl.write.WritableFont(WritableFont.TIMES, 18, WritableFont.BOLD, true); </a:t>
            </a:r>
            <a:r>
              <a:rPr lang="zh-CN" altLang="en-US" smtClean="0">
                <a:solidFill>
                  <a:srgbClr val="000000"/>
                </a:solidFill>
                <a:latin typeface="Arial" panose="020B0604020202020204" pitchFamily="34" charset="0"/>
              </a:rPr>
              <a:t>添加</a:t>
            </a:r>
            <a:r>
              <a:rPr lang="en-US" smtClean="0">
                <a:solidFill>
                  <a:srgbClr val="000000"/>
                </a:solidFill>
                <a:latin typeface="Arial" panose="020B0604020202020204" pitchFamily="34" charset="0"/>
              </a:rPr>
              <a:t>Boolean</a:t>
            </a:r>
            <a:r>
              <a:rPr lang="zh-CN" altLang="en-US" smtClean="0">
                <a:solidFill>
                  <a:srgbClr val="000000"/>
                </a:solidFill>
                <a:latin typeface="Arial" panose="020B0604020202020204" pitchFamily="34" charset="0"/>
              </a:rPr>
              <a:t>对象</a:t>
            </a:r>
            <a:r>
              <a:rPr lang="en-US" smtClean="0">
                <a:solidFill>
                  <a:srgbClr val="000000"/>
                </a:solidFill>
                <a:latin typeface="Arial" panose="020B0604020202020204" pitchFamily="34" charset="0"/>
              </a:rPr>
              <a:t>jxl.write.Boolean labelB = new jxl.write.Boolean(0, 2, false)</a:t>
            </a:r>
            <a:r>
              <a:rPr lang="zh-CN" altLang="en-US" smtClean="0">
                <a:solidFill>
                  <a:srgbClr val="000000"/>
                </a:solidFill>
                <a:latin typeface="Arial" panose="020B0604020202020204" pitchFamily="34" charset="0"/>
              </a:rPr>
              <a:t>等等。具体可参见</a:t>
            </a:r>
            <a:r>
              <a:rPr lang="en-US" smtClean="0">
                <a:solidFill>
                  <a:srgbClr val="000000"/>
                </a:solidFill>
                <a:latin typeface="Arial" panose="020B0604020202020204" pitchFamily="34" charset="0"/>
              </a:rPr>
              <a:t>Java Excel API</a:t>
            </a:r>
            <a:r>
              <a:rPr lang="zh-CN" altLang="en-US" smtClean="0">
                <a:solidFill>
                  <a:srgbClr val="000000"/>
                </a:solidFill>
                <a:latin typeface="Arial" panose="020B0604020202020204" pitchFamily="34" charset="0"/>
              </a:rPr>
              <a:t>。 </a:t>
            </a:r>
            <a:endParaRPr lang="zh-CN" altLang="en-US" smtClean="0">
              <a:solidFill>
                <a:srgbClr val="000000"/>
              </a:solidFill>
              <a:latin typeface="Arial" panose="020B0604020202020204" pitchFamily="34" charset="0"/>
            </a:endParaRP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zh-CN" altLang="en-US">
                <a:ea typeface="宋体" panose="02010600030101010101" pitchFamily="2" charset="-122"/>
              </a:rPr>
              <a:t>实战演练 </a:t>
            </a:r>
            <a:endParaRPr lang="zh-CN" altLang="en-US">
              <a:ea typeface="宋体" panose="02010600030101010101" pitchFamily="2" charset="-122"/>
            </a:endParaRPr>
          </a:p>
        </p:txBody>
      </p:sp>
      <p:sp>
        <p:nvSpPr>
          <p:cNvPr id="23555" name="Text Box 3"/>
          <p:cNvSpPr txBox="1">
            <a:spLocks noChangeArrowheads="1"/>
          </p:cNvSpPr>
          <p:nvPr/>
        </p:nvSpPr>
        <p:spPr bwMode="auto">
          <a:xfrm>
            <a:off x="252266" y="1690968"/>
            <a:ext cx="12354223" cy="6145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14789" tIns="57394" rIns="114789" bIns="57394">
            <a:spAutoFit/>
          </a:bodyPr>
          <a:lstStyle/>
          <a:p>
            <a:pPr>
              <a:lnSpc>
                <a:spcPct val="180000"/>
              </a:lnSpc>
              <a:buFont typeface="Arial" panose="020B0604020202020204" pitchFamily="34" charset="0"/>
              <a:buNone/>
            </a:pPr>
            <a:r>
              <a:rPr lang="en-US" dirty="0" smtClean="0">
                <a:solidFill>
                  <a:srgbClr val="000000"/>
                </a:solidFill>
                <a:latin typeface="Arial" panose="020B0604020202020204" pitchFamily="34" charset="0"/>
              </a:rPr>
              <a:t>[</a:t>
            </a:r>
            <a:r>
              <a:rPr lang="zh-CN" altLang="en-US" dirty="0" smtClean="0">
                <a:solidFill>
                  <a:srgbClr val="000000"/>
                </a:solidFill>
                <a:latin typeface="Arial" panose="020B0604020202020204" pitchFamily="34" charset="0"/>
              </a:rPr>
              <a:t>实战 </a:t>
            </a:r>
            <a:r>
              <a:rPr lang="en-US" dirty="0" smtClean="0">
                <a:solidFill>
                  <a:srgbClr val="000000"/>
                </a:solidFill>
                <a:latin typeface="Arial" panose="020B0604020202020204" pitchFamily="34" charset="0"/>
              </a:rPr>
              <a:t>9-1] </a:t>
            </a:r>
            <a:r>
              <a:rPr lang="zh-CN" altLang="en-US" dirty="0" smtClean="0">
                <a:solidFill>
                  <a:srgbClr val="000000"/>
                </a:solidFill>
                <a:latin typeface="Arial" panose="020B0604020202020204" pitchFamily="34" charset="0"/>
              </a:rPr>
              <a:t>尝试修改 “例程</a:t>
            </a:r>
            <a:r>
              <a:rPr lang="en-US" dirty="0" smtClean="0">
                <a:solidFill>
                  <a:srgbClr val="000000"/>
                </a:solidFill>
                <a:latin typeface="Arial" panose="020B0604020202020204" pitchFamily="34" charset="0"/>
              </a:rPr>
              <a:t>9-14   </a:t>
            </a:r>
            <a:r>
              <a:rPr lang="en-US" dirty="0" err="1" smtClean="0">
                <a:solidFill>
                  <a:srgbClr val="000000"/>
                </a:solidFill>
                <a:latin typeface="Arial" panose="020B0604020202020204" pitchFamily="34" charset="0"/>
              </a:rPr>
              <a:t>test.jsp</a:t>
            </a:r>
            <a:r>
              <a:rPr lang="en-US" dirty="0" smtClean="0">
                <a:solidFill>
                  <a:srgbClr val="000000"/>
                </a:solidFill>
                <a:latin typeface="Arial" panose="020B0604020202020204" pitchFamily="34" charset="0"/>
              </a:rPr>
              <a:t>”</a:t>
            </a:r>
            <a:r>
              <a:rPr lang="zh-CN" altLang="en-US" dirty="0" smtClean="0">
                <a:solidFill>
                  <a:srgbClr val="000000"/>
                </a:solidFill>
                <a:latin typeface="Arial" panose="020B0604020202020204" pitchFamily="34" charset="0"/>
              </a:rPr>
              <a:t>，使其将</a:t>
            </a:r>
            <a:r>
              <a:rPr lang="en-US" dirty="0" smtClean="0">
                <a:solidFill>
                  <a:srgbClr val="000000"/>
                </a:solidFill>
                <a:latin typeface="Arial" panose="020B0604020202020204" pitchFamily="34" charset="0"/>
              </a:rPr>
              <a:t>excel.xls</a:t>
            </a:r>
            <a:r>
              <a:rPr lang="zh-CN" altLang="en-US" dirty="0" smtClean="0">
                <a:solidFill>
                  <a:srgbClr val="000000"/>
                </a:solidFill>
                <a:latin typeface="Arial" panose="020B0604020202020204" pitchFamily="34" charset="0"/>
              </a:rPr>
              <a:t>中导入的数据存入到数据库对应的表中。数据库表结构如下： </a:t>
            </a:r>
            <a:endParaRPr lang="zh-CN" altLang="en-US" dirty="0" smtClean="0">
              <a:solidFill>
                <a:srgbClr val="000000"/>
              </a:solidFill>
              <a:latin typeface="Arial" panose="020B0604020202020204" pitchFamily="34" charset="0"/>
            </a:endParaRPr>
          </a:p>
        </p:txBody>
      </p:sp>
      <p:sp>
        <p:nvSpPr>
          <p:cNvPr id="23556" name="Text Box 4"/>
          <p:cNvSpPr txBox="1">
            <a:spLocks noChangeArrowheads="1"/>
          </p:cNvSpPr>
          <p:nvPr/>
        </p:nvSpPr>
        <p:spPr bwMode="auto">
          <a:xfrm>
            <a:off x="352724" y="5817931"/>
            <a:ext cx="12153305" cy="3929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14789" tIns="57394" rIns="114789" bIns="57394">
            <a:spAutoFit/>
          </a:bodyPr>
          <a:lstStyle/>
          <a:p>
            <a:pPr>
              <a:spcBef>
                <a:spcPct val="50000"/>
              </a:spcBef>
              <a:buFont typeface="Arial" panose="020B0604020202020204" pitchFamily="34" charset="0"/>
              <a:buNone/>
            </a:pPr>
            <a:endParaRPr lang="zh-CN" altLang="en-US" smtClean="0">
              <a:solidFill>
                <a:srgbClr val="000000"/>
              </a:solidFill>
              <a:latin typeface="Arial" panose="020B0604020202020204" pitchFamily="34" charset="0"/>
            </a:endParaRPr>
          </a:p>
        </p:txBody>
      </p:sp>
      <p:pic>
        <p:nvPicPr>
          <p:cNvPr id="23557" name="Picture 5"/>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52724" y="2896245"/>
            <a:ext cx="11543853" cy="13628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 name="直角三角形 10"/>
          <p:cNvSpPr/>
          <p:nvPr/>
        </p:nvSpPr>
        <p:spPr>
          <a:xfrm rot="8100000">
            <a:off x="1283635" y="4133852"/>
            <a:ext cx="6197937" cy="6197597"/>
          </a:xfrm>
          <a:prstGeom prst="rtTriangle">
            <a:avLst/>
          </a:prstGeom>
          <a:blipFill dpi="0" rotWithShape="0">
            <a:blip r:embed="rId1" cstate="screen"/>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lIns="128583" tIns="64291" rIns="128583" bIns="64291" rtlCol="0" anchor="ctr"/>
          <a:lstStyle/>
          <a:p>
            <a:pPr algn="ctr"/>
            <a:endParaRPr lang="zh-CN" altLang="en-US" sz="1400">
              <a:solidFill>
                <a:prstClr val="white"/>
              </a:solidFill>
              <a:cs typeface="+mn-ea"/>
              <a:sym typeface="+mn-lt"/>
            </a:endParaRPr>
          </a:p>
        </p:txBody>
      </p:sp>
      <p:sp>
        <p:nvSpPr>
          <p:cNvPr id="7" name="直角三角形 6"/>
          <p:cNvSpPr/>
          <p:nvPr/>
        </p:nvSpPr>
        <p:spPr>
          <a:xfrm rot="13500000" flipV="1">
            <a:off x="2701051" y="-3658558"/>
            <a:ext cx="7316717" cy="7317118"/>
          </a:xfrm>
          <a:prstGeom prst="rtTriangle">
            <a:avLst/>
          </a:prstGeom>
          <a:solidFill>
            <a:srgbClr val="D0CECE"/>
          </a:solidFill>
          <a:ln>
            <a:noFill/>
          </a:ln>
        </p:spPr>
        <p:style>
          <a:lnRef idx="2">
            <a:schemeClr val="accent1">
              <a:shade val="50000"/>
            </a:schemeClr>
          </a:lnRef>
          <a:fillRef idx="1">
            <a:schemeClr val="accent1"/>
          </a:fillRef>
          <a:effectRef idx="0">
            <a:schemeClr val="accent1"/>
          </a:effectRef>
          <a:fontRef idx="minor">
            <a:schemeClr val="lt1"/>
          </a:fontRef>
        </p:style>
        <p:txBody>
          <a:bodyPr lIns="128583" tIns="64291" rIns="128583" bIns="64291" rtlCol="0" anchor="ctr"/>
          <a:lstStyle/>
          <a:p>
            <a:pPr algn="ctr"/>
            <a:endParaRPr lang="zh-CN" altLang="en-US" sz="1400">
              <a:solidFill>
                <a:prstClr val="white"/>
              </a:solidFill>
              <a:cs typeface="+mn-ea"/>
              <a:sym typeface="+mn-lt"/>
            </a:endParaRPr>
          </a:p>
        </p:txBody>
      </p:sp>
      <p:sp>
        <p:nvSpPr>
          <p:cNvPr id="3" name="直角三角形 2"/>
          <p:cNvSpPr/>
          <p:nvPr/>
        </p:nvSpPr>
        <p:spPr>
          <a:xfrm rot="8100000">
            <a:off x="6909309" y="4826403"/>
            <a:ext cx="4812758" cy="4812494"/>
          </a:xfrm>
          <a:prstGeom prst="rtTriangle">
            <a:avLst/>
          </a:prstGeom>
          <a:solidFill>
            <a:srgbClr val="43536A"/>
          </a:solidFill>
          <a:ln>
            <a:noFill/>
          </a:ln>
        </p:spPr>
        <p:style>
          <a:lnRef idx="2">
            <a:schemeClr val="accent1">
              <a:shade val="50000"/>
            </a:schemeClr>
          </a:lnRef>
          <a:fillRef idx="1">
            <a:schemeClr val="accent1"/>
          </a:fillRef>
          <a:effectRef idx="0">
            <a:schemeClr val="accent1"/>
          </a:effectRef>
          <a:fontRef idx="minor">
            <a:schemeClr val="lt1"/>
          </a:fontRef>
        </p:style>
        <p:txBody>
          <a:bodyPr lIns="128583" tIns="64291" rIns="128583" bIns="64291" rtlCol="0" anchor="ctr"/>
          <a:lstStyle/>
          <a:p>
            <a:pPr algn="ctr"/>
            <a:endParaRPr lang="zh-CN" altLang="en-US" sz="1400">
              <a:solidFill>
                <a:prstClr val="white"/>
              </a:solidFill>
              <a:cs typeface="+mn-ea"/>
              <a:sym typeface="+mn-lt"/>
            </a:endParaRPr>
          </a:p>
        </p:txBody>
      </p:sp>
      <p:sp>
        <p:nvSpPr>
          <p:cNvPr id="9" name="TextBox 76"/>
          <p:cNvSpPr txBox="1"/>
          <p:nvPr/>
        </p:nvSpPr>
        <p:spPr>
          <a:xfrm>
            <a:off x="2674681" y="1672109"/>
            <a:ext cx="7491529" cy="683835"/>
          </a:xfrm>
          <a:prstGeom prst="rect">
            <a:avLst/>
          </a:prstGeom>
          <a:noFill/>
        </p:spPr>
        <p:txBody>
          <a:bodyPr wrap="none" lIns="128583" tIns="64291" rIns="128583" bIns="64291" rtlCol="0">
            <a:spAutoFit/>
          </a:bodyPr>
          <a:lstStyle/>
          <a:p>
            <a:pPr algn="ctr"/>
            <a:r>
              <a:rPr kumimoji="1" lang="en-US" altLang="zh-CN" sz="3600" b="1" dirty="0">
                <a:solidFill>
                  <a:srgbClr val="43536A"/>
                </a:solidFill>
                <a:cs typeface="+mn-ea"/>
              </a:rPr>
              <a:t>9.4  Java Web</a:t>
            </a:r>
            <a:r>
              <a:rPr kumimoji="1" lang="zh-CN" altLang="zh-CN" sz="3600" b="1" dirty="0">
                <a:solidFill>
                  <a:srgbClr val="43536A"/>
                </a:solidFill>
                <a:cs typeface="+mn-ea"/>
              </a:rPr>
              <a:t>应用中的动态生成</a:t>
            </a:r>
            <a:r>
              <a:rPr kumimoji="1" lang="zh-CN" altLang="zh-CN" sz="3600" b="1" dirty="0" smtClean="0">
                <a:solidFill>
                  <a:srgbClr val="43536A"/>
                </a:solidFill>
                <a:cs typeface="+mn-ea"/>
              </a:rPr>
              <a:t>图像</a:t>
            </a:r>
            <a:endParaRPr kumimoji="1" lang="zh-CN" altLang="en-US" sz="3600" b="1" dirty="0">
              <a:solidFill>
                <a:srgbClr val="43536A"/>
              </a:solidFill>
              <a:cs typeface="+mn-ea"/>
              <a:sym typeface="+mn-lt"/>
            </a:endParaRPr>
          </a:p>
        </p:txBody>
      </p:sp>
      <p:sp>
        <p:nvSpPr>
          <p:cNvPr id="10" name="直角三角形 9"/>
          <p:cNvSpPr/>
          <p:nvPr/>
        </p:nvSpPr>
        <p:spPr>
          <a:xfrm rot="13500000" flipV="1">
            <a:off x="1037730" y="-1245854"/>
            <a:ext cx="2491570" cy="2491706"/>
          </a:xfrm>
          <a:prstGeom prst="rtTriangle">
            <a:avLst/>
          </a:prstGeom>
          <a:solidFill>
            <a:srgbClr val="43536A"/>
          </a:solidFill>
          <a:ln>
            <a:noFill/>
          </a:ln>
        </p:spPr>
        <p:style>
          <a:lnRef idx="2">
            <a:schemeClr val="accent1">
              <a:shade val="50000"/>
            </a:schemeClr>
          </a:lnRef>
          <a:fillRef idx="1">
            <a:schemeClr val="accent1"/>
          </a:fillRef>
          <a:effectRef idx="0">
            <a:schemeClr val="accent1"/>
          </a:effectRef>
          <a:fontRef idx="minor">
            <a:schemeClr val="lt1"/>
          </a:fontRef>
        </p:style>
        <p:txBody>
          <a:bodyPr lIns="128583" tIns="64291" rIns="128583" bIns="64291" rtlCol="0" anchor="ctr"/>
          <a:lstStyle/>
          <a:p>
            <a:pPr algn="ctr"/>
            <a:endParaRPr lang="zh-CN" altLang="en-US" sz="1400">
              <a:solidFill>
                <a:prstClr val="white"/>
              </a:solidFill>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2000" advClick="0" advTm="0"/>
    </mc:Choice>
    <mc:Fallback>
      <p:transition spd="slow" advClick="0"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1000" fill="hold"/>
                                        <p:tgtEl>
                                          <p:spTgt spid="10"/>
                                        </p:tgtEl>
                                        <p:attrNameLst>
                                          <p:attrName>ppt_x</p:attrName>
                                        </p:attrNameLst>
                                      </p:cBhvr>
                                      <p:tavLst>
                                        <p:tav tm="0">
                                          <p:val>
                                            <p:strVal val="#ppt_x"/>
                                          </p:val>
                                        </p:tav>
                                        <p:tav tm="100000">
                                          <p:val>
                                            <p:strVal val="#ppt_x"/>
                                          </p:val>
                                        </p:tav>
                                      </p:tavLst>
                                    </p:anim>
                                    <p:anim calcmode="lin" valueType="num">
                                      <p:cBhvr additive="base">
                                        <p:cTn id="8" dur="1000" fill="hold"/>
                                        <p:tgtEl>
                                          <p:spTgt spid="10"/>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 calcmode="lin" valueType="num">
                                      <p:cBhvr additive="base">
                                        <p:cTn id="13" dur="1000" fill="hold"/>
                                        <p:tgtEl>
                                          <p:spTgt spid="11"/>
                                        </p:tgtEl>
                                        <p:attrNameLst>
                                          <p:attrName>ppt_x</p:attrName>
                                        </p:attrNameLst>
                                      </p:cBhvr>
                                      <p:tavLst>
                                        <p:tav tm="0">
                                          <p:val>
                                            <p:strVal val="#ppt_x"/>
                                          </p:val>
                                        </p:tav>
                                        <p:tav tm="100000">
                                          <p:val>
                                            <p:strVal val="#ppt_x"/>
                                          </p:val>
                                        </p:tav>
                                      </p:tavLst>
                                    </p:anim>
                                    <p:anim calcmode="lin" valueType="num">
                                      <p:cBhvr additive="base">
                                        <p:cTn id="14" dur="1000" fill="hold"/>
                                        <p:tgtEl>
                                          <p:spTgt spid="11"/>
                                        </p:tgtEl>
                                        <p:attrNameLst>
                                          <p:attrName>ppt_y</p:attrName>
                                        </p:attrNameLst>
                                      </p:cBhvr>
                                      <p:tavLst>
                                        <p:tav tm="0">
                                          <p:val>
                                            <p:strVal val="1+#ppt_h/2"/>
                                          </p:val>
                                        </p:tav>
                                        <p:tav tm="100000">
                                          <p:val>
                                            <p:strVal val="#ppt_y"/>
                                          </p:val>
                                        </p:tav>
                                      </p:tavLst>
                                    </p:anim>
                                  </p:childTnLst>
                                </p:cTn>
                              </p:par>
                              <p:par>
                                <p:cTn id="15" presetID="2" presetClass="entr" presetSubtype="1"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anim calcmode="lin" valueType="num">
                                      <p:cBhvr additive="base">
                                        <p:cTn id="17" dur="1000" fill="hold"/>
                                        <p:tgtEl>
                                          <p:spTgt spid="7"/>
                                        </p:tgtEl>
                                        <p:attrNameLst>
                                          <p:attrName>ppt_x</p:attrName>
                                        </p:attrNameLst>
                                      </p:cBhvr>
                                      <p:tavLst>
                                        <p:tav tm="0">
                                          <p:val>
                                            <p:strVal val="#ppt_x"/>
                                          </p:val>
                                        </p:tav>
                                        <p:tav tm="100000">
                                          <p:val>
                                            <p:strVal val="#ppt_x"/>
                                          </p:val>
                                        </p:tav>
                                      </p:tavLst>
                                    </p:anim>
                                    <p:anim calcmode="lin" valueType="num">
                                      <p:cBhvr additive="base">
                                        <p:cTn id="18" dur="1000" fill="hold"/>
                                        <p:tgtEl>
                                          <p:spTgt spid="7"/>
                                        </p:tgtEl>
                                        <p:attrNameLst>
                                          <p:attrName>ppt_y</p:attrName>
                                        </p:attrNameLst>
                                      </p:cBhvr>
                                      <p:tavLst>
                                        <p:tav tm="0">
                                          <p:val>
                                            <p:strVal val="0-#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3"/>
                                        </p:tgtEl>
                                        <p:attrNameLst>
                                          <p:attrName>style.visibility</p:attrName>
                                        </p:attrNameLst>
                                      </p:cBhvr>
                                      <p:to>
                                        <p:strVal val="visible"/>
                                      </p:to>
                                    </p:set>
                                    <p:anim calcmode="lin" valueType="num">
                                      <p:cBhvr additive="base">
                                        <p:cTn id="21" dur="1000" fill="hold"/>
                                        <p:tgtEl>
                                          <p:spTgt spid="3"/>
                                        </p:tgtEl>
                                        <p:attrNameLst>
                                          <p:attrName>ppt_x</p:attrName>
                                        </p:attrNameLst>
                                      </p:cBhvr>
                                      <p:tavLst>
                                        <p:tav tm="0">
                                          <p:val>
                                            <p:strVal val="#ppt_x"/>
                                          </p:val>
                                        </p:tav>
                                        <p:tav tm="100000">
                                          <p:val>
                                            <p:strVal val="#ppt_x"/>
                                          </p:val>
                                        </p:tav>
                                      </p:tavLst>
                                    </p:anim>
                                    <p:anim calcmode="lin" valueType="num">
                                      <p:cBhvr additive="base">
                                        <p:cTn id="22" dur="1000" fill="hold"/>
                                        <p:tgtEl>
                                          <p:spTgt spid="3"/>
                                        </p:tgtEl>
                                        <p:attrNameLst>
                                          <p:attrName>ppt_y</p:attrName>
                                        </p:attrNameLst>
                                      </p:cBhvr>
                                      <p:tavLst>
                                        <p:tav tm="0">
                                          <p:val>
                                            <p:strVal val="1+#ppt_h/2"/>
                                          </p:val>
                                        </p:tav>
                                        <p:tav tm="100000">
                                          <p:val>
                                            <p:strVal val="#ppt_y"/>
                                          </p:val>
                                        </p:tav>
                                      </p:tavLst>
                                    </p:anim>
                                  </p:childTnLst>
                                </p:cTn>
                              </p:par>
                              <p:par>
                                <p:cTn id="23" presetID="22" presetClass="entr" presetSubtype="8" fill="hold" grpId="0" nodeType="with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wipe(left)">
                                      <p:cBhvr>
                                        <p:cTn id="25"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7" grpId="0" animBg="1"/>
      <p:bldP spid="3" grpId="0" animBg="1"/>
      <p:bldP spid="9" grpId="0"/>
      <p:bldP spid="10"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962209" y="606069"/>
            <a:ext cx="11264801" cy="656296"/>
          </a:xfrm>
        </p:spPr>
        <p:txBody>
          <a:bodyPr/>
          <a:lstStyle/>
          <a:p>
            <a:r>
              <a:rPr lang="zh-CN" altLang="en-US" dirty="0">
                <a:ea typeface="宋体" panose="02010600030101010101" pitchFamily="2" charset="-122"/>
              </a:rPr>
              <a:t>第九章 </a:t>
            </a:r>
            <a:r>
              <a:rPr lang="en-US" altLang="zh-CN" dirty="0">
                <a:ea typeface="宋体" panose="02010600030101010101" pitchFamily="2" charset="-122"/>
              </a:rPr>
              <a:t>Java Web</a:t>
            </a:r>
            <a:r>
              <a:rPr lang="zh-CN" altLang="en-US" dirty="0">
                <a:ea typeface="宋体" panose="02010600030101010101" pitchFamily="2" charset="-122"/>
              </a:rPr>
              <a:t>应用中的文件操作</a:t>
            </a:r>
            <a:endParaRPr lang="zh-CN" altLang="en-US" dirty="0">
              <a:ea typeface="宋体" panose="02010600030101010101" pitchFamily="2" charset="-122"/>
            </a:endParaRPr>
          </a:p>
        </p:txBody>
      </p:sp>
      <p:sp>
        <p:nvSpPr>
          <p:cNvPr id="3" name="矩形 2"/>
          <p:cNvSpPr/>
          <p:nvPr/>
        </p:nvSpPr>
        <p:spPr>
          <a:xfrm>
            <a:off x="1100794" y="1816129"/>
            <a:ext cx="2436411" cy="900022"/>
          </a:xfrm>
          <a:prstGeom prst="rect">
            <a:avLst/>
          </a:prstGeom>
        </p:spPr>
        <p:txBody>
          <a:bodyPr wrap="none" lIns="91205" tIns="45609" rIns="91205" bIns="45609">
            <a:spAutoFit/>
          </a:bodyPr>
          <a:lstStyle/>
          <a:p>
            <a:pPr marL="572135" indent="-572135">
              <a:lnSpc>
                <a:spcPct val="150000"/>
              </a:lnSpc>
              <a:spcBef>
                <a:spcPct val="20000"/>
              </a:spcBef>
              <a:buClr>
                <a:srgbClr val="333399"/>
              </a:buClr>
            </a:pPr>
            <a:r>
              <a:rPr lang="zh-CN" altLang="en-US" sz="3500" b="1" kern="0" dirty="0">
                <a:solidFill>
                  <a:srgbClr val="000000"/>
                </a:solidFill>
                <a:latin typeface="Arial" panose="020B0604020202020204"/>
                <a:ea typeface="楷体_GB2312" pitchFamily="1" charset="-122"/>
              </a:rPr>
              <a:t>本课任务：</a:t>
            </a:r>
            <a:endParaRPr lang="zh-CN" altLang="en-US" sz="3500" b="1" kern="0" dirty="0">
              <a:solidFill>
                <a:srgbClr val="000000"/>
              </a:solidFill>
              <a:latin typeface="Arial" panose="020B0604020202020204"/>
              <a:ea typeface="楷体_GB2312" pitchFamily="1" charset="-122"/>
            </a:endParaRPr>
          </a:p>
        </p:txBody>
      </p:sp>
      <p:sp>
        <p:nvSpPr>
          <p:cNvPr id="6" name="Rectangle 3"/>
          <p:cNvSpPr txBox="1">
            <a:spLocks noChangeArrowheads="1"/>
          </p:cNvSpPr>
          <p:nvPr/>
        </p:nvSpPr>
        <p:spPr bwMode="auto">
          <a:xfrm>
            <a:off x="3333039" y="1744117"/>
            <a:ext cx="8353425" cy="4525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14485" tIns="57246" rIns="114485" bIns="57246" numCol="1" anchor="t" anchorCtr="0" compatLnSpc="1"/>
          <a:lstStyle>
            <a:lvl1pPr marL="430530" indent="-430530" algn="l" rtl="0" fontAlgn="base">
              <a:spcBef>
                <a:spcPct val="20000"/>
              </a:spcBef>
              <a:spcAft>
                <a:spcPct val="0"/>
              </a:spcAft>
              <a:buClr>
                <a:schemeClr val="tx2"/>
              </a:buClr>
              <a:buFont typeface="Wingdings" panose="05000000000000000000" pitchFamily="2" charset="2"/>
              <a:buChar char="v"/>
              <a:defRPr sz="3500">
                <a:solidFill>
                  <a:schemeClr val="tx1"/>
                </a:solidFill>
                <a:latin typeface="+mn-lt"/>
                <a:ea typeface="+mn-ea"/>
                <a:cs typeface="+mn-cs"/>
              </a:defRPr>
            </a:lvl1pPr>
            <a:lvl2pPr marL="932815" indent="-358775" algn="l" rtl="0" fontAlgn="base">
              <a:spcBef>
                <a:spcPct val="20000"/>
              </a:spcBef>
              <a:spcAft>
                <a:spcPct val="0"/>
              </a:spcAft>
              <a:buClr>
                <a:schemeClr val="tx2"/>
              </a:buClr>
              <a:buFont typeface="Wingdings" panose="05000000000000000000" pitchFamily="2" charset="2"/>
              <a:buChar char="§"/>
              <a:defRPr sz="3300">
                <a:solidFill>
                  <a:schemeClr val="tx1"/>
                </a:solidFill>
                <a:latin typeface="+mn-lt"/>
              </a:defRPr>
            </a:lvl2pPr>
            <a:lvl3pPr marL="1435100" indent="-287020" algn="l" rtl="0" fontAlgn="base">
              <a:spcBef>
                <a:spcPct val="20000"/>
              </a:spcBef>
              <a:spcAft>
                <a:spcPct val="0"/>
              </a:spcAft>
              <a:buClr>
                <a:schemeClr val="accent2"/>
              </a:buClr>
              <a:buFont typeface="Wingdings" panose="05000000000000000000" pitchFamily="2" charset="2"/>
              <a:buChar char="•"/>
              <a:defRPr sz="2800">
                <a:solidFill>
                  <a:schemeClr val="tx1"/>
                </a:solidFill>
                <a:latin typeface="+mn-lt"/>
              </a:defRPr>
            </a:lvl3pPr>
            <a:lvl4pPr marL="2008505" indent="-287020" algn="l" rtl="0" fontAlgn="base">
              <a:spcBef>
                <a:spcPct val="20000"/>
              </a:spcBef>
              <a:spcAft>
                <a:spcPct val="0"/>
              </a:spcAft>
              <a:buFont typeface="Wingdings" panose="05000000000000000000" pitchFamily="2" charset="2"/>
              <a:buChar char="–"/>
              <a:defRPr sz="2500">
                <a:solidFill>
                  <a:schemeClr val="tx1"/>
                </a:solidFill>
                <a:latin typeface="+mn-lt"/>
              </a:defRPr>
            </a:lvl4pPr>
            <a:lvl5pPr marL="2582545" indent="-287020" algn="l" rtl="0" fontAlgn="base">
              <a:spcBef>
                <a:spcPct val="20000"/>
              </a:spcBef>
              <a:spcAft>
                <a:spcPct val="0"/>
              </a:spcAft>
              <a:buFont typeface="Wingdings" panose="05000000000000000000" pitchFamily="2" charset="2"/>
              <a:buChar char="»"/>
              <a:defRPr sz="2500">
                <a:solidFill>
                  <a:schemeClr val="tx1"/>
                </a:solidFill>
                <a:latin typeface="+mn-lt"/>
              </a:defRPr>
            </a:lvl5pPr>
            <a:lvl6pPr marL="3156585" indent="-287020" algn="l" rtl="0" fontAlgn="base">
              <a:spcBef>
                <a:spcPct val="20000"/>
              </a:spcBef>
              <a:spcAft>
                <a:spcPct val="0"/>
              </a:spcAft>
              <a:buFont typeface="Wingdings" panose="05000000000000000000" pitchFamily="2" charset="2"/>
              <a:buChar char="»"/>
              <a:defRPr sz="2500">
                <a:solidFill>
                  <a:schemeClr val="tx1"/>
                </a:solidFill>
                <a:latin typeface="+mn-lt"/>
              </a:defRPr>
            </a:lvl6pPr>
            <a:lvl7pPr marL="3730625" indent="-287020" algn="l" rtl="0" fontAlgn="base">
              <a:spcBef>
                <a:spcPct val="20000"/>
              </a:spcBef>
              <a:spcAft>
                <a:spcPct val="0"/>
              </a:spcAft>
              <a:buFont typeface="Wingdings" panose="05000000000000000000" pitchFamily="2" charset="2"/>
              <a:buChar char="»"/>
              <a:defRPr sz="2500">
                <a:solidFill>
                  <a:schemeClr val="tx1"/>
                </a:solidFill>
                <a:latin typeface="+mn-lt"/>
              </a:defRPr>
            </a:lvl7pPr>
            <a:lvl8pPr marL="4304665" indent="-287020" algn="l" rtl="0" fontAlgn="base">
              <a:spcBef>
                <a:spcPct val="20000"/>
              </a:spcBef>
              <a:spcAft>
                <a:spcPct val="0"/>
              </a:spcAft>
              <a:buFont typeface="Wingdings" panose="05000000000000000000" pitchFamily="2" charset="2"/>
              <a:buChar char="»"/>
              <a:defRPr sz="2500">
                <a:solidFill>
                  <a:schemeClr val="tx1"/>
                </a:solidFill>
                <a:latin typeface="+mn-lt"/>
              </a:defRPr>
            </a:lvl8pPr>
            <a:lvl9pPr marL="4878705" indent="-287020" algn="l" rtl="0" fontAlgn="base">
              <a:spcBef>
                <a:spcPct val="20000"/>
              </a:spcBef>
              <a:spcAft>
                <a:spcPct val="0"/>
              </a:spcAft>
              <a:buFont typeface="Wingdings" panose="05000000000000000000" pitchFamily="2" charset="2"/>
              <a:buChar char="»"/>
              <a:defRPr sz="2500">
                <a:solidFill>
                  <a:schemeClr val="tx1"/>
                </a:solidFill>
                <a:latin typeface="+mn-lt"/>
              </a:defRPr>
            </a:lvl9pPr>
          </a:lstStyle>
          <a:p>
            <a:pPr marL="456565" indent="-456565">
              <a:lnSpc>
                <a:spcPct val="200000"/>
              </a:lnSpc>
            </a:pPr>
            <a:r>
              <a:rPr lang="en-US" altLang="zh-CN" sz="2800" dirty="0">
                <a:ea typeface="宋体" panose="02010600030101010101" pitchFamily="2" charset="-122"/>
              </a:rPr>
              <a:t>Java Web</a:t>
            </a:r>
            <a:r>
              <a:rPr lang="zh-CN" altLang="en-US" sz="2800" dirty="0">
                <a:ea typeface="宋体" panose="02010600030101010101" pitchFamily="2" charset="-122"/>
              </a:rPr>
              <a:t>应用中的动态生成图像</a:t>
            </a:r>
            <a:endParaRPr lang="zh-CN" altLang="en-US" sz="2800" dirty="0">
              <a:ea typeface="宋体" panose="02010600030101010101" pitchFamily="2" charset="-122"/>
            </a:endParaRPr>
          </a:p>
          <a:p>
            <a:pPr marL="1073785" lvl="1" indent="-532765">
              <a:lnSpc>
                <a:spcPct val="200000"/>
              </a:lnSpc>
            </a:pPr>
            <a:r>
              <a:rPr lang="zh-CN" altLang="en-US" sz="2500" dirty="0"/>
              <a:t>动态生成图像的技术设计思路</a:t>
            </a:r>
            <a:endParaRPr lang="zh-CN" altLang="en-US" sz="2500" dirty="0"/>
          </a:p>
          <a:p>
            <a:pPr marL="1073785" lvl="1" indent="-532765">
              <a:lnSpc>
                <a:spcPct val="200000"/>
              </a:lnSpc>
            </a:pPr>
            <a:r>
              <a:rPr lang="zh-CN" altLang="en-US" sz="2500" dirty="0"/>
              <a:t>延伸阅读：基于数据库的文件下载系统</a:t>
            </a:r>
            <a:endParaRPr lang="zh-CN" altLang="en-US" sz="2500" dirty="0"/>
          </a:p>
        </p:txBody>
      </p:sp>
      <p:sp>
        <p:nvSpPr>
          <p:cNvPr id="5" name="Rectangle 3"/>
          <p:cNvSpPr txBox="1">
            <a:spLocks noChangeArrowheads="1"/>
          </p:cNvSpPr>
          <p:nvPr/>
        </p:nvSpPr>
        <p:spPr bwMode="auto">
          <a:xfrm>
            <a:off x="3537587" y="4837799"/>
            <a:ext cx="12280552" cy="3026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14402" tIns="57206" rIns="114402" bIns="57206" numCol="1" anchor="t" anchorCtr="0" compatLnSpc="1"/>
          <a:lstStyle>
            <a:lvl1pPr marL="430530" indent="-430530" algn="l" rtl="0" fontAlgn="base">
              <a:spcBef>
                <a:spcPct val="20000"/>
              </a:spcBef>
              <a:spcAft>
                <a:spcPct val="0"/>
              </a:spcAft>
              <a:buClr>
                <a:schemeClr val="tx2"/>
              </a:buClr>
              <a:buFont typeface="Wingdings" panose="05000000000000000000" pitchFamily="2" charset="2"/>
              <a:buChar char="v"/>
              <a:defRPr sz="3500">
                <a:solidFill>
                  <a:schemeClr val="tx1"/>
                </a:solidFill>
                <a:latin typeface="+mn-lt"/>
                <a:ea typeface="+mn-ea"/>
                <a:cs typeface="+mn-cs"/>
              </a:defRPr>
            </a:lvl1pPr>
            <a:lvl2pPr marL="932180" indent="-358775" algn="l" rtl="0" fontAlgn="base">
              <a:spcBef>
                <a:spcPct val="20000"/>
              </a:spcBef>
              <a:spcAft>
                <a:spcPct val="0"/>
              </a:spcAft>
              <a:buClr>
                <a:schemeClr val="tx2"/>
              </a:buClr>
              <a:buFont typeface="Wingdings" panose="05000000000000000000" pitchFamily="2" charset="2"/>
              <a:buChar char="§"/>
              <a:defRPr sz="3300">
                <a:solidFill>
                  <a:schemeClr val="tx1"/>
                </a:solidFill>
                <a:latin typeface="+mn-lt"/>
              </a:defRPr>
            </a:lvl2pPr>
            <a:lvl3pPr marL="1434465" indent="-287020" algn="l" rtl="0" fontAlgn="base">
              <a:spcBef>
                <a:spcPct val="20000"/>
              </a:spcBef>
              <a:spcAft>
                <a:spcPct val="0"/>
              </a:spcAft>
              <a:buClr>
                <a:schemeClr val="accent2"/>
              </a:buClr>
              <a:buFont typeface="Wingdings" panose="05000000000000000000" pitchFamily="2" charset="2"/>
              <a:buChar char="•"/>
              <a:defRPr sz="2800">
                <a:solidFill>
                  <a:schemeClr val="tx1"/>
                </a:solidFill>
                <a:latin typeface="+mn-lt"/>
              </a:defRPr>
            </a:lvl3pPr>
            <a:lvl4pPr marL="2007870" indent="-287020" algn="l" rtl="0" fontAlgn="base">
              <a:spcBef>
                <a:spcPct val="20000"/>
              </a:spcBef>
              <a:spcAft>
                <a:spcPct val="0"/>
              </a:spcAft>
              <a:buFont typeface="Wingdings" panose="05000000000000000000" pitchFamily="2" charset="2"/>
              <a:buChar char="–"/>
              <a:defRPr sz="2500">
                <a:solidFill>
                  <a:schemeClr val="tx1"/>
                </a:solidFill>
                <a:latin typeface="+mn-lt"/>
              </a:defRPr>
            </a:lvl4pPr>
            <a:lvl5pPr marL="2581275" indent="-287020" algn="l" rtl="0" fontAlgn="base">
              <a:spcBef>
                <a:spcPct val="20000"/>
              </a:spcBef>
              <a:spcAft>
                <a:spcPct val="0"/>
              </a:spcAft>
              <a:buFont typeface="Wingdings" panose="05000000000000000000" pitchFamily="2" charset="2"/>
              <a:buChar char="»"/>
              <a:defRPr sz="2500">
                <a:solidFill>
                  <a:schemeClr val="tx1"/>
                </a:solidFill>
                <a:latin typeface="+mn-lt"/>
              </a:defRPr>
            </a:lvl5pPr>
            <a:lvl6pPr marL="3155315" indent="-287020" algn="l" rtl="0" fontAlgn="base">
              <a:spcBef>
                <a:spcPct val="20000"/>
              </a:spcBef>
              <a:spcAft>
                <a:spcPct val="0"/>
              </a:spcAft>
              <a:buFont typeface="Wingdings" panose="05000000000000000000" pitchFamily="2" charset="2"/>
              <a:buChar char="»"/>
              <a:defRPr sz="2500">
                <a:solidFill>
                  <a:schemeClr val="tx1"/>
                </a:solidFill>
                <a:latin typeface="+mn-lt"/>
              </a:defRPr>
            </a:lvl6pPr>
            <a:lvl7pPr marL="3728720" indent="-287020" algn="l" rtl="0" fontAlgn="base">
              <a:spcBef>
                <a:spcPct val="20000"/>
              </a:spcBef>
              <a:spcAft>
                <a:spcPct val="0"/>
              </a:spcAft>
              <a:buFont typeface="Wingdings" panose="05000000000000000000" pitchFamily="2" charset="2"/>
              <a:buChar char="»"/>
              <a:defRPr sz="2500">
                <a:solidFill>
                  <a:schemeClr val="tx1"/>
                </a:solidFill>
                <a:latin typeface="+mn-lt"/>
              </a:defRPr>
            </a:lvl7pPr>
            <a:lvl8pPr marL="4302760" indent="-287020" algn="l" rtl="0" fontAlgn="base">
              <a:spcBef>
                <a:spcPct val="20000"/>
              </a:spcBef>
              <a:spcAft>
                <a:spcPct val="0"/>
              </a:spcAft>
              <a:buFont typeface="Wingdings" panose="05000000000000000000" pitchFamily="2" charset="2"/>
              <a:buChar char="»"/>
              <a:defRPr sz="2500">
                <a:solidFill>
                  <a:schemeClr val="tx1"/>
                </a:solidFill>
                <a:latin typeface="+mn-lt"/>
              </a:defRPr>
            </a:lvl8pPr>
            <a:lvl9pPr marL="4876165" indent="-287020" algn="l" rtl="0" fontAlgn="base">
              <a:spcBef>
                <a:spcPct val="20000"/>
              </a:spcBef>
              <a:spcAft>
                <a:spcPct val="0"/>
              </a:spcAft>
              <a:buFont typeface="Wingdings" panose="05000000000000000000" pitchFamily="2" charset="2"/>
              <a:buChar char="»"/>
              <a:defRPr sz="2500">
                <a:solidFill>
                  <a:schemeClr val="tx1"/>
                </a:solidFill>
                <a:latin typeface="+mn-lt"/>
              </a:defRPr>
            </a:lvl9pPr>
          </a:lstStyle>
          <a:p>
            <a:pPr marL="455930" indent="-455930">
              <a:lnSpc>
                <a:spcPct val="150000"/>
              </a:lnSpc>
            </a:pPr>
            <a:r>
              <a:rPr lang="zh-CN" altLang="en-US" sz="2600" dirty="0">
                <a:ea typeface="宋体" panose="02010600030101010101" pitchFamily="2" charset="-122"/>
              </a:rPr>
              <a:t>掌握：</a:t>
            </a:r>
            <a:r>
              <a:rPr lang="zh-CN" altLang="en-US" sz="2800" dirty="0">
                <a:ea typeface="宋体" panose="02010600030101010101" pitchFamily="2" charset="-122"/>
              </a:rPr>
              <a:t>验证码的实现</a:t>
            </a:r>
            <a:endParaRPr lang="zh-CN" altLang="en-US" sz="2800" dirty="0">
              <a:ea typeface="宋体" panose="02010600030101010101" pitchFamily="2" charset="-122"/>
            </a:endParaRPr>
          </a:p>
          <a:p>
            <a:pPr marL="455930" indent="-455930">
              <a:lnSpc>
                <a:spcPct val="150000"/>
              </a:lnSpc>
            </a:pPr>
            <a:endParaRPr lang="zh-CN" altLang="en-US" sz="2800" dirty="0">
              <a:ea typeface="宋体" panose="02010600030101010101" pitchFamily="2" charset="-122"/>
            </a:endParaRPr>
          </a:p>
        </p:txBody>
      </p:sp>
      <p:sp>
        <p:nvSpPr>
          <p:cNvPr id="7" name="矩形 6"/>
          <p:cNvSpPr/>
          <p:nvPr/>
        </p:nvSpPr>
        <p:spPr>
          <a:xfrm>
            <a:off x="1120135" y="4860378"/>
            <a:ext cx="2436367" cy="630698"/>
          </a:xfrm>
          <a:prstGeom prst="rect">
            <a:avLst/>
          </a:prstGeom>
        </p:spPr>
        <p:txBody>
          <a:bodyPr wrap="none" lIns="91183" tIns="45599" rIns="91183" bIns="45599">
            <a:spAutoFit/>
          </a:bodyPr>
          <a:lstStyle/>
          <a:p>
            <a:r>
              <a:rPr lang="zh-CN" altLang="en-US" sz="3500" b="1" kern="0" dirty="0">
                <a:solidFill>
                  <a:srgbClr val="000000"/>
                </a:solidFill>
                <a:latin typeface="Arial" panose="020B0604020202020204"/>
                <a:ea typeface="楷体_GB2312" pitchFamily="1" charset="-122"/>
              </a:rPr>
              <a:t>教学要求：</a:t>
            </a:r>
            <a:endParaRPr lang="zh-CN" altLang="en-US" sz="3500" b="1" kern="0" dirty="0">
              <a:solidFill>
                <a:srgbClr val="000000"/>
              </a:solidFill>
              <a:latin typeface="Arial" panose="020B0604020202020204"/>
              <a:ea typeface="楷体_GB2312" pitchFamily="1" charset="-122"/>
            </a:endParaRP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1873007" y="654622"/>
            <a:ext cx="11264801" cy="656296"/>
          </a:xfrm>
        </p:spPr>
        <p:txBody>
          <a:bodyPr/>
          <a:lstStyle/>
          <a:p>
            <a:r>
              <a:rPr lang="zh-CN" altLang="en-US" dirty="0" smtClean="0">
                <a:ea typeface="宋体" panose="02010600030101010101" pitchFamily="2" charset="-122"/>
              </a:rPr>
              <a:t>授课任务</a:t>
            </a:r>
            <a:endParaRPr lang="zh-CN" altLang="en-US" dirty="0">
              <a:ea typeface="宋体" panose="02010600030101010101" pitchFamily="2" charset="-122"/>
            </a:endParaRPr>
          </a:p>
        </p:txBody>
      </p:sp>
      <p:sp>
        <p:nvSpPr>
          <p:cNvPr id="18435" name="Rectangle 3"/>
          <p:cNvSpPr>
            <a:spLocks noGrp="1" noChangeArrowheads="1"/>
          </p:cNvSpPr>
          <p:nvPr>
            <p:ph type="body" idx="1"/>
          </p:nvPr>
        </p:nvSpPr>
        <p:spPr>
          <a:xfrm>
            <a:off x="629073" y="2032149"/>
            <a:ext cx="12253763" cy="532403"/>
          </a:xfrm>
        </p:spPr>
        <p:txBody>
          <a:bodyPr/>
          <a:lstStyle/>
          <a:p>
            <a:r>
              <a:rPr lang="zh-CN" altLang="en-US" dirty="0" smtClean="0">
                <a:ea typeface="宋体" panose="02010600030101010101" pitchFamily="2" charset="-122"/>
              </a:rPr>
              <a:t>动态</a:t>
            </a:r>
            <a:r>
              <a:rPr lang="zh-CN" altLang="en-US" dirty="0">
                <a:ea typeface="宋体" panose="02010600030101010101" pitchFamily="2" charset="-122"/>
              </a:rPr>
              <a:t>生成图像的技术设计思路 </a:t>
            </a:r>
            <a:endParaRPr lang="zh-CN" altLang="en-US" dirty="0">
              <a:ea typeface="宋体" panose="02010600030101010101" pitchFamily="2" charset="-122"/>
            </a:endParaRPr>
          </a:p>
        </p:txBody>
      </p:sp>
      <p:sp>
        <p:nvSpPr>
          <p:cNvPr id="18436" name="Text Box 4"/>
          <p:cNvSpPr txBox="1">
            <a:spLocks noChangeArrowheads="1"/>
          </p:cNvSpPr>
          <p:nvPr/>
        </p:nvSpPr>
        <p:spPr bwMode="auto">
          <a:xfrm>
            <a:off x="504847" y="2896245"/>
            <a:ext cx="12354223" cy="27473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14761" tIns="57381" rIns="114761" bIns="57381">
            <a:spAutoFit/>
          </a:bodyPr>
          <a:lstStyle/>
          <a:p>
            <a:pPr>
              <a:lnSpc>
                <a:spcPct val="200000"/>
              </a:lnSpc>
              <a:spcBef>
                <a:spcPct val="50000"/>
              </a:spcBef>
              <a:buFont typeface="Arial" panose="020B0604020202020204" pitchFamily="34" charset="0"/>
              <a:buNone/>
            </a:pPr>
            <a:r>
              <a:rPr lang="zh-CN" altLang="en-US" dirty="0" smtClean="0">
                <a:solidFill>
                  <a:srgbClr val="000000"/>
                </a:solidFill>
                <a:latin typeface="Arial" panose="020B0604020202020204" pitchFamily="34" charset="0"/>
              </a:rPr>
              <a:t>动态生成图像首先需要创建一个</a:t>
            </a:r>
            <a:r>
              <a:rPr lang="en-US" dirty="0" err="1" smtClean="0">
                <a:solidFill>
                  <a:srgbClr val="000000"/>
                </a:solidFill>
                <a:latin typeface="Arial" panose="020B0604020202020204" pitchFamily="34" charset="0"/>
              </a:rPr>
              <a:t>BufferedImage</a:t>
            </a:r>
            <a:r>
              <a:rPr lang="zh-CN" altLang="en-US" dirty="0" smtClean="0">
                <a:solidFill>
                  <a:srgbClr val="000000"/>
                </a:solidFill>
                <a:latin typeface="Arial" panose="020B0604020202020204" pitchFamily="34" charset="0"/>
              </a:rPr>
              <a:t>的对象。 </a:t>
            </a:r>
            <a:endParaRPr lang="zh-CN" altLang="en-US" dirty="0" smtClean="0">
              <a:solidFill>
                <a:srgbClr val="000000"/>
              </a:solidFill>
              <a:latin typeface="Arial" panose="020B0604020202020204" pitchFamily="34" charset="0"/>
            </a:endParaRPr>
          </a:p>
          <a:p>
            <a:pPr>
              <a:lnSpc>
                <a:spcPct val="200000"/>
              </a:lnSpc>
              <a:spcBef>
                <a:spcPct val="50000"/>
              </a:spcBef>
              <a:buFont typeface="Arial" panose="020B0604020202020204" pitchFamily="34" charset="0"/>
              <a:buNone/>
            </a:pPr>
            <a:r>
              <a:rPr lang="zh-CN" altLang="en-US" dirty="0" smtClean="0">
                <a:solidFill>
                  <a:srgbClr val="000000"/>
                </a:solidFill>
                <a:latin typeface="Arial" panose="020B0604020202020204" pitchFamily="34" charset="0"/>
              </a:rPr>
              <a:t>创建</a:t>
            </a:r>
            <a:r>
              <a:rPr lang="en-US" dirty="0" err="1" smtClean="0">
                <a:solidFill>
                  <a:srgbClr val="000000"/>
                </a:solidFill>
                <a:latin typeface="Arial" panose="020B0604020202020204" pitchFamily="34" charset="0"/>
              </a:rPr>
              <a:t>BufferedImage</a:t>
            </a:r>
            <a:r>
              <a:rPr lang="zh-CN" altLang="en-US" dirty="0" smtClean="0">
                <a:solidFill>
                  <a:srgbClr val="000000"/>
                </a:solidFill>
                <a:latin typeface="Arial" panose="020B0604020202020204" pitchFamily="34" charset="0"/>
              </a:rPr>
              <a:t>对象后，需要获得图像环境对象</a:t>
            </a:r>
            <a:r>
              <a:rPr lang="en-US" dirty="0" smtClean="0">
                <a:solidFill>
                  <a:srgbClr val="000000"/>
                </a:solidFill>
                <a:latin typeface="Arial" panose="020B0604020202020204" pitchFamily="34" charset="0"/>
              </a:rPr>
              <a:t>Graphics</a:t>
            </a:r>
            <a:r>
              <a:rPr lang="zh-CN" altLang="en-US" dirty="0" smtClean="0">
                <a:solidFill>
                  <a:srgbClr val="000000"/>
                </a:solidFill>
                <a:latin typeface="Arial" panose="020B0604020202020204" pitchFamily="34" charset="0"/>
              </a:rPr>
              <a:t>或</a:t>
            </a:r>
            <a:r>
              <a:rPr lang="en-US" dirty="0" smtClean="0">
                <a:solidFill>
                  <a:srgbClr val="000000"/>
                </a:solidFill>
                <a:latin typeface="Arial" panose="020B0604020202020204" pitchFamily="34" charset="0"/>
              </a:rPr>
              <a:t>Graphics2D</a:t>
            </a:r>
            <a:r>
              <a:rPr lang="zh-CN" altLang="en-US" dirty="0" smtClean="0">
                <a:solidFill>
                  <a:srgbClr val="000000"/>
                </a:solidFill>
                <a:latin typeface="Arial" panose="020B0604020202020204" pitchFamily="34" charset="0"/>
              </a:rPr>
              <a:t>进行绘制。</a:t>
            </a:r>
            <a:endParaRPr lang="zh-CN" altLang="en-US" dirty="0" smtClean="0">
              <a:solidFill>
                <a:srgbClr val="000000"/>
              </a:solidFill>
              <a:latin typeface="Arial" panose="020B0604020202020204" pitchFamily="34" charset="0"/>
            </a:endParaRPr>
          </a:p>
          <a:p>
            <a:pPr>
              <a:lnSpc>
                <a:spcPct val="200000"/>
              </a:lnSpc>
              <a:spcBef>
                <a:spcPct val="50000"/>
              </a:spcBef>
              <a:buFont typeface="Arial" panose="020B0604020202020204" pitchFamily="34" charset="0"/>
              <a:buNone/>
            </a:pPr>
            <a:r>
              <a:rPr lang="zh-CN" altLang="en-US" dirty="0" smtClean="0">
                <a:solidFill>
                  <a:srgbClr val="000000"/>
                </a:solidFill>
                <a:latin typeface="Arial" panose="020B0604020202020204" pitchFamily="34" charset="0"/>
              </a:rPr>
              <a:t>获得图像环境对象后就可以根据应用需要绘制图像内容了。</a:t>
            </a:r>
            <a:endParaRPr lang="zh-CN" altLang="en-US" dirty="0" smtClean="0">
              <a:solidFill>
                <a:srgbClr val="000000"/>
              </a:solidFill>
              <a:latin typeface="Arial" panose="020B0604020202020204" pitchFamily="34" charset="0"/>
            </a:endParaRPr>
          </a:p>
          <a:p>
            <a:pPr>
              <a:lnSpc>
                <a:spcPct val="200000"/>
              </a:lnSpc>
              <a:spcBef>
                <a:spcPct val="50000"/>
              </a:spcBef>
              <a:buFont typeface="Arial" panose="020B0604020202020204" pitchFamily="34" charset="0"/>
              <a:buNone/>
            </a:pPr>
            <a:r>
              <a:rPr lang="zh-CN" altLang="en-US" dirty="0" smtClean="0">
                <a:solidFill>
                  <a:srgbClr val="000000"/>
                </a:solidFill>
                <a:latin typeface="Arial" panose="020B0604020202020204" pitchFamily="34" charset="0"/>
              </a:rPr>
              <a:t>最后释放掉图像环境，并将所完成的</a:t>
            </a:r>
            <a:r>
              <a:rPr lang="en-US" dirty="0" err="1" smtClean="0">
                <a:solidFill>
                  <a:srgbClr val="000000"/>
                </a:solidFill>
                <a:latin typeface="Arial" panose="020B0604020202020204" pitchFamily="34" charset="0"/>
              </a:rPr>
              <a:t>BufferedImage</a:t>
            </a:r>
            <a:r>
              <a:rPr lang="zh-CN" altLang="en-US" dirty="0" smtClean="0">
                <a:solidFill>
                  <a:srgbClr val="000000"/>
                </a:solidFill>
                <a:latin typeface="Arial" panose="020B0604020202020204" pitchFamily="34" charset="0"/>
              </a:rPr>
              <a:t>对象使用</a:t>
            </a:r>
            <a:r>
              <a:rPr lang="en-US" dirty="0" err="1" smtClean="0">
                <a:solidFill>
                  <a:srgbClr val="000000"/>
                </a:solidFill>
                <a:latin typeface="Arial" panose="020B0604020202020204" pitchFamily="34" charset="0"/>
              </a:rPr>
              <a:t>ImageIO</a:t>
            </a:r>
            <a:r>
              <a:rPr lang="en-US" dirty="0" smtClean="0">
                <a:solidFill>
                  <a:srgbClr val="000000"/>
                </a:solidFill>
                <a:latin typeface="Arial" panose="020B0604020202020204" pitchFamily="34" charset="0"/>
              </a:rPr>
              <a:t>()</a:t>
            </a:r>
            <a:r>
              <a:rPr lang="zh-CN" altLang="en-US" dirty="0" smtClean="0">
                <a:solidFill>
                  <a:srgbClr val="000000"/>
                </a:solidFill>
                <a:latin typeface="Arial" panose="020B0604020202020204" pitchFamily="34" charset="0"/>
              </a:rPr>
              <a:t>类中的函数发送至页面。</a:t>
            </a:r>
            <a:endParaRPr lang="zh-CN" altLang="en-US" dirty="0" smtClean="0">
              <a:solidFill>
                <a:srgbClr val="000000"/>
              </a:solidFill>
              <a:latin typeface="Arial" panose="020B0604020202020204" pitchFamily="34" charset="0"/>
            </a:endParaRP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a:xfrm>
            <a:off x="1873002" y="622812"/>
            <a:ext cx="10865197" cy="594350"/>
          </a:xfrm>
        </p:spPr>
        <p:txBody>
          <a:bodyPr/>
          <a:lstStyle/>
          <a:p>
            <a:r>
              <a:rPr lang="en-US" dirty="0" smtClean="0">
                <a:ea typeface="宋体" panose="02010600030101010101" pitchFamily="2" charset="-122"/>
              </a:rPr>
              <a:t>Java </a:t>
            </a:r>
            <a:r>
              <a:rPr lang="en-US" dirty="0">
                <a:ea typeface="宋体" panose="02010600030101010101" pitchFamily="2" charset="-122"/>
              </a:rPr>
              <a:t>Web</a:t>
            </a:r>
            <a:r>
              <a:rPr lang="zh-CN" altLang="en-US" dirty="0">
                <a:ea typeface="宋体" panose="02010600030101010101" pitchFamily="2" charset="-122"/>
              </a:rPr>
              <a:t>应用中的动态生成图像 </a:t>
            </a:r>
            <a:endParaRPr lang="zh-CN" altLang="en-US" dirty="0">
              <a:ea typeface="宋体" panose="02010600030101010101" pitchFamily="2" charset="-122"/>
            </a:endParaRPr>
          </a:p>
        </p:txBody>
      </p:sp>
      <p:sp>
        <p:nvSpPr>
          <p:cNvPr id="19459" name="Rectangle 3"/>
          <p:cNvSpPr>
            <a:spLocks noGrp="1" noChangeArrowheads="1"/>
          </p:cNvSpPr>
          <p:nvPr>
            <p:ph type="body" sz="half" idx="1"/>
          </p:nvPr>
        </p:nvSpPr>
        <p:spPr>
          <a:xfrm>
            <a:off x="743397" y="1577123"/>
            <a:ext cx="11456789" cy="5303943"/>
          </a:xfrm>
        </p:spPr>
        <p:txBody>
          <a:bodyPr/>
          <a:lstStyle/>
          <a:p>
            <a:r>
              <a:rPr lang="zh-CN" altLang="en-US" dirty="0" smtClean="0">
                <a:ea typeface="宋体" panose="02010600030101010101" pitchFamily="2" charset="-122"/>
              </a:rPr>
              <a:t>动态</a:t>
            </a:r>
            <a:r>
              <a:rPr lang="zh-CN" altLang="en-US" dirty="0">
                <a:ea typeface="宋体" panose="02010600030101010101" pitchFamily="2" charset="-122"/>
              </a:rPr>
              <a:t>生成图像的技术设计思路</a:t>
            </a:r>
            <a:r>
              <a:rPr lang="zh-CN" altLang="en-US" sz="3000" dirty="0">
                <a:ea typeface="宋体" panose="02010600030101010101" pitchFamily="2" charset="-122"/>
              </a:rPr>
              <a:t> </a:t>
            </a:r>
            <a:endParaRPr lang="zh-CN" altLang="en-US" sz="3000" dirty="0">
              <a:ea typeface="宋体" panose="02010600030101010101" pitchFamily="2" charset="-122"/>
            </a:endParaRPr>
          </a:p>
        </p:txBody>
      </p:sp>
      <p:sp>
        <p:nvSpPr>
          <p:cNvPr id="19460" name="Text Box 4"/>
          <p:cNvSpPr txBox="1">
            <a:spLocks noChangeArrowheads="1"/>
          </p:cNvSpPr>
          <p:nvPr/>
        </p:nvSpPr>
        <p:spPr bwMode="auto">
          <a:xfrm>
            <a:off x="455418" y="2464197"/>
            <a:ext cx="12354223" cy="12238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14761" tIns="57381" rIns="114761" bIns="57381">
            <a:spAutoFit/>
          </a:bodyPr>
          <a:lstStyle/>
          <a:p>
            <a:pPr>
              <a:lnSpc>
                <a:spcPct val="200000"/>
              </a:lnSpc>
              <a:spcBef>
                <a:spcPct val="50000"/>
              </a:spcBef>
              <a:buFont typeface="Arial" panose="020B0604020202020204" pitchFamily="34" charset="0"/>
              <a:buNone/>
            </a:pPr>
            <a:r>
              <a:rPr lang="zh-CN" altLang="en-US" dirty="0" smtClean="0">
                <a:solidFill>
                  <a:srgbClr val="000000"/>
                </a:solidFill>
                <a:latin typeface="Arial" panose="020B0604020202020204" pitchFamily="34" charset="0"/>
              </a:rPr>
              <a:t>验证码是指将一系列随即产生的数字或特殊符号叠加到一幅图像里，同时在图像里加上一些干扰信息，用于防止恶意用户利用机器人程序自动注册、登录、灌水，以达到防止无限申请账号从而破坏服务器或暴力破解密码的目的。 </a:t>
            </a:r>
            <a:endParaRPr lang="zh-CN" altLang="en-US" dirty="0" smtClean="0">
              <a:solidFill>
                <a:srgbClr val="000000"/>
              </a:solidFill>
              <a:latin typeface="Arial" panose="020B0604020202020204" pitchFamily="34" charset="0"/>
            </a:endParaRPr>
          </a:p>
        </p:txBody>
      </p:sp>
      <p:graphicFrame>
        <p:nvGraphicFramePr>
          <p:cNvPr id="19461" name="Group 5"/>
          <p:cNvGraphicFramePr>
            <a:graphicFrameLocks noGrp="1"/>
          </p:cNvGraphicFramePr>
          <p:nvPr>
            <p:ph sz="half" idx="2"/>
          </p:nvPr>
        </p:nvGraphicFramePr>
        <p:xfrm>
          <a:off x="1163097" y="4451764"/>
          <a:ext cx="8824763" cy="1882476"/>
        </p:xfrm>
        <a:graphic>
          <a:graphicData uri="http://schemas.openxmlformats.org/drawingml/2006/table">
            <a:tbl>
              <a:tblPr/>
              <a:tblGrid>
                <a:gridCol w="2734716"/>
                <a:gridCol w="6090047"/>
              </a:tblGrid>
              <a:tr h="460412">
                <a:tc>
                  <a:txBody>
                    <a:bodyPr/>
                    <a:lstStyle/>
                    <a:p>
                      <a:pPr marL="0" marR="0" lvl="0" indent="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pPr>
                      <a:r>
                        <a:rPr kumimoji="0" lang="zh-CN" altLang="en-US" sz="17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rPr>
                        <a:t>文件名</a:t>
                      </a:r>
                      <a:endParaRPr kumimoji="0" lang="zh-CN" altLang="en-US" sz="17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L="128588" marR="128588" marT="48218" marB="48218"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pPr>
                      <a:r>
                        <a:rPr kumimoji="0" lang="zh-CN" altLang="en-US" sz="17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rPr>
                        <a:t>功能描述</a:t>
                      </a:r>
                      <a:endParaRPr kumimoji="0" lang="zh-CN" altLang="en-US" sz="17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L="128588" marR="128588" marT="48218" marB="48218"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55516">
                <a:tc>
                  <a:txBody>
                    <a:bodyPr/>
                    <a:lstStyle/>
                    <a:p>
                      <a:pPr marL="0" marR="0" lvl="0" indent="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pPr>
                      <a:r>
                        <a:rPr kumimoji="0" lang="en-US" sz="1700" b="0" i="0" u="none" strike="noStrike" cap="none" normalizeH="0" baseline="0" smtClean="0">
                          <a:ln>
                            <a:noFill/>
                          </a:ln>
                          <a:solidFill>
                            <a:srgbClr val="000000"/>
                          </a:solidFill>
                          <a:effectLst/>
                          <a:latin typeface="Arial" panose="020B0604020202020204" pitchFamily="34" charset="0"/>
                          <a:ea typeface="宋体" panose="02010600030101010101" pitchFamily="2" charset="-122"/>
                        </a:rPr>
                        <a:t>Image.jsp</a:t>
                      </a:r>
                      <a:endParaRPr kumimoji="0" lang="en-US" sz="17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L="128588" marR="128588" marT="48218" marB="48218"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pPr>
                      <a:r>
                        <a:rPr kumimoji="0" lang="zh-CN" altLang="en-US" sz="17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rPr>
                        <a:t>页面，将验证码输出到客户端。</a:t>
                      </a:r>
                      <a:endParaRPr kumimoji="0" lang="zh-CN" altLang="en-US" sz="17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L="128588" marR="128588" marT="48218" marB="48218"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55516">
                <a:tc>
                  <a:txBody>
                    <a:bodyPr/>
                    <a:lstStyle/>
                    <a:p>
                      <a:pPr marL="0" marR="0" lvl="0" indent="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pPr>
                      <a:r>
                        <a:rPr kumimoji="0" lang="en-US" sz="1700" b="0" i="0" u="none" strike="noStrike" cap="none" normalizeH="0" baseline="0" smtClean="0">
                          <a:ln>
                            <a:noFill/>
                          </a:ln>
                          <a:solidFill>
                            <a:srgbClr val="000000"/>
                          </a:solidFill>
                          <a:effectLst/>
                          <a:latin typeface="Arial" panose="020B0604020202020204" pitchFamily="34" charset="0"/>
                          <a:ea typeface="宋体" panose="02010600030101010101" pitchFamily="2" charset="-122"/>
                        </a:rPr>
                        <a:t>login.jsp</a:t>
                      </a:r>
                      <a:endParaRPr kumimoji="0" lang="en-US" sz="17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L="128588" marR="128588" marT="48218" marB="48218"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pPr>
                      <a:r>
                        <a:rPr kumimoji="0" lang="zh-CN" altLang="en-US" sz="17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rPr>
                        <a:t>页面，注册页面，且显示验证码。</a:t>
                      </a:r>
                      <a:endParaRPr kumimoji="0" lang="zh-CN" altLang="en-US" sz="17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L="128588" marR="128588" marT="48218" marB="48218"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55516">
                <a:tc>
                  <a:txBody>
                    <a:bodyPr/>
                    <a:lstStyle/>
                    <a:p>
                      <a:pPr marL="0" marR="0" lvl="0" indent="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pPr>
                      <a:r>
                        <a:rPr kumimoji="0" lang="en-US" sz="1700" b="0" i="0" u="none" strike="noStrike" cap="none" normalizeH="0" baseline="0" smtClean="0">
                          <a:ln>
                            <a:noFill/>
                          </a:ln>
                          <a:solidFill>
                            <a:srgbClr val="000000"/>
                          </a:solidFill>
                          <a:effectLst/>
                          <a:latin typeface="Arial" panose="020B0604020202020204" pitchFamily="34" charset="0"/>
                          <a:ea typeface="宋体" panose="02010600030101010101" pitchFamily="2" charset="-122"/>
                        </a:rPr>
                        <a:t>handlingLogin.jsp</a:t>
                      </a:r>
                      <a:endParaRPr kumimoji="0" lang="en-US" sz="17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L="128588" marR="128588" marT="48218" marB="48218"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pPr>
                      <a:r>
                        <a:rPr kumimoji="0" lang="zh-CN" altLang="en-US" sz="1700" b="0" i="0" u="none" strike="noStrike" cap="none" normalizeH="0" baseline="0" smtClean="0">
                          <a:ln>
                            <a:noFill/>
                          </a:ln>
                          <a:solidFill>
                            <a:srgbClr val="000000"/>
                          </a:solidFill>
                          <a:effectLst/>
                          <a:latin typeface="宋体" panose="02010600030101010101" pitchFamily="2" charset="-122"/>
                          <a:ea typeface="宋体" panose="02010600030101010101" pitchFamily="2" charset="-122"/>
                        </a:rPr>
                        <a:t>页面，注册处理页面，且核对验证码。</a:t>
                      </a:r>
                      <a:endParaRPr kumimoji="0" lang="zh-CN" altLang="en-US" sz="17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L="128588" marR="128588" marT="48218" marB="48218"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55516">
                <a:tc>
                  <a:txBody>
                    <a:bodyPr/>
                    <a:lstStyle/>
                    <a:p>
                      <a:pPr marL="0" marR="0" lvl="0" indent="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pPr>
                      <a:r>
                        <a:rPr kumimoji="0" lang="en-US" sz="17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image.java</a:t>
                      </a:r>
                      <a:endParaRPr kumimoji="0" lang="en-US" sz="17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L="128588" marR="128588" marT="48218" marB="48218"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pPr>
                      <a:r>
                        <a:rPr kumimoji="0" lang="en-US" sz="17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JavaBean</a:t>
                      </a:r>
                      <a:r>
                        <a:rPr kumimoji="0" lang="zh-CN" altLang="en-US" sz="17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rPr>
                        <a:t>组件，产生四位数的随机验证码。</a:t>
                      </a:r>
                      <a:endParaRPr kumimoji="0" lang="zh-CN" altLang="en-US" sz="17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L="128588" marR="128588" marT="48218" marB="48218"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1873002" y="622812"/>
            <a:ext cx="10865197" cy="594350"/>
          </a:xfrm>
        </p:spPr>
        <p:txBody>
          <a:bodyPr/>
          <a:lstStyle/>
          <a:p>
            <a:r>
              <a:rPr lang="en-US" dirty="0" smtClean="0">
                <a:ea typeface="宋体" panose="02010600030101010101" pitchFamily="2" charset="-122"/>
              </a:rPr>
              <a:t>Java </a:t>
            </a:r>
            <a:r>
              <a:rPr lang="en-US" dirty="0">
                <a:ea typeface="宋体" panose="02010600030101010101" pitchFamily="2" charset="-122"/>
              </a:rPr>
              <a:t>Web</a:t>
            </a:r>
            <a:r>
              <a:rPr lang="zh-CN" altLang="en-US" dirty="0">
                <a:ea typeface="宋体" panose="02010600030101010101" pitchFamily="2" charset="-122"/>
              </a:rPr>
              <a:t>应用中的动态生成图像 </a:t>
            </a:r>
            <a:endParaRPr lang="zh-CN" altLang="en-US" dirty="0">
              <a:ea typeface="宋体" panose="02010600030101010101" pitchFamily="2" charset="-122"/>
            </a:endParaRPr>
          </a:p>
        </p:txBody>
      </p:sp>
      <p:sp>
        <p:nvSpPr>
          <p:cNvPr id="20483" name="Rectangle 3"/>
          <p:cNvSpPr>
            <a:spLocks noGrp="1" noChangeArrowheads="1"/>
          </p:cNvSpPr>
          <p:nvPr>
            <p:ph type="body" sz="half" idx="1"/>
          </p:nvPr>
        </p:nvSpPr>
        <p:spPr>
          <a:xfrm>
            <a:off x="801443" y="1955502"/>
            <a:ext cx="11456789" cy="5303943"/>
          </a:xfrm>
        </p:spPr>
        <p:txBody>
          <a:bodyPr/>
          <a:lstStyle/>
          <a:p>
            <a:r>
              <a:rPr lang="zh-CN" altLang="en-US" dirty="0">
                <a:ea typeface="宋体" panose="02010600030101010101" pitchFamily="2" charset="-122"/>
              </a:rPr>
              <a:t>延伸阅读：基于数据库的文件下载系统 </a:t>
            </a:r>
            <a:endParaRPr lang="zh-CN" altLang="en-US" dirty="0">
              <a:ea typeface="宋体" panose="02010600030101010101" pitchFamily="2" charset="-122"/>
            </a:endParaRPr>
          </a:p>
        </p:txBody>
      </p:sp>
      <p:sp>
        <p:nvSpPr>
          <p:cNvPr id="20484" name="Text Box 4"/>
          <p:cNvSpPr txBox="1">
            <a:spLocks noChangeArrowheads="1"/>
          </p:cNvSpPr>
          <p:nvPr/>
        </p:nvSpPr>
        <p:spPr bwMode="auto">
          <a:xfrm>
            <a:off x="352727" y="2824237"/>
            <a:ext cx="12354223" cy="27750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14761" tIns="57381" rIns="114761" bIns="57381">
            <a:spAutoFit/>
          </a:bodyPr>
          <a:lstStyle/>
          <a:p>
            <a:pPr>
              <a:lnSpc>
                <a:spcPct val="160000"/>
              </a:lnSpc>
              <a:buFont typeface="Arial" panose="020B0604020202020204" pitchFamily="34" charset="0"/>
              <a:buNone/>
            </a:pPr>
            <a:r>
              <a:rPr lang="zh-CN" altLang="en-US" dirty="0" smtClean="0">
                <a:solidFill>
                  <a:srgbClr val="000000"/>
                </a:solidFill>
                <a:latin typeface="Arial" panose="020B0604020202020204" pitchFamily="34" charset="0"/>
              </a:rPr>
              <a:t>在</a:t>
            </a:r>
            <a:r>
              <a:rPr lang="en-US" dirty="0" smtClean="0">
                <a:solidFill>
                  <a:srgbClr val="000000"/>
                </a:solidFill>
                <a:latin typeface="Arial" panose="020B0604020202020204" pitchFamily="34" charset="0"/>
              </a:rPr>
              <a:t>Java Web</a:t>
            </a:r>
            <a:r>
              <a:rPr lang="zh-CN" altLang="en-US" dirty="0" smtClean="0">
                <a:solidFill>
                  <a:srgbClr val="000000"/>
                </a:solidFill>
                <a:latin typeface="Arial" panose="020B0604020202020204" pitchFamily="34" charset="0"/>
              </a:rPr>
              <a:t>应用中对文件进行操作保存通常会使用到数据库。一般来说，上传到服务器中的文件信息有两种保存方案：</a:t>
            </a:r>
            <a:endParaRPr lang="zh-CN" altLang="en-US" dirty="0" smtClean="0">
              <a:solidFill>
                <a:srgbClr val="000000"/>
              </a:solidFill>
              <a:latin typeface="Arial" panose="020B0604020202020204" pitchFamily="34" charset="0"/>
            </a:endParaRPr>
          </a:p>
          <a:p>
            <a:pPr>
              <a:lnSpc>
                <a:spcPct val="160000"/>
              </a:lnSpc>
              <a:buFont typeface="Arial" panose="020B0604020202020204" pitchFamily="34" charset="0"/>
              <a:buNone/>
            </a:pPr>
            <a:r>
              <a:rPr lang="en-US" dirty="0" smtClean="0">
                <a:solidFill>
                  <a:srgbClr val="000000"/>
                </a:solidFill>
                <a:latin typeface="Arial" panose="020B0604020202020204" pitchFamily="34" charset="0"/>
              </a:rPr>
              <a:t>1</a:t>
            </a:r>
            <a:r>
              <a:rPr lang="zh-CN" altLang="en-US" dirty="0" smtClean="0">
                <a:solidFill>
                  <a:srgbClr val="000000"/>
                </a:solidFill>
                <a:latin typeface="Arial" panose="020B0604020202020204" pitchFamily="34" charset="0"/>
              </a:rPr>
              <a:t>．文件路径保存在数据库中，具体文件保存在服务器特定的文件夹中。这种方式文件上传和程序设计都很方便，容易被开发人员掌握，但缺陷是数据备份比较麻烦，不仅需要做文件系统备份，又要做数据库备份，而且两者要同时做，并保持版本一致。</a:t>
            </a:r>
            <a:endParaRPr lang="zh-CN" altLang="en-US" dirty="0" smtClean="0">
              <a:solidFill>
                <a:srgbClr val="000000"/>
              </a:solidFill>
              <a:latin typeface="Arial" panose="020B0604020202020204" pitchFamily="34" charset="0"/>
            </a:endParaRPr>
          </a:p>
          <a:p>
            <a:pPr>
              <a:lnSpc>
                <a:spcPct val="160000"/>
              </a:lnSpc>
              <a:buFont typeface="Arial" panose="020B0604020202020204" pitchFamily="34" charset="0"/>
              <a:buNone/>
            </a:pPr>
            <a:r>
              <a:rPr lang="en-US" dirty="0" smtClean="0">
                <a:solidFill>
                  <a:srgbClr val="000000"/>
                </a:solidFill>
                <a:latin typeface="Arial" panose="020B0604020202020204" pitchFamily="34" charset="0"/>
              </a:rPr>
              <a:t>2</a:t>
            </a:r>
            <a:r>
              <a:rPr lang="zh-CN" altLang="en-US" dirty="0" smtClean="0">
                <a:solidFill>
                  <a:srgbClr val="000000"/>
                </a:solidFill>
                <a:latin typeface="Arial" panose="020B0604020202020204" pitchFamily="34" charset="0"/>
              </a:rPr>
              <a:t>．文件路径和具体文件都保存在数据库中，且对应数据库中的两个不同字段。这种方式只需要做数据库备份即可，但在程序设计方法和逻辑上具有一定难度，涉及到对数据库进行文件读写。</a:t>
            </a:r>
            <a:endParaRPr lang="zh-CN" altLang="en-US" dirty="0" smtClean="0">
              <a:solidFill>
                <a:srgbClr val="000000"/>
              </a:solidFill>
              <a:latin typeface="Arial" panose="020B0604020202020204" pitchFamily="34" charset="0"/>
            </a:endParaRP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a:xfrm>
            <a:off x="1604839" y="622812"/>
            <a:ext cx="8358188" cy="594350"/>
          </a:xfrm>
        </p:spPr>
        <p:txBody>
          <a:bodyPr/>
          <a:lstStyle/>
          <a:p>
            <a:r>
              <a:rPr lang="zh-CN" altLang="en-US" dirty="0" smtClean="0">
                <a:ea typeface="宋体" panose="02010600030101010101" pitchFamily="2" charset="-122"/>
              </a:rPr>
              <a:t>本章小结</a:t>
            </a:r>
            <a:endParaRPr lang="zh-CN" altLang="en-US" dirty="0">
              <a:ea typeface="宋体" panose="02010600030101010101" pitchFamily="2" charset="-122"/>
            </a:endParaRPr>
          </a:p>
        </p:txBody>
      </p:sp>
      <p:sp>
        <p:nvSpPr>
          <p:cNvPr id="22531" name="Rectangle 3"/>
          <p:cNvSpPr>
            <a:spLocks noChangeArrowheads="1"/>
          </p:cNvSpPr>
          <p:nvPr/>
        </p:nvSpPr>
        <p:spPr bwMode="auto">
          <a:xfrm>
            <a:off x="236687" y="1569741"/>
            <a:ext cx="12009759" cy="27750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114789" tIns="57394" rIns="114789" bIns="57394" anchor="ctr">
            <a:spAutoFit/>
          </a:bodyPr>
          <a:lstStyle/>
          <a:p>
            <a:pPr indent="457200">
              <a:lnSpc>
                <a:spcPct val="160000"/>
              </a:lnSpc>
            </a:pPr>
            <a:r>
              <a:rPr lang="zh-CN" altLang="en-US" dirty="0">
                <a:solidFill>
                  <a:srgbClr val="000000"/>
                </a:solidFill>
                <a:latin typeface="Arial" panose="020B0604020202020204" pitchFamily="34" charset="0"/>
              </a:rPr>
              <a:t>本章详细讨论了文件系统操作技术在</a:t>
            </a:r>
            <a:r>
              <a:rPr lang="en-US" altLang="zh-CN" dirty="0">
                <a:solidFill>
                  <a:srgbClr val="000000"/>
                </a:solidFill>
                <a:latin typeface="Arial" panose="020B0604020202020204" pitchFamily="34" charset="0"/>
              </a:rPr>
              <a:t>Java Web</a:t>
            </a:r>
            <a:r>
              <a:rPr lang="zh-CN" altLang="en-US" dirty="0">
                <a:solidFill>
                  <a:srgbClr val="000000"/>
                </a:solidFill>
                <a:latin typeface="Arial" panose="020B0604020202020204" pitchFamily="34" charset="0"/>
              </a:rPr>
              <a:t>应用中的使用方法，包括使用字节流及字符流读取文件、文件的上传与下载、</a:t>
            </a:r>
            <a:r>
              <a:rPr lang="en-US" altLang="zh-CN" dirty="0" err="1">
                <a:solidFill>
                  <a:srgbClr val="000000"/>
                </a:solidFill>
                <a:latin typeface="Arial" panose="020B0604020202020204" pitchFamily="34" charset="0"/>
              </a:rPr>
              <a:t>jspSmartUpload</a:t>
            </a:r>
            <a:r>
              <a:rPr lang="zh-CN" altLang="en-US" dirty="0">
                <a:solidFill>
                  <a:srgbClr val="000000"/>
                </a:solidFill>
                <a:latin typeface="Arial" panose="020B0604020202020204" pitchFamily="34" charset="0"/>
              </a:rPr>
              <a:t>插件的使用、</a:t>
            </a:r>
            <a:r>
              <a:rPr lang="en-US" altLang="zh-CN" dirty="0">
                <a:solidFill>
                  <a:srgbClr val="000000"/>
                </a:solidFill>
                <a:latin typeface="Arial" panose="020B0604020202020204" pitchFamily="34" charset="0"/>
              </a:rPr>
              <a:t>Excel</a:t>
            </a:r>
            <a:r>
              <a:rPr lang="zh-CN" altLang="en-US" dirty="0">
                <a:solidFill>
                  <a:srgbClr val="000000"/>
                </a:solidFill>
                <a:latin typeface="Arial" panose="020B0604020202020204" pitchFamily="34" charset="0"/>
              </a:rPr>
              <a:t>文件读取操作及动态图像生成技术。在本章最后“网站常用功能实现案例”中给出了网页中抓取代码、读取注册条款、缩放图片大小等案例。文件系统的这种灵活性应用在</a:t>
            </a:r>
            <a:r>
              <a:rPr lang="en-US" altLang="zh-CN" dirty="0">
                <a:solidFill>
                  <a:srgbClr val="000000"/>
                </a:solidFill>
                <a:latin typeface="Arial" panose="020B0604020202020204" pitchFamily="34" charset="0"/>
              </a:rPr>
              <a:t>Java Web</a:t>
            </a:r>
            <a:r>
              <a:rPr lang="zh-CN" altLang="en-US" dirty="0">
                <a:solidFill>
                  <a:srgbClr val="000000"/>
                </a:solidFill>
                <a:latin typeface="Arial" panose="020B0604020202020204" pitchFamily="34" charset="0"/>
              </a:rPr>
              <a:t>开发中有着极为重要的意义。</a:t>
            </a:r>
            <a:endParaRPr lang="zh-CN" altLang="en-US" dirty="0">
              <a:solidFill>
                <a:srgbClr val="000000"/>
              </a:solidFill>
              <a:latin typeface="Arial" panose="020B0604020202020204" pitchFamily="34" charset="0"/>
            </a:endParaRPr>
          </a:p>
          <a:p>
            <a:pPr indent="457200">
              <a:lnSpc>
                <a:spcPct val="160000"/>
              </a:lnSpc>
            </a:pPr>
            <a:r>
              <a:rPr lang="zh-CN" altLang="en-US" dirty="0">
                <a:solidFill>
                  <a:srgbClr val="000000"/>
                </a:solidFill>
                <a:latin typeface="Arial" panose="020B0604020202020204" pitchFamily="34" charset="0"/>
              </a:rPr>
              <a:t>本章主要学习外部文件与</a:t>
            </a:r>
            <a:r>
              <a:rPr lang="en-US" altLang="zh-CN" dirty="0">
                <a:solidFill>
                  <a:srgbClr val="000000"/>
                </a:solidFill>
                <a:latin typeface="Arial" panose="020B0604020202020204" pitchFamily="34" charset="0"/>
              </a:rPr>
              <a:t>Java Web</a:t>
            </a:r>
            <a:r>
              <a:rPr lang="zh-CN" altLang="en-US" dirty="0">
                <a:solidFill>
                  <a:srgbClr val="000000"/>
                </a:solidFill>
                <a:latin typeface="Arial" panose="020B0604020202020204" pitchFamily="34" charset="0"/>
              </a:rPr>
              <a:t>代码之间的数据传输与交互、处理过程，这里需要读者站在整体架构的角度看待不同的模块是如何协同工作的，需要更加细致耐心地处理每个接口代码，从而达到运行效果。</a:t>
            </a:r>
            <a:endParaRPr lang="zh-CN" altLang="en-US" dirty="0">
              <a:solidFill>
                <a:srgbClr val="000000"/>
              </a:solidFill>
              <a:latin typeface="Arial" panose="020B0604020202020204" pitchFamily="34" charset="0"/>
            </a:endParaRP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lstStyle/>
          <a:p>
            <a:r>
              <a:rPr lang="zh-CN" altLang="en-US">
                <a:ea typeface="宋体" panose="02010600030101010101" pitchFamily="2" charset="-122"/>
              </a:rPr>
              <a:t>实战演练 </a:t>
            </a:r>
            <a:endParaRPr lang="zh-CN" altLang="en-US">
              <a:ea typeface="宋体" panose="02010600030101010101" pitchFamily="2" charset="-122"/>
            </a:endParaRPr>
          </a:p>
        </p:txBody>
      </p:sp>
      <p:sp>
        <p:nvSpPr>
          <p:cNvPr id="22531" name="Text Box 3"/>
          <p:cNvSpPr txBox="1">
            <a:spLocks noChangeArrowheads="1"/>
          </p:cNvSpPr>
          <p:nvPr/>
        </p:nvSpPr>
        <p:spPr bwMode="auto">
          <a:xfrm>
            <a:off x="252266" y="1690967"/>
            <a:ext cx="12354223" cy="14455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14789" tIns="57394" rIns="114789" bIns="57394">
            <a:spAutoFit/>
          </a:bodyPr>
          <a:lstStyle/>
          <a:p>
            <a:pPr>
              <a:lnSpc>
                <a:spcPct val="160000"/>
              </a:lnSpc>
              <a:buFont typeface="Arial" panose="020B0604020202020204" pitchFamily="34" charset="0"/>
              <a:buNone/>
            </a:pPr>
            <a:r>
              <a:rPr lang="en-US" dirty="0" smtClean="0">
                <a:solidFill>
                  <a:srgbClr val="000000"/>
                </a:solidFill>
                <a:latin typeface="Arial" panose="020B0604020202020204" pitchFamily="34" charset="0"/>
              </a:rPr>
              <a:t>[</a:t>
            </a:r>
            <a:r>
              <a:rPr lang="zh-CN" altLang="en-US" dirty="0" smtClean="0">
                <a:solidFill>
                  <a:srgbClr val="000000"/>
                </a:solidFill>
                <a:latin typeface="Arial" panose="020B0604020202020204" pitchFamily="34" charset="0"/>
              </a:rPr>
              <a:t>实战 </a:t>
            </a:r>
            <a:r>
              <a:rPr lang="en-US" dirty="0" smtClean="0">
                <a:solidFill>
                  <a:srgbClr val="000000"/>
                </a:solidFill>
                <a:latin typeface="Arial" panose="020B0604020202020204" pitchFamily="34" charset="0"/>
              </a:rPr>
              <a:t>9-1] </a:t>
            </a:r>
            <a:r>
              <a:rPr lang="zh-CN" altLang="en-US" dirty="0" smtClean="0">
                <a:solidFill>
                  <a:srgbClr val="000000"/>
                </a:solidFill>
                <a:latin typeface="Arial" panose="020B0604020202020204" pitchFamily="34" charset="0"/>
              </a:rPr>
              <a:t>制作一个小案例，能添加学生基本信息至数据库，并能查看每个学生的详细信息（包括照片）。分别采用两种方式保存照片：一种方式将图片保存在数据库中；另一种方式将图片上传到指定文件夹，在数据库中存放地址。数据库表结构如下：</a:t>
            </a:r>
            <a:endParaRPr lang="zh-CN" altLang="en-US" dirty="0" smtClean="0">
              <a:solidFill>
                <a:srgbClr val="000000"/>
              </a:solidFill>
              <a:latin typeface="Arial" panose="020B0604020202020204" pitchFamily="34" charset="0"/>
            </a:endParaRPr>
          </a:p>
        </p:txBody>
      </p:sp>
      <p:graphicFrame>
        <p:nvGraphicFramePr>
          <p:cNvPr id="22532" name="Group 4"/>
          <p:cNvGraphicFramePr>
            <a:graphicFrameLocks noGrp="1"/>
          </p:cNvGraphicFramePr>
          <p:nvPr>
            <p:ph idx="1"/>
          </p:nvPr>
        </p:nvGraphicFramePr>
        <p:xfrm>
          <a:off x="591593" y="3400301"/>
          <a:ext cx="11572875" cy="711032"/>
        </p:xfrm>
        <a:graphic>
          <a:graphicData uri="http://schemas.openxmlformats.org/drawingml/2006/table">
            <a:tbl>
              <a:tblPr/>
              <a:tblGrid>
                <a:gridCol w="2011411"/>
                <a:gridCol w="2009180"/>
                <a:gridCol w="2513707"/>
                <a:gridCol w="2011413"/>
                <a:gridCol w="3027164"/>
              </a:tblGrid>
              <a:tr h="355516">
                <a:tc>
                  <a:txBody>
                    <a:bodyPr/>
                    <a:lstStyle/>
                    <a:p>
                      <a:pPr marL="0" marR="0" lvl="0" indent="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pPr>
                      <a:r>
                        <a:rPr kumimoji="0" lang="zh-CN" altLang="en-US" sz="1700" b="0" i="0" u="none" strike="noStrike" cap="none" normalizeH="0" baseline="0" dirty="0" smtClean="0">
                          <a:ln>
                            <a:noFill/>
                          </a:ln>
                          <a:solidFill>
                            <a:schemeClr val="tx1"/>
                          </a:solidFill>
                          <a:effectLst/>
                          <a:latin typeface="宋体" panose="02010600030101010101" pitchFamily="2" charset="-122"/>
                          <a:ea typeface="宋体" panose="02010600030101010101" pitchFamily="2" charset="-122"/>
                        </a:rPr>
                        <a:t>班级</a:t>
                      </a:r>
                      <a:endParaRPr kumimoji="0" lang="zh-CN" altLang="en-US" sz="1700" b="0"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marL="128588" marR="128588" marT="48218" marB="48218"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pPr>
                      <a:r>
                        <a:rPr kumimoji="0" lang="zh-CN" altLang="en-US" sz="1700" b="0" i="0" u="none" strike="noStrike" cap="none" normalizeH="0" baseline="0" dirty="0" smtClean="0">
                          <a:ln>
                            <a:noFill/>
                          </a:ln>
                          <a:solidFill>
                            <a:schemeClr val="tx1"/>
                          </a:solidFill>
                          <a:effectLst/>
                          <a:latin typeface="宋体" panose="02010600030101010101" pitchFamily="2" charset="-122"/>
                          <a:ea typeface="宋体" panose="02010600030101010101" pitchFamily="2" charset="-122"/>
                        </a:rPr>
                        <a:t>人数</a:t>
                      </a:r>
                      <a:endParaRPr kumimoji="0" lang="zh-CN" altLang="en-US" sz="1700" b="0"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marL="128588" marR="128588" marT="48218" marB="48218"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pPr>
                      <a:r>
                        <a:rPr kumimoji="0" lang="zh-CN" altLang="en-US" sz="17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rPr>
                        <a:t>辅导员</a:t>
                      </a:r>
                      <a:endParaRPr kumimoji="0" lang="zh-CN" altLang="en-US" sz="17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L="128588" marR="128588" marT="48218" marB="48218"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pPr>
                      <a:r>
                        <a:rPr kumimoji="0" lang="zh-CN" altLang="en-US" sz="17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rPr>
                        <a:t>备注</a:t>
                      </a:r>
                      <a:endParaRPr kumimoji="0" lang="zh-CN" altLang="en-US" sz="17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L="128588" marR="128588" marT="48218" marB="48218"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pPr>
                      <a:r>
                        <a:rPr kumimoji="0" lang="zh-CN" altLang="en-US" sz="1700" b="0" i="0" u="none" strike="noStrike" cap="none" normalizeH="0" baseline="0" smtClean="0">
                          <a:ln>
                            <a:noFill/>
                          </a:ln>
                          <a:solidFill>
                            <a:schemeClr val="tx1"/>
                          </a:solidFill>
                          <a:effectLst/>
                          <a:latin typeface="宋体" panose="02010600030101010101" pitchFamily="2" charset="-122"/>
                          <a:ea typeface="宋体" panose="02010600030101010101" pitchFamily="2" charset="-122"/>
                        </a:rPr>
                        <a:t>毕业时间</a:t>
                      </a:r>
                      <a:endParaRPr kumimoji="0" lang="zh-CN" altLang="en-US" sz="17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L="128588" marR="128588" marT="48218" marB="48218"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55516">
                <a:tc>
                  <a:txBody>
                    <a:bodyPr/>
                    <a:lstStyle/>
                    <a:p>
                      <a:pPr marL="0" marR="0" lvl="0" indent="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pPr>
                      <a:r>
                        <a:rPr kumimoji="0" lang="en-US" sz="17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BJ</a:t>
                      </a:r>
                      <a:endParaRPr kumimoji="0" lang="en-US" sz="17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L="128588" marR="128588" marT="48218" marB="48218"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pPr>
                      <a:r>
                        <a:rPr kumimoji="0" lang="en-US" sz="17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RS</a:t>
                      </a:r>
                      <a:endParaRPr kumimoji="0" lang="en-US" sz="17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L="128588" marR="128588" marT="48218" marB="48218"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pPr>
                      <a:r>
                        <a:rPr kumimoji="0" lang="en-US" sz="17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FDY</a:t>
                      </a:r>
                      <a:endParaRPr kumimoji="0" lang="en-US" sz="17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L="128588" marR="128588" marT="48218" marB="48218"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pPr>
                      <a:r>
                        <a:rPr kumimoji="0" lang="en-US" sz="17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BZ</a:t>
                      </a:r>
                      <a:endParaRPr kumimoji="0" lang="en-US" sz="17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L="128588" marR="128588" marT="48218" marB="48218"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tx2"/>
                        </a:buClr>
                        <a:buSzTx/>
                        <a:buFont typeface="Wingdings" panose="05000000000000000000" pitchFamily="2" charset="2"/>
                        <a:buNone/>
                      </a:pPr>
                      <a:r>
                        <a:rPr kumimoji="0" lang="en-US" sz="1700" b="0"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BYSJ</a:t>
                      </a:r>
                      <a:endParaRPr kumimoji="0" lang="en-US" sz="1700" b="0"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marL="128588" marR="128588" marT="48218" marB="48218"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
        <p:nvSpPr>
          <p:cNvPr id="22552" name="Text Box 24"/>
          <p:cNvSpPr txBox="1">
            <a:spLocks noChangeArrowheads="1"/>
          </p:cNvSpPr>
          <p:nvPr/>
        </p:nvSpPr>
        <p:spPr bwMode="auto">
          <a:xfrm>
            <a:off x="352724" y="5817931"/>
            <a:ext cx="12153305" cy="3929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14789" tIns="57394" rIns="114789" bIns="57394">
            <a:spAutoFit/>
          </a:bodyPr>
          <a:lstStyle/>
          <a:p>
            <a:pPr>
              <a:spcBef>
                <a:spcPct val="50000"/>
              </a:spcBef>
              <a:buFont typeface="Arial" panose="020B0604020202020204" pitchFamily="34" charset="0"/>
              <a:buNone/>
            </a:pPr>
            <a:endParaRPr lang="zh-CN" altLang="en-US" smtClean="0">
              <a:solidFill>
                <a:srgbClr val="000000"/>
              </a:solidFill>
              <a:latin typeface="Arial" panose="020B0604020202020204" pitchFamily="34" charset="0"/>
            </a:endParaRPr>
          </a:p>
        </p:txBody>
      </p:sp>
      <p:pic>
        <p:nvPicPr>
          <p:cNvPr id="22553" name="Picture 25"/>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52266" y="4480421"/>
            <a:ext cx="12050613" cy="10530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直角三角形 1"/>
          <p:cNvSpPr/>
          <p:nvPr/>
        </p:nvSpPr>
        <p:spPr>
          <a:xfrm>
            <a:off x="0" y="0"/>
            <a:ext cx="7256762" cy="7256364"/>
          </a:xfrm>
          <a:prstGeom prst="rtTriangle">
            <a:avLst/>
          </a:prstGeom>
          <a:blipFill dpi="0" rotWithShape="1">
            <a:blip r:embed="rId1" cstate="screen"/>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lIns="128583" tIns="64291" rIns="128583" bIns="64291" rtlCol="0" anchor="ctr"/>
          <a:lstStyle/>
          <a:p>
            <a:pPr algn="ctr"/>
            <a:endParaRPr lang="zh-CN" altLang="en-US" sz="1400">
              <a:cs typeface="+mn-ea"/>
              <a:sym typeface="+mn-lt"/>
            </a:endParaRPr>
          </a:p>
        </p:txBody>
      </p:sp>
      <p:sp>
        <p:nvSpPr>
          <p:cNvPr id="3" name="任意多边形 2"/>
          <p:cNvSpPr/>
          <p:nvPr/>
        </p:nvSpPr>
        <p:spPr>
          <a:xfrm rot="5400000" flipV="1">
            <a:off x="1608166" y="1145782"/>
            <a:ext cx="4826927" cy="4827192"/>
          </a:xfrm>
          <a:custGeom>
            <a:avLst/>
            <a:gdLst>
              <a:gd name="connsiteX0" fmla="*/ 0 w 4343400"/>
              <a:gd name="connsiteY0" fmla="*/ 0 h 4343400"/>
              <a:gd name="connsiteX1" fmla="*/ 4343400 w 4343400"/>
              <a:gd name="connsiteY1" fmla="*/ 4343400 h 4343400"/>
              <a:gd name="connsiteX2" fmla="*/ 3486149 w 4343400"/>
              <a:gd name="connsiteY2" fmla="*/ 4343400 h 4343400"/>
              <a:gd name="connsiteX3" fmla="*/ 0 w 4343400"/>
              <a:gd name="connsiteY3" fmla="*/ 857251 h 4343400"/>
              <a:gd name="connsiteX4" fmla="*/ 0 w 4343400"/>
              <a:gd name="connsiteY4" fmla="*/ 0 h 4343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43400" h="4343400">
                <a:moveTo>
                  <a:pt x="0" y="0"/>
                </a:moveTo>
                <a:lnTo>
                  <a:pt x="4343400" y="4343400"/>
                </a:lnTo>
                <a:lnTo>
                  <a:pt x="3486149" y="4343400"/>
                </a:lnTo>
                <a:lnTo>
                  <a:pt x="0" y="857251"/>
                </a:lnTo>
                <a:lnTo>
                  <a:pt x="0" y="0"/>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28583" tIns="64291" rIns="128583" bIns="64291" rtlCol="0" anchor="ctr"/>
          <a:lstStyle/>
          <a:p>
            <a:pPr algn="ctr"/>
            <a:endParaRPr lang="zh-CN" altLang="en-US" sz="1400">
              <a:cs typeface="+mn-ea"/>
              <a:sym typeface="+mn-lt"/>
            </a:endParaRPr>
          </a:p>
        </p:txBody>
      </p:sp>
      <p:sp>
        <p:nvSpPr>
          <p:cNvPr id="6" name="文本框 5"/>
          <p:cNvSpPr txBox="1"/>
          <p:nvPr/>
        </p:nvSpPr>
        <p:spPr>
          <a:xfrm>
            <a:off x="4557167" y="1960141"/>
            <a:ext cx="8595718" cy="622280"/>
          </a:xfrm>
          <a:prstGeom prst="rect">
            <a:avLst/>
          </a:prstGeom>
          <a:noFill/>
        </p:spPr>
        <p:txBody>
          <a:bodyPr wrap="square" lIns="128583" tIns="64291" rIns="128583" bIns="64291" rtlCol="0">
            <a:spAutoFit/>
          </a:bodyPr>
          <a:lstStyle/>
          <a:p>
            <a:r>
              <a:rPr kumimoji="1" lang="en-US" altLang="zh-CN" sz="3200" b="1" dirty="0">
                <a:solidFill>
                  <a:srgbClr val="526580"/>
                </a:solidFill>
                <a:latin typeface="+mn-ea"/>
                <a:ea typeface="+mn-ea"/>
                <a:cs typeface="+mn-ea"/>
              </a:rPr>
              <a:t>&lt;&lt;JSP</a:t>
            </a:r>
            <a:r>
              <a:rPr kumimoji="1" lang="zh-CN" altLang="en-US" sz="3200" b="1" dirty="0">
                <a:solidFill>
                  <a:srgbClr val="526580"/>
                </a:solidFill>
                <a:latin typeface="+mn-ea"/>
                <a:ea typeface="+mn-ea"/>
                <a:cs typeface="+mn-ea"/>
              </a:rPr>
              <a:t>与</a:t>
            </a:r>
            <a:r>
              <a:rPr kumimoji="1" lang="en-US" altLang="zh-CN" sz="3200" b="1" dirty="0">
                <a:solidFill>
                  <a:srgbClr val="526580"/>
                </a:solidFill>
                <a:latin typeface="+mn-ea"/>
                <a:ea typeface="+mn-ea"/>
                <a:cs typeface="+mn-ea"/>
              </a:rPr>
              <a:t>Servlet</a:t>
            </a:r>
            <a:r>
              <a:rPr kumimoji="1" lang="zh-CN" altLang="en-US" sz="3200" b="1" dirty="0">
                <a:solidFill>
                  <a:srgbClr val="526580"/>
                </a:solidFill>
                <a:latin typeface="+mn-ea"/>
                <a:ea typeface="+mn-ea"/>
                <a:cs typeface="+mn-ea"/>
              </a:rPr>
              <a:t>开发技术与典型应用教程</a:t>
            </a:r>
            <a:r>
              <a:rPr kumimoji="1" lang="en-US" altLang="zh-CN" sz="3200" b="1" dirty="0">
                <a:solidFill>
                  <a:srgbClr val="526580"/>
                </a:solidFill>
                <a:latin typeface="+mn-ea"/>
                <a:ea typeface="+mn-ea"/>
                <a:cs typeface="+mn-ea"/>
              </a:rPr>
              <a:t>&gt;&gt;</a:t>
            </a:r>
            <a:endParaRPr kumimoji="1" lang="zh-CN" altLang="en-US" sz="3200" b="1" dirty="0">
              <a:solidFill>
                <a:srgbClr val="526580"/>
              </a:solidFill>
              <a:latin typeface="+mn-ea"/>
              <a:ea typeface="+mn-ea"/>
              <a:cs typeface="+mn-ea"/>
              <a:sym typeface="+mn-lt"/>
            </a:endParaRPr>
          </a:p>
        </p:txBody>
      </p:sp>
      <p:sp>
        <p:nvSpPr>
          <p:cNvPr id="8" name="文本框 7"/>
          <p:cNvSpPr txBox="1"/>
          <p:nvPr/>
        </p:nvSpPr>
        <p:spPr>
          <a:xfrm>
            <a:off x="5709295" y="2896245"/>
            <a:ext cx="6016403" cy="560725"/>
          </a:xfrm>
          <a:prstGeom prst="rect">
            <a:avLst/>
          </a:prstGeom>
          <a:noFill/>
        </p:spPr>
        <p:txBody>
          <a:bodyPr wrap="square" lIns="128583" tIns="64291" rIns="128583" bIns="64291" rtlCol="0">
            <a:spAutoFit/>
          </a:bodyPr>
          <a:lstStyle/>
          <a:p>
            <a:pPr algn="ctr"/>
            <a:r>
              <a:rPr kumimoji="1" lang="zh-CN" altLang="en-US" sz="2800" dirty="0">
                <a:solidFill>
                  <a:prstClr val="white">
                    <a:lumMod val="50000"/>
                  </a:prstClr>
                </a:solidFill>
                <a:cs typeface="+mn-ea"/>
                <a:sym typeface="+mn-lt"/>
              </a:rPr>
              <a:t>感谢观看 </a:t>
            </a:r>
            <a:r>
              <a:rPr kumimoji="1" lang="en-US" altLang="zh-CN" sz="2800" dirty="0">
                <a:solidFill>
                  <a:prstClr val="white">
                    <a:lumMod val="50000"/>
                  </a:prstClr>
                </a:solidFill>
                <a:cs typeface="+mn-ea"/>
                <a:sym typeface="+mn-lt"/>
              </a:rPr>
              <a:t>THANK YOU!</a:t>
            </a:r>
            <a:endParaRPr kumimoji="1" lang="zh-CN" altLang="en-US" sz="2800" dirty="0">
              <a:solidFill>
                <a:prstClr val="white">
                  <a:lumMod val="50000"/>
                </a:prstClr>
              </a:solidFill>
              <a:cs typeface="+mn-ea"/>
              <a:sym typeface="+mn-lt"/>
            </a:endParaRPr>
          </a:p>
        </p:txBody>
      </p:sp>
      <p:sp>
        <p:nvSpPr>
          <p:cNvPr id="12" name="直角三角形 11"/>
          <p:cNvSpPr/>
          <p:nvPr/>
        </p:nvSpPr>
        <p:spPr>
          <a:xfrm flipH="1">
            <a:off x="8229575" y="3976365"/>
            <a:ext cx="4629176" cy="3279999"/>
          </a:xfrm>
          <a:prstGeom prst="rtTriangle">
            <a:avLst/>
          </a:prstGeom>
          <a:solidFill>
            <a:srgbClr val="43536A"/>
          </a:solidFill>
          <a:ln>
            <a:solidFill>
              <a:srgbClr val="43536A"/>
            </a:solidFill>
          </a:ln>
        </p:spPr>
        <p:style>
          <a:lnRef idx="2">
            <a:schemeClr val="accent1">
              <a:shade val="50000"/>
            </a:schemeClr>
          </a:lnRef>
          <a:fillRef idx="1">
            <a:schemeClr val="accent1"/>
          </a:fillRef>
          <a:effectRef idx="0">
            <a:schemeClr val="accent1"/>
          </a:effectRef>
          <a:fontRef idx="minor">
            <a:schemeClr val="lt1"/>
          </a:fontRef>
        </p:style>
        <p:txBody>
          <a:bodyPr lIns="128583" tIns="64291" rIns="128583" bIns="64291" rtlCol="0" anchor="ctr"/>
          <a:lstStyle/>
          <a:p>
            <a:pPr algn="ctr"/>
            <a:endParaRPr lang="zh-CN" altLang="en-US" sz="1400">
              <a:solidFill>
                <a:schemeClr val="bg2">
                  <a:lumMod val="25000"/>
                </a:schemeClr>
              </a:solidFill>
              <a:cs typeface="+mn-ea"/>
              <a:sym typeface="+mn-lt"/>
            </a:endParaRPr>
          </a:p>
        </p:txBody>
      </p:sp>
      <p:sp>
        <p:nvSpPr>
          <p:cNvPr id="16" name="直角三角形 15"/>
          <p:cNvSpPr/>
          <p:nvPr/>
        </p:nvSpPr>
        <p:spPr>
          <a:xfrm rot="13500000" flipV="1">
            <a:off x="2775844" y="-1270801"/>
            <a:ext cx="2491570" cy="2491706"/>
          </a:xfrm>
          <a:prstGeom prst="rtTriangle">
            <a:avLst/>
          </a:prstGeom>
          <a:solidFill>
            <a:srgbClr val="43536A"/>
          </a:solidFill>
          <a:ln>
            <a:noFill/>
          </a:ln>
        </p:spPr>
        <p:style>
          <a:lnRef idx="2">
            <a:schemeClr val="accent1">
              <a:shade val="50000"/>
            </a:schemeClr>
          </a:lnRef>
          <a:fillRef idx="1">
            <a:schemeClr val="accent1"/>
          </a:fillRef>
          <a:effectRef idx="0">
            <a:schemeClr val="accent1"/>
          </a:effectRef>
          <a:fontRef idx="minor">
            <a:schemeClr val="lt1"/>
          </a:fontRef>
        </p:style>
        <p:txBody>
          <a:bodyPr lIns="128583" tIns="64291" rIns="128583" bIns="64291" rtlCol="0" anchor="ctr"/>
          <a:lstStyle/>
          <a:p>
            <a:pPr algn="ctr"/>
            <a:endParaRPr lang="zh-CN" altLang="en-US" sz="1400">
              <a:solidFill>
                <a:prstClr val="white"/>
              </a:solidFill>
              <a:cs typeface="+mn-ea"/>
              <a:sym typeface="+mn-lt"/>
            </a:endParaRPr>
          </a:p>
        </p:txBody>
      </p:sp>
      <p:sp>
        <p:nvSpPr>
          <p:cNvPr id="4" name="TextBox 3"/>
          <p:cNvSpPr txBox="1"/>
          <p:nvPr/>
        </p:nvSpPr>
        <p:spPr>
          <a:xfrm>
            <a:off x="8373591" y="3976365"/>
            <a:ext cx="3960440" cy="400110"/>
          </a:xfrm>
          <a:prstGeom prst="rect">
            <a:avLst/>
          </a:prstGeom>
          <a:noFill/>
        </p:spPr>
        <p:txBody>
          <a:bodyPr wrap="square" rtlCol="0">
            <a:spAutoFit/>
          </a:bodyPr>
          <a:lstStyle/>
          <a:p>
            <a:pPr algn="r"/>
            <a:r>
              <a:rPr kumimoji="1" lang="zh-CN" altLang="en-US" sz="2000" b="1" dirty="0">
                <a:solidFill>
                  <a:srgbClr val="526580"/>
                </a:solidFill>
                <a:cs typeface="+mn-ea"/>
              </a:rPr>
              <a:t>大连理工大学出版社</a:t>
            </a:r>
            <a:endParaRPr kumimoji="1" lang="zh-CN" altLang="en-US" sz="2000" b="1" dirty="0">
              <a:solidFill>
                <a:srgbClr val="526580"/>
              </a:solidFill>
              <a:cs typeface="+mn-ea"/>
            </a:endParaRPr>
          </a:p>
        </p:txBody>
      </p:sp>
      <p:sp>
        <p:nvSpPr>
          <p:cNvPr id="10" name="文本框 8"/>
          <p:cNvSpPr txBox="1"/>
          <p:nvPr/>
        </p:nvSpPr>
        <p:spPr>
          <a:xfrm rot="2691049">
            <a:off x="1504190" y="3590662"/>
            <a:ext cx="6476181" cy="529947"/>
          </a:xfrm>
          <a:prstGeom prst="rect">
            <a:avLst/>
          </a:prstGeom>
          <a:noFill/>
        </p:spPr>
        <p:txBody>
          <a:bodyPr wrap="square" lIns="128583" tIns="64291" rIns="128583" bIns="64291" rtlCol="0">
            <a:spAutoFit/>
          </a:bodyPr>
          <a:lstStyle/>
          <a:p>
            <a:r>
              <a:rPr kumimoji="1" lang="zh-CN" altLang="en-US" sz="2600" b="1" dirty="0">
                <a:solidFill>
                  <a:srgbClr val="526580"/>
                </a:solidFill>
                <a:cs typeface="+mn-ea"/>
              </a:rPr>
              <a:t>第九章 </a:t>
            </a:r>
            <a:r>
              <a:rPr kumimoji="1" lang="en-US" altLang="zh-CN" sz="2600" b="1" dirty="0">
                <a:solidFill>
                  <a:srgbClr val="526580"/>
                </a:solidFill>
                <a:cs typeface="+mn-ea"/>
              </a:rPr>
              <a:t>Java Web</a:t>
            </a:r>
            <a:r>
              <a:rPr kumimoji="1" lang="zh-CN" altLang="en-US" sz="2600" b="1" dirty="0">
                <a:solidFill>
                  <a:srgbClr val="526580"/>
                </a:solidFill>
                <a:cs typeface="+mn-ea"/>
              </a:rPr>
              <a:t>应用中的文件</a:t>
            </a:r>
            <a:r>
              <a:rPr kumimoji="1" lang="zh-CN" altLang="en-US" sz="2600" b="1" dirty="0" smtClean="0">
                <a:solidFill>
                  <a:srgbClr val="526580"/>
                </a:solidFill>
                <a:cs typeface="+mn-ea"/>
              </a:rPr>
              <a:t>操作</a:t>
            </a:r>
            <a:endParaRPr kumimoji="1" lang="zh-CN" altLang="en-US" sz="2600" b="1" dirty="0">
              <a:solidFill>
                <a:srgbClr val="526580"/>
              </a:solidFill>
              <a:cs typeface="+mn-ea"/>
              <a:sym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Click="0" advTm="0"/>
    </mc:Choice>
    <mc:Fallback>
      <p:transition spd="slow" advClick="0"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2"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000" fill="hold"/>
                                        <p:tgtEl>
                                          <p:spTgt spid="2"/>
                                        </p:tgtEl>
                                        <p:attrNameLst>
                                          <p:attrName>ppt_x</p:attrName>
                                        </p:attrNameLst>
                                      </p:cBhvr>
                                      <p:tavLst>
                                        <p:tav tm="0">
                                          <p:val>
                                            <p:strVal val="0-#ppt_w/2"/>
                                          </p:val>
                                        </p:tav>
                                        <p:tav tm="100000">
                                          <p:val>
                                            <p:strVal val="#ppt_x"/>
                                          </p:val>
                                        </p:tav>
                                      </p:tavLst>
                                    </p:anim>
                                    <p:anim calcmode="lin" valueType="num">
                                      <p:cBhvr additive="base">
                                        <p:cTn id="8" dur="1000" fill="hold"/>
                                        <p:tgtEl>
                                          <p:spTgt spid="2"/>
                                        </p:tgtEl>
                                        <p:attrNameLst>
                                          <p:attrName>ppt_y</p:attrName>
                                        </p:attrNameLst>
                                      </p:cBhvr>
                                      <p:tavLst>
                                        <p:tav tm="0">
                                          <p:val>
                                            <p:strVal val="1+#ppt_h/2"/>
                                          </p:val>
                                        </p:tav>
                                        <p:tav tm="100000">
                                          <p:val>
                                            <p:strVal val="#ppt_y"/>
                                          </p:val>
                                        </p:tav>
                                      </p:tavLst>
                                    </p:anim>
                                  </p:childTnLst>
                                </p:cTn>
                              </p:par>
                              <p:par>
                                <p:cTn id="9" presetID="2" presetClass="entr" presetSubtype="3" fill="hold" grpId="0" nodeType="withEffect">
                                  <p:stCondLst>
                                    <p:cond delay="0"/>
                                  </p:stCondLst>
                                  <p:childTnLst>
                                    <p:set>
                                      <p:cBhvr>
                                        <p:cTn id="10" dur="1" fill="hold">
                                          <p:stCondLst>
                                            <p:cond delay="0"/>
                                          </p:stCondLst>
                                        </p:cTn>
                                        <p:tgtEl>
                                          <p:spTgt spid="3"/>
                                        </p:tgtEl>
                                        <p:attrNameLst>
                                          <p:attrName>style.visibility</p:attrName>
                                        </p:attrNameLst>
                                      </p:cBhvr>
                                      <p:to>
                                        <p:strVal val="visible"/>
                                      </p:to>
                                    </p:set>
                                    <p:anim calcmode="lin" valueType="num">
                                      <p:cBhvr additive="base">
                                        <p:cTn id="11" dur="1000" fill="hold"/>
                                        <p:tgtEl>
                                          <p:spTgt spid="3"/>
                                        </p:tgtEl>
                                        <p:attrNameLst>
                                          <p:attrName>ppt_x</p:attrName>
                                        </p:attrNameLst>
                                      </p:cBhvr>
                                      <p:tavLst>
                                        <p:tav tm="0">
                                          <p:val>
                                            <p:strVal val="1+#ppt_w/2"/>
                                          </p:val>
                                        </p:tav>
                                        <p:tav tm="100000">
                                          <p:val>
                                            <p:strVal val="#ppt_x"/>
                                          </p:val>
                                        </p:tav>
                                      </p:tavLst>
                                    </p:anim>
                                    <p:anim calcmode="lin" valueType="num">
                                      <p:cBhvr additive="base">
                                        <p:cTn id="12" dur="1000" fill="hold"/>
                                        <p:tgtEl>
                                          <p:spTgt spid="3"/>
                                        </p:tgtEl>
                                        <p:attrNameLst>
                                          <p:attrName>ppt_y</p:attrName>
                                        </p:attrNameLst>
                                      </p:cBhvr>
                                      <p:tavLst>
                                        <p:tav tm="0">
                                          <p:val>
                                            <p:strVal val="0-#ppt_h/2"/>
                                          </p:val>
                                        </p:tav>
                                        <p:tav tm="100000">
                                          <p:val>
                                            <p:strVal val="#ppt_y"/>
                                          </p:val>
                                        </p:tav>
                                      </p:tavLst>
                                    </p:anim>
                                  </p:childTnLst>
                                </p:cTn>
                              </p:par>
                            </p:childTnLst>
                          </p:cTn>
                        </p:par>
                        <p:par>
                          <p:cTn id="13" fill="hold">
                            <p:stCondLst>
                              <p:cond delay="1000"/>
                            </p:stCondLst>
                            <p:childTnLst>
                              <p:par>
                                <p:cTn id="14" presetID="2" presetClass="entr" presetSubtype="12" fill="hold" grpId="0" nodeType="afterEffect">
                                  <p:stCondLst>
                                    <p:cond delay="0"/>
                                  </p:stCondLst>
                                  <p:childTnLst>
                                    <p:set>
                                      <p:cBhvr>
                                        <p:cTn id="15" dur="1" fill="hold">
                                          <p:stCondLst>
                                            <p:cond delay="0"/>
                                          </p:stCondLst>
                                        </p:cTn>
                                        <p:tgtEl>
                                          <p:spTgt spid="12"/>
                                        </p:tgtEl>
                                        <p:attrNameLst>
                                          <p:attrName>style.visibility</p:attrName>
                                        </p:attrNameLst>
                                      </p:cBhvr>
                                      <p:to>
                                        <p:strVal val="visible"/>
                                      </p:to>
                                    </p:set>
                                    <p:anim calcmode="lin" valueType="num">
                                      <p:cBhvr additive="base">
                                        <p:cTn id="16" dur="1000" fill="hold"/>
                                        <p:tgtEl>
                                          <p:spTgt spid="12"/>
                                        </p:tgtEl>
                                        <p:attrNameLst>
                                          <p:attrName>ppt_x</p:attrName>
                                        </p:attrNameLst>
                                      </p:cBhvr>
                                      <p:tavLst>
                                        <p:tav tm="0">
                                          <p:val>
                                            <p:strVal val="0-#ppt_w/2"/>
                                          </p:val>
                                        </p:tav>
                                        <p:tav tm="100000">
                                          <p:val>
                                            <p:strVal val="#ppt_x"/>
                                          </p:val>
                                        </p:tav>
                                      </p:tavLst>
                                    </p:anim>
                                    <p:anim calcmode="lin" valueType="num">
                                      <p:cBhvr additive="base">
                                        <p:cTn id="17" dur="1000" fill="hold"/>
                                        <p:tgtEl>
                                          <p:spTgt spid="12"/>
                                        </p:tgtEl>
                                        <p:attrNameLst>
                                          <p:attrName>ppt_y</p:attrName>
                                        </p:attrNameLst>
                                      </p:cBhvr>
                                      <p:tavLst>
                                        <p:tav tm="0">
                                          <p:val>
                                            <p:strVal val="1+#ppt_h/2"/>
                                          </p:val>
                                        </p:tav>
                                        <p:tav tm="100000">
                                          <p:val>
                                            <p:strVal val="#ppt_y"/>
                                          </p:val>
                                        </p:tav>
                                      </p:tavLst>
                                    </p:anim>
                                  </p:childTnLst>
                                </p:cTn>
                              </p:par>
                              <p:par>
                                <p:cTn id="18" presetID="2" presetClass="entr" presetSubtype="1" fill="hold" grpId="0" nodeType="withEffect">
                                  <p:stCondLst>
                                    <p:cond delay="0"/>
                                  </p:stCondLst>
                                  <p:childTnLst>
                                    <p:set>
                                      <p:cBhvr>
                                        <p:cTn id="19" dur="1" fill="hold">
                                          <p:stCondLst>
                                            <p:cond delay="0"/>
                                          </p:stCondLst>
                                        </p:cTn>
                                        <p:tgtEl>
                                          <p:spTgt spid="16"/>
                                        </p:tgtEl>
                                        <p:attrNameLst>
                                          <p:attrName>style.visibility</p:attrName>
                                        </p:attrNameLst>
                                      </p:cBhvr>
                                      <p:to>
                                        <p:strVal val="visible"/>
                                      </p:to>
                                    </p:set>
                                    <p:anim calcmode="lin" valueType="num">
                                      <p:cBhvr additive="base">
                                        <p:cTn id="20" dur="1000" fill="hold"/>
                                        <p:tgtEl>
                                          <p:spTgt spid="16"/>
                                        </p:tgtEl>
                                        <p:attrNameLst>
                                          <p:attrName>ppt_x</p:attrName>
                                        </p:attrNameLst>
                                      </p:cBhvr>
                                      <p:tavLst>
                                        <p:tav tm="0">
                                          <p:val>
                                            <p:strVal val="#ppt_x"/>
                                          </p:val>
                                        </p:tav>
                                        <p:tav tm="100000">
                                          <p:val>
                                            <p:strVal val="#ppt_x"/>
                                          </p:val>
                                        </p:tav>
                                      </p:tavLst>
                                    </p:anim>
                                    <p:anim calcmode="lin" valueType="num">
                                      <p:cBhvr additive="base">
                                        <p:cTn id="21" dur="1000" fill="hold"/>
                                        <p:tgtEl>
                                          <p:spTgt spid="16"/>
                                        </p:tgtEl>
                                        <p:attrNameLst>
                                          <p:attrName>ppt_y</p:attrName>
                                        </p:attrNameLst>
                                      </p:cBhvr>
                                      <p:tavLst>
                                        <p:tav tm="0">
                                          <p:val>
                                            <p:strVal val="0-#ppt_h/2"/>
                                          </p:val>
                                        </p:tav>
                                        <p:tav tm="100000">
                                          <p:val>
                                            <p:strVal val="#ppt_y"/>
                                          </p:val>
                                        </p:tav>
                                      </p:tavLst>
                                    </p:anim>
                                  </p:childTnLst>
                                </p:cTn>
                              </p:par>
                            </p:childTnLst>
                          </p:cTn>
                        </p:par>
                        <p:par>
                          <p:cTn id="22" fill="hold">
                            <p:stCondLst>
                              <p:cond delay="2000"/>
                            </p:stCondLst>
                            <p:childTnLst>
                              <p:par>
                                <p:cTn id="23" presetID="22" presetClass="entr" presetSubtype="8" fill="hold" grpId="0" nodeType="afterEffect">
                                  <p:stCondLst>
                                    <p:cond delay="0"/>
                                  </p:stCondLst>
                                  <p:childTnLst>
                                    <p:set>
                                      <p:cBhvr>
                                        <p:cTn id="24" dur="1" fill="hold">
                                          <p:stCondLst>
                                            <p:cond delay="0"/>
                                          </p:stCondLst>
                                        </p:cTn>
                                        <p:tgtEl>
                                          <p:spTgt spid="6"/>
                                        </p:tgtEl>
                                        <p:attrNameLst>
                                          <p:attrName>style.visibility</p:attrName>
                                        </p:attrNameLst>
                                      </p:cBhvr>
                                      <p:to>
                                        <p:strVal val="visible"/>
                                      </p:to>
                                    </p:set>
                                    <p:animEffect transition="in" filter="wipe(left)">
                                      <p:cBhvr>
                                        <p:cTn id="25" dur="500"/>
                                        <p:tgtEl>
                                          <p:spTgt spid="6"/>
                                        </p:tgtEl>
                                      </p:cBhvr>
                                    </p:animEffect>
                                  </p:childTnLst>
                                </p:cTn>
                              </p:par>
                            </p:childTnLst>
                          </p:cTn>
                        </p:par>
                        <p:par>
                          <p:cTn id="26" fill="hold">
                            <p:stCondLst>
                              <p:cond delay="2500"/>
                            </p:stCondLst>
                            <p:childTnLst>
                              <p:par>
                                <p:cTn id="27" presetID="42" presetClass="entr" presetSubtype="0" fill="hold" grpId="0" nodeType="afterEffect">
                                  <p:stCondLst>
                                    <p:cond delay="0"/>
                                  </p:stCondLst>
                                  <p:childTnLst>
                                    <p:set>
                                      <p:cBhvr>
                                        <p:cTn id="28" dur="1" fill="hold">
                                          <p:stCondLst>
                                            <p:cond delay="0"/>
                                          </p:stCondLst>
                                        </p:cTn>
                                        <p:tgtEl>
                                          <p:spTgt spid="8"/>
                                        </p:tgtEl>
                                        <p:attrNameLst>
                                          <p:attrName>style.visibility</p:attrName>
                                        </p:attrNameLst>
                                      </p:cBhvr>
                                      <p:to>
                                        <p:strVal val="visible"/>
                                      </p:to>
                                    </p:set>
                                    <p:animEffect transition="in" filter="fade">
                                      <p:cBhvr>
                                        <p:cTn id="29" dur="750"/>
                                        <p:tgtEl>
                                          <p:spTgt spid="8"/>
                                        </p:tgtEl>
                                      </p:cBhvr>
                                    </p:animEffect>
                                    <p:anim calcmode="lin" valueType="num">
                                      <p:cBhvr>
                                        <p:cTn id="30" dur="750" fill="hold"/>
                                        <p:tgtEl>
                                          <p:spTgt spid="8"/>
                                        </p:tgtEl>
                                        <p:attrNameLst>
                                          <p:attrName>ppt_x</p:attrName>
                                        </p:attrNameLst>
                                      </p:cBhvr>
                                      <p:tavLst>
                                        <p:tav tm="0">
                                          <p:val>
                                            <p:strVal val="#ppt_x"/>
                                          </p:val>
                                        </p:tav>
                                        <p:tav tm="100000">
                                          <p:val>
                                            <p:strVal val="#ppt_x"/>
                                          </p:val>
                                        </p:tav>
                                      </p:tavLst>
                                    </p:anim>
                                    <p:anim calcmode="lin" valueType="num">
                                      <p:cBhvr>
                                        <p:cTn id="31" dur="750" fill="hold"/>
                                        <p:tgtEl>
                                          <p:spTgt spid="8"/>
                                        </p:tgtEl>
                                        <p:attrNameLst>
                                          <p:attrName>ppt_y</p:attrName>
                                        </p:attrNameLst>
                                      </p:cBhvr>
                                      <p:tavLst>
                                        <p:tav tm="0">
                                          <p:val>
                                            <p:strVal val="#ppt_y+.1"/>
                                          </p:val>
                                        </p:tav>
                                        <p:tav tm="100000">
                                          <p:val>
                                            <p:strVal val="#ppt_y"/>
                                          </p:val>
                                        </p:tav>
                                      </p:tavLst>
                                    </p:anim>
                                  </p:childTnLst>
                                </p:cTn>
                              </p:par>
                            </p:childTnLst>
                          </p:cTn>
                        </p:par>
                        <p:par>
                          <p:cTn id="32" fill="hold">
                            <p:stCondLst>
                              <p:cond delay="3500"/>
                            </p:stCondLst>
                            <p:childTnLst>
                              <p:par>
                                <p:cTn id="33" presetID="2" presetClass="entr" presetSubtype="4" fill="hold" grpId="0" nodeType="afterEffect">
                                  <p:stCondLst>
                                    <p:cond delay="0"/>
                                  </p:stCondLst>
                                  <p:childTnLst>
                                    <p:set>
                                      <p:cBhvr>
                                        <p:cTn id="34" dur="1" fill="hold">
                                          <p:stCondLst>
                                            <p:cond delay="0"/>
                                          </p:stCondLst>
                                        </p:cTn>
                                        <p:tgtEl>
                                          <p:spTgt spid="4"/>
                                        </p:tgtEl>
                                        <p:attrNameLst>
                                          <p:attrName>style.visibility</p:attrName>
                                        </p:attrNameLst>
                                      </p:cBhvr>
                                      <p:to>
                                        <p:strVal val="visible"/>
                                      </p:to>
                                    </p:set>
                                    <p:anim calcmode="lin" valueType="num">
                                      <p:cBhvr additive="base">
                                        <p:cTn id="35" dur="500" fill="hold"/>
                                        <p:tgtEl>
                                          <p:spTgt spid="4"/>
                                        </p:tgtEl>
                                        <p:attrNameLst>
                                          <p:attrName>ppt_x</p:attrName>
                                        </p:attrNameLst>
                                      </p:cBhvr>
                                      <p:tavLst>
                                        <p:tav tm="0">
                                          <p:val>
                                            <p:strVal val="#ppt_x"/>
                                          </p:val>
                                        </p:tav>
                                        <p:tav tm="100000">
                                          <p:val>
                                            <p:strVal val="#ppt_x"/>
                                          </p:val>
                                        </p:tav>
                                      </p:tavLst>
                                    </p:anim>
                                    <p:anim calcmode="lin" valueType="num">
                                      <p:cBhvr additive="base">
                                        <p:cTn id="36" dur="500" fill="hold"/>
                                        <p:tgtEl>
                                          <p:spTgt spid="4"/>
                                        </p:tgtEl>
                                        <p:attrNameLst>
                                          <p:attrName>ppt_y</p:attrName>
                                        </p:attrNameLst>
                                      </p:cBhvr>
                                      <p:tavLst>
                                        <p:tav tm="0">
                                          <p:val>
                                            <p:strVal val="1+#ppt_h/2"/>
                                          </p:val>
                                        </p:tav>
                                        <p:tav tm="100000">
                                          <p:val>
                                            <p:strVal val="#ppt_y"/>
                                          </p:val>
                                        </p:tav>
                                      </p:tavLst>
                                    </p:anim>
                                  </p:childTnLst>
                                </p:cTn>
                              </p:par>
                            </p:childTnLst>
                          </p:cTn>
                        </p:par>
                        <p:par>
                          <p:cTn id="37" fill="hold">
                            <p:stCondLst>
                              <p:cond delay="4000"/>
                            </p:stCondLst>
                            <p:childTnLst>
                              <p:par>
                                <p:cTn id="38" presetID="22" presetClass="entr" presetSubtype="1" fill="hold" grpId="0" nodeType="afterEffect">
                                  <p:stCondLst>
                                    <p:cond delay="0"/>
                                  </p:stCondLst>
                                  <p:childTnLst>
                                    <p:set>
                                      <p:cBhvr>
                                        <p:cTn id="39" dur="1" fill="hold">
                                          <p:stCondLst>
                                            <p:cond delay="0"/>
                                          </p:stCondLst>
                                        </p:cTn>
                                        <p:tgtEl>
                                          <p:spTgt spid="10"/>
                                        </p:tgtEl>
                                        <p:attrNameLst>
                                          <p:attrName>style.visibility</p:attrName>
                                        </p:attrNameLst>
                                      </p:cBhvr>
                                      <p:to>
                                        <p:strVal val="visible"/>
                                      </p:to>
                                    </p:set>
                                    <p:animEffect transition="in" filter="wipe(up)">
                                      <p:cBhvr>
                                        <p:cTn id="40"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6" grpId="0"/>
      <p:bldP spid="8" grpId="0"/>
      <p:bldP spid="12" grpId="0" animBg="1"/>
      <p:bldP spid="16" grpId="0" animBg="1"/>
      <p:bldP spid="4" grpId="0"/>
      <p:bldP spid="10" grpId="0"/>
    </p:bldLst>
  </p:timing>
</p:sld>
</file>

<file path=ppt/tags/tag1.xml><?xml version="1.0" encoding="utf-8"?>
<p:tagLst xmlns:p="http://schemas.openxmlformats.org/presentationml/2006/main">
  <p:tag name="ISPRING_PRESENTATION_TITLE" val="bt026.pptx"/>
</p:tagLst>
</file>

<file path=ppt/theme/theme1.xml><?xml version="1.0" encoding="utf-8"?>
<a:theme xmlns:a="http://schemas.openxmlformats.org/drawingml/2006/main" name="自定义设计方案">
  <a:themeElements>
    <a:clrScheme name="自定义 93">
      <a:dk1>
        <a:srgbClr val="000000"/>
      </a:dk1>
      <a:lt1>
        <a:srgbClr val="FFFFFF"/>
      </a:lt1>
      <a:dk2>
        <a:srgbClr val="44546A"/>
      </a:dk2>
      <a:lt2>
        <a:srgbClr val="E7E6E6"/>
      </a:lt2>
      <a:accent1>
        <a:srgbClr val="003366"/>
      </a:accent1>
      <a:accent2>
        <a:srgbClr val="003366"/>
      </a:accent2>
      <a:accent3>
        <a:srgbClr val="003366"/>
      </a:accent3>
      <a:accent4>
        <a:srgbClr val="003366"/>
      </a:accent4>
      <a:accent5>
        <a:srgbClr val="003366"/>
      </a:accent5>
      <a:accent6>
        <a:srgbClr val="003366"/>
      </a:accent6>
      <a:hlink>
        <a:srgbClr val="003366"/>
      </a:hlink>
      <a:folHlink>
        <a:srgbClr val="003366"/>
      </a:folHlink>
    </a:clrScheme>
    <a:fontScheme name="Temp">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D9D9D9">
            <a:alpha val="50196"/>
          </a:srgbClr>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灰白简约科技PPT模板">
  <a:themeElements>
    <a:clrScheme name="灰白简约科技PPT模板 3">
      <a:dk1>
        <a:srgbClr val="000000"/>
      </a:dk1>
      <a:lt1>
        <a:srgbClr val="FFFFFF"/>
      </a:lt1>
      <a:dk2>
        <a:srgbClr val="333399"/>
      </a:dk2>
      <a:lt2>
        <a:srgbClr val="C0C0C0"/>
      </a:lt2>
      <a:accent1>
        <a:srgbClr val="88BEF4"/>
      </a:accent1>
      <a:accent2>
        <a:srgbClr val="F1900F"/>
      </a:accent2>
      <a:accent3>
        <a:srgbClr val="FFFFFF"/>
      </a:accent3>
      <a:accent4>
        <a:srgbClr val="000000"/>
      </a:accent4>
      <a:accent5>
        <a:srgbClr val="C3DBF8"/>
      </a:accent5>
      <a:accent6>
        <a:srgbClr val="DA820C"/>
      </a:accent6>
      <a:hlink>
        <a:srgbClr val="CC3300"/>
      </a:hlink>
      <a:folHlink>
        <a:srgbClr val="0066CC"/>
      </a:folHlink>
    </a:clrScheme>
    <a:fontScheme name="灰白简约科技PPT模板">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en-US" sz="1800" b="0" i="0" u="none" strike="noStrike" cap="none" normalizeH="0" baseline="0" smtClean="0">
            <a:ln>
              <a:noFill/>
            </a:ln>
            <a:solidFill>
              <a:schemeClr val="tx1"/>
            </a:solidFill>
            <a:effectLst/>
            <a:latin typeface="Arial" panose="020B0604020202020204"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en-US" sz="1800" b="0" i="0" u="none" strike="noStrike" cap="none" normalizeH="0" baseline="0" smtClean="0">
            <a:ln>
              <a:noFill/>
            </a:ln>
            <a:solidFill>
              <a:schemeClr val="tx1"/>
            </a:solidFill>
            <a:effectLst/>
            <a:latin typeface="Arial" panose="020B0604020202020204" pitchFamily="34" charset="0"/>
          </a:defRPr>
        </a:defPPr>
      </a:lstStyle>
    </a:lnDef>
  </a:objectDefaults>
  <a:extraClrSchemeLst>
    <a:extraClrScheme>
      <a:clrScheme name="灰白简约科技PPT模板 1">
        <a:dk1>
          <a:srgbClr val="000000"/>
        </a:dk1>
        <a:lt1>
          <a:srgbClr val="FFFFFF"/>
        </a:lt1>
        <a:dk2>
          <a:srgbClr val="632769"/>
        </a:dk2>
        <a:lt2>
          <a:srgbClr val="DDDDDD"/>
        </a:lt2>
        <a:accent1>
          <a:srgbClr val="8B8DE1"/>
        </a:accent1>
        <a:accent2>
          <a:srgbClr val="FF997D"/>
        </a:accent2>
        <a:accent3>
          <a:srgbClr val="FFFFFF"/>
        </a:accent3>
        <a:accent4>
          <a:srgbClr val="000000"/>
        </a:accent4>
        <a:accent5>
          <a:srgbClr val="C4C5EE"/>
        </a:accent5>
        <a:accent6>
          <a:srgbClr val="E78A71"/>
        </a:accent6>
        <a:hlink>
          <a:srgbClr val="58AFD2"/>
        </a:hlink>
        <a:folHlink>
          <a:srgbClr val="BFDF63"/>
        </a:folHlink>
      </a:clrScheme>
      <a:clrMap bg1="lt1" tx1="dk1" bg2="lt2" tx2="dk2" accent1="accent1" accent2="accent2" accent3="accent3" accent4="accent4" accent5="accent5" accent6="accent6" hlink="hlink" folHlink="folHlink"/>
    </a:extraClrScheme>
    <a:extraClrScheme>
      <a:clrScheme name="灰白简约科技PPT模板 2">
        <a:dk1>
          <a:srgbClr val="000000"/>
        </a:dk1>
        <a:lt1>
          <a:srgbClr val="FFFFFF"/>
        </a:lt1>
        <a:dk2>
          <a:srgbClr val="26728A"/>
        </a:dk2>
        <a:lt2>
          <a:srgbClr val="DDDDDD"/>
        </a:lt2>
        <a:accent1>
          <a:srgbClr val="9FCAD3"/>
        </a:accent1>
        <a:accent2>
          <a:srgbClr val="9999FF"/>
        </a:accent2>
        <a:accent3>
          <a:srgbClr val="FFFFFF"/>
        </a:accent3>
        <a:accent4>
          <a:srgbClr val="000000"/>
        </a:accent4>
        <a:accent5>
          <a:srgbClr val="CDE1E6"/>
        </a:accent5>
        <a:accent6>
          <a:srgbClr val="8A8AE7"/>
        </a:accent6>
        <a:hlink>
          <a:srgbClr val="71A5DF"/>
        </a:hlink>
        <a:folHlink>
          <a:srgbClr val="F1CA69"/>
        </a:folHlink>
      </a:clrScheme>
      <a:clrMap bg1="lt1" tx1="dk1" bg2="lt2" tx2="dk2" accent1="accent1" accent2="accent2" accent3="accent3" accent4="accent4" accent5="accent5" accent6="accent6" hlink="hlink" folHlink="folHlink"/>
    </a:extraClrScheme>
    <a:extraClrScheme>
      <a:clrScheme name="灰白简约科技PPT模板 3">
        <a:dk1>
          <a:srgbClr val="000000"/>
        </a:dk1>
        <a:lt1>
          <a:srgbClr val="FFFFFF"/>
        </a:lt1>
        <a:dk2>
          <a:srgbClr val="333399"/>
        </a:dk2>
        <a:lt2>
          <a:srgbClr val="C0C0C0"/>
        </a:lt2>
        <a:accent1>
          <a:srgbClr val="88BEF4"/>
        </a:accent1>
        <a:accent2>
          <a:srgbClr val="F1900F"/>
        </a:accent2>
        <a:accent3>
          <a:srgbClr val="FFFFFF"/>
        </a:accent3>
        <a:accent4>
          <a:srgbClr val="000000"/>
        </a:accent4>
        <a:accent5>
          <a:srgbClr val="C3DBF8"/>
        </a:accent5>
        <a:accent6>
          <a:srgbClr val="DA820C"/>
        </a:accent6>
        <a:hlink>
          <a:srgbClr val="CC3300"/>
        </a:hlink>
        <a:folHlink>
          <a:srgbClr val="0066CC"/>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3_灰白简约科技PPT模板">
  <a:themeElements>
    <a:clrScheme name="灰白简约科技PPT模板 3">
      <a:dk1>
        <a:srgbClr val="000000"/>
      </a:dk1>
      <a:lt1>
        <a:srgbClr val="FFFFFF"/>
      </a:lt1>
      <a:dk2>
        <a:srgbClr val="333399"/>
      </a:dk2>
      <a:lt2>
        <a:srgbClr val="C0C0C0"/>
      </a:lt2>
      <a:accent1>
        <a:srgbClr val="88BEF4"/>
      </a:accent1>
      <a:accent2>
        <a:srgbClr val="F1900F"/>
      </a:accent2>
      <a:accent3>
        <a:srgbClr val="FFFFFF"/>
      </a:accent3>
      <a:accent4>
        <a:srgbClr val="000000"/>
      </a:accent4>
      <a:accent5>
        <a:srgbClr val="C3DBF8"/>
      </a:accent5>
      <a:accent6>
        <a:srgbClr val="DA820C"/>
      </a:accent6>
      <a:hlink>
        <a:srgbClr val="CC3300"/>
      </a:hlink>
      <a:folHlink>
        <a:srgbClr val="0066CC"/>
      </a:folHlink>
    </a:clrScheme>
    <a:fontScheme name="灰白简约科技PPT模板">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en-US" sz="1800" b="0" i="0" u="none" strike="noStrike" cap="none" normalizeH="0" baseline="0" smtClean="0">
            <a:ln>
              <a:noFill/>
            </a:ln>
            <a:solidFill>
              <a:schemeClr val="tx1"/>
            </a:solidFill>
            <a:effectLst/>
            <a:latin typeface="Arial" panose="020B0604020202020204"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en-US" sz="1800" b="0" i="0" u="none" strike="noStrike" cap="none" normalizeH="0" baseline="0" smtClean="0">
            <a:ln>
              <a:noFill/>
            </a:ln>
            <a:solidFill>
              <a:schemeClr val="tx1"/>
            </a:solidFill>
            <a:effectLst/>
            <a:latin typeface="Arial" panose="020B0604020202020204" pitchFamily="34" charset="0"/>
          </a:defRPr>
        </a:defPPr>
      </a:lstStyle>
    </a:lnDef>
  </a:objectDefaults>
  <a:extraClrSchemeLst>
    <a:extraClrScheme>
      <a:clrScheme name="灰白简约科技PPT模板 1">
        <a:dk1>
          <a:srgbClr val="000000"/>
        </a:dk1>
        <a:lt1>
          <a:srgbClr val="FFFFFF"/>
        </a:lt1>
        <a:dk2>
          <a:srgbClr val="632769"/>
        </a:dk2>
        <a:lt2>
          <a:srgbClr val="DDDDDD"/>
        </a:lt2>
        <a:accent1>
          <a:srgbClr val="8B8DE1"/>
        </a:accent1>
        <a:accent2>
          <a:srgbClr val="FF997D"/>
        </a:accent2>
        <a:accent3>
          <a:srgbClr val="FFFFFF"/>
        </a:accent3>
        <a:accent4>
          <a:srgbClr val="000000"/>
        </a:accent4>
        <a:accent5>
          <a:srgbClr val="C4C5EE"/>
        </a:accent5>
        <a:accent6>
          <a:srgbClr val="E78A71"/>
        </a:accent6>
        <a:hlink>
          <a:srgbClr val="58AFD2"/>
        </a:hlink>
        <a:folHlink>
          <a:srgbClr val="BFDF63"/>
        </a:folHlink>
      </a:clrScheme>
      <a:clrMap bg1="lt1" tx1="dk1" bg2="lt2" tx2="dk2" accent1="accent1" accent2="accent2" accent3="accent3" accent4="accent4" accent5="accent5" accent6="accent6" hlink="hlink" folHlink="folHlink"/>
    </a:extraClrScheme>
    <a:extraClrScheme>
      <a:clrScheme name="灰白简约科技PPT模板 2">
        <a:dk1>
          <a:srgbClr val="000000"/>
        </a:dk1>
        <a:lt1>
          <a:srgbClr val="FFFFFF"/>
        </a:lt1>
        <a:dk2>
          <a:srgbClr val="26728A"/>
        </a:dk2>
        <a:lt2>
          <a:srgbClr val="DDDDDD"/>
        </a:lt2>
        <a:accent1>
          <a:srgbClr val="9FCAD3"/>
        </a:accent1>
        <a:accent2>
          <a:srgbClr val="9999FF"/>
        </a:accent2>
        <a:accent3>
          <a:srgbClr val="FFFFFF"/>
        </a:accent3>
        <a:accent4>
          <a:srgbClr val="000000"/>
        </a:accent4>
        <a:accent5>
          <a:srgbClr val="CDE1E6"/>
        </a:accent5>
        <a:accent6>
          <a:srgbClr val="8A8AE7"/>
        </a:accent6>
        <a:hlink>
          <a:srgbClr val="71A5DF"/>
        </a:hlink>
        <a:folHlink>
          <a:srgbClr val="F1CA69"/>
        </a:folHlink>
      </a:clrScheme>
      <a:clrMap bg1="lt1" tx1="dk1" bg2="lt2" tx2="dk2" accent1="accent1" accent2="accent2" accent3="accent3" accent4="accent4" accent5="accent5" accent6="accent6" hlink="hlink" folHlink="folHlink"/>
    </a:extraClrScheme>
    <a:extraClrScheme>
      <a:clrScheme name="灰白简约科技PPT模板 3">
        <a:dk1>
          <a:srgbClr val="000000"/>
        </a:dk1>
        <a:lt1>
          <a:srgbClr val="FFFFFF"/>
        </a:lt1>
        <a:dk2>
          <a:srgbClr val="333399"/>
        </a:dk2>
        <a:lt2>
          <a:srgbClr val="C0C0C0"/>
        </a:lt2>
        <a:accent1>
          <a:srgbClr val="88BEF4"/>
        </a:accent1>
        <a:accent2>
          <a:srgbClr val="F1900F"/>
        </a:accent2>
        <a:accent3>
          <a:srgbClr val="FFFFFF"/>
        </a:accent3>
        <a:accent4>
          <a:srgbClr val="000000"/>
        </a:accent4>
        <a:accent5>
          <a:srgbClr val="C3DBF8"/>
        </a:accent5>
        <a:accent6>
          <a:srgbClr val="DA820C"/>
        </a:accent6>
        <a:hlink>
          <a:srgbClr val="CC3300"/>
        </a:hlink>
        <a:folHlink>
          <a:srgbClr val="0066CC"/>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1_灰白简约科技PPT模板">
  <a:themeElements>
    <a:clrScheme name="灰白简约科技PPT模板 3">
      <a:dk1>
        <a:srgbClr val="000000"/>
      </a:dk1>
      <a:lt1>
        <a:srgbClr val="FFFFFF"/>
      </a:lt1>
      <a:dk2>
        <a:srgbClr val="333399"/>
      </a:dk2>
      <a:lt2>
        <a:srgbClr val="C0C0C0"/>
      </a:lt2>
      <a:accent1>
        <a:srgbClr val="88BEF4"/>
      </a:accent1>
      <a:accent2>
        <a:srgbClr val="F1900F"/>
      </a:accent2>
      <a:accent3>
        <a:srgbClr val="FFFFFF"/>
      </a:accent3>
      <a:accent4>
        <a:srgbClr val="000000"/>
      </a:accent4>
      <a:accent5>
        <a:srgbClr val="C3DBF8"/>
      </a:accent5>
      <a:accent6>
        <a:srgbClr val="DA820C"/>
      </a:accent6>
      <a:hlink>
        <a:srgbClr val="CC3300"/>
      </a:hlink>
      <a:folHlink>
        <a:srgbClr val="0066CC"/>
      </a:folHlink>
    </a:clrScheme>
    <a:fontScheme name="灰白简约科技PPT模板">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en-US" sz="1800" b="0" i="0" u="none" strike="noStrike" cap="none" normalizeH="0" baseline="0" smtClean="0">
            <a:ln>
              <a:noFill/>
            </a:ln>
            <a:solidFill>
              <a:schemeClr val="tx1"/>
            </a:solidFill>
            <a:effectLst/>
            <a:latin typeface="Arial" panose="020B0604020202020204"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en-US" sz="1800" b="0" i="0" u="none" strike="noStrike" cap="none" normalizeH="0" baseline="0" smtClean="0">
            <a:ln>
              <a:noFill/>
            </a:ln>
            <a:solidFill>
              <a:schemeClr val="tx1"/>
            </a:solidFill>
            <a:effectLst/>
            <a:latin typeface="Arial" panose="020B0604020202020204" pitchFamily="34" charset="0"/>
          </a:defRPr>
        </a:defPPr>
      </a:lstStyle>
    </a:lnDef>
  </a:objectDefaults>
  <a:extraClrSchemeLst>
    <a:extraClrScheme>
      <a:clrScheme name="灰白简约科技PPT模板 1">
        <a:dk1>
          <a:srgbClr val="000000"/>
        </a:dk1>
        <a:lt1>
          <a:srgbClr val="FFFFFF"/>
        </a:lt1>
        <a:dk2>
          <a:srgbClr val="632769"/>
        </a:dk2>
        <a:lt2>
          <a:srgbClr val="DDDDDD"/>
        </a:lt2>
        <a:accent1>
          <a:srgbClr val="8B8DE1"/>
        </a:accent1>
        <a:accent2>
          <a:srgbClr val="FF997D"/>
        </a:accent2>
        <a:accent3>
          <a:srgbClr val="FFFFFF"/>
        </a:accent3>
        <a:accent4>
          <a:srgbClr val="000000"/>
        </a:accent4>
        <a:accent5>
          <a:srgbClr val="C4C5EE"/>
        </a:accent5>
        <a:accent6>
          <a:srgbClr val="E78A71"/>
        </a:accent6>
        <a:hlink>
          <a:srgbClr val="58AFD2"/>
        </a:hlink>
        <a:folHlink>
          <a:srgbClr val="BFDF63"/>
        </a:folHlink>
      </a:clrScheme>
      <a:clrMap bg1="lt1" tx1="dk1" bg2="lt2" tx2="dk2" accent1="accent1" accent2="accent2" accent3="accent3" accent4="accent4" accent5="accent5" accent6="accent6" hlink="hlink" folHlink="folHlink"/>
    </a:extraClrScheme>
    <a:extraClrScheme>
      <a:clrScheme name="灰白简约科技PPT模板 2">
        <a:dk1>
          <a:srgbClr val="000000"/>
        </a:dk1>
        <a:lt1>
          <a:srgbClr val="FFFFFF"/>
        </a:lt1>
        <a:dk2>
          <a:srgbClr val="26728A"/>
        </a:dk2>
        <a:lt2>
          <a:srgbClr val="DDDDDD"/>
        </a:lt2>
        <a:accent1>
          <a:srgbClr val="9FCAD3"/>
        </a:accent1>
        <a:accent2>
          <a:srgbClr val="9999FF"/>
        </a:accent2>
        <a:accent3>
          <a:srgbClr val="FFFFFF"/>
        </a:accent3>
        <a:accent4>
          <a:srgbClr val="000000"/>
        </a:accent4>
        <a:accent5>
          <a:srgbClr val="CDE1E6"/>
        </a:accent5>
        <a:accent6>
          <a:srgbClr val="8A8AE7"/>
        </a:accent6>
        <a:hlink>
          <a:srgbClr val="71A5DF"/>
        </a:hlink>
        <a:folHlink>
          <a:srgbClr val="F1CA69"/>
        </a:folHlink>
      </a:clrScheme>
      <a:clrMap bg1="lt1" tx1="dk1" bg2="lt2" tx2="dk2" accent1="accent1" accent2="accent2" accent3="accent3" accent4="accent4" accent5="accent5" accent6="accent6" hlink="hlink" folHlink="folHlink"/>
    </a:extraClrScheme>
    <a:extraClrScheme>
      <a:clrScheme name="灰白简约科技PPT模板 3">
        <a:dk1>
          <a:srgbClr val="000000"/>
        </a:dk1>
        <a:lt1>
          <a:srgbClr val="FFFFFF"/>
        </a:lt1>
        <a:dk2>
          <a:srgbClr val="333399"/>
        </a:dk2>
        <a:lt2>
          <a:srgbClr val="C0C0C0"/>
        </a:lt2>
        <a:accent1>
          <a:srgbClr val="88BEF4"/>
        </a:accent1>
        <a:accent2>
          <a:srgbClr val="F1900F"/>
        </a:accent2>
        <a:accent3>
          <a:srgbClr val="FFFFFF"/>
        </a:accent3>
        <a:accent4>
          <a:srgbClr val="000000"/>
        </a:accent4>
        <a:accent5>
          <a:srgbClr val="C3DBF8"/>
        </a:accent5>
        <a:accent6>
          <a:srgbClr val="DA820C"/>
        </a:accent6>
        <a:hlink>
          <a:srgbClr val="CC3300"/>
        </a:hlink>
        <a:folHlink>
          <a:srgbClr val="0066CC"/>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4507</Words>
  <Application>WPS 演示</Application>
  <PresentationFormat>自定义</PresentationFormat>
  <Paragraphs>267</Paragraphs>
  <Slides>29</Slides>
  <Notes>6</Notes>
  <HiddenSlides>0</HiddenSlides>
  <MMClips>0</MMClips>
  <ScaleCrop>false</ScaleCrop>
  <HeadingPairs>
    <vt:vector size="8" baseType="variant">
      <vt:variant>
        <vt:lpstr>已用的字体</vt:lpstr>
      </vt:variant>
      <vt:variant>
        <vt:i4>11</vt:i4>
      </vt:variant>
      <vt:variant>
        <vt:lpstr>主题</vt:lpstr>
      </vt:variant>
      <vt:variant>
        <vt:i4>4</vt:i4>
      </vt:variant>
      <vt:variant>
        <vt:lpstr>嵌入 OLE 服务器</vt:lpstr>
      </vt:variant>
      <vt:variant>
        <vt:i4>9</vt:i4>
      </vt:variant>
      <vt:variant>
        <vt:lpstr>幻灯片标题</vt:lpstr>
      </vt:variant>
      <vt:variant>
        <vt:i4>29</vt:i4>
      </vt:variant>
    </vt:vector>
  </HeadingPairs>
  <TitlesOfParts>
    <vt:vector size="53" baseType="lpstr">
      <vt:lpstr>Arial</vt:lpstr>
      <vt:lpstr>宋体</vt:lpstr>
      <vt:lpstr>Wingdings</vt:lpstr>
      <vt:lpstr>Calibri</vt:lpstr>
      <vt:lpstr>方正正黑简体</vt:lpstr>
      <vt:lpstr>黑体</vt:lpstr>
      <vt:lpstr>Arial</vt:lpstr>
      <vt:lpstr>楷体_GB2312</vt:lpstr>
      <vt:lpstr>新宋体</vt:lpstr>
      <vt:lpstr>微软雅黑</vt:lpstr>
      <vt:lpstr>Arial Unicode MS</vt:lpstr>
      <vt:lpstr>自定义设计方案</vt:lpstr>
      <vt:lpstr>灰白简约科技PPT模板</vt:lpstr>
      <vt:lpstr>3_灰白简约科技PPT模板</vt:lpstr>
      <vt:lpstr>1_灰白简约科技PPT模板</vt:lpstr>
      <vt:lpstr>Photoshop.Image.6</vt:lpstr>
      <vt:lpstr>Photoshop.Image.6</vt:lpstr>
      <vt:lpstr>Photoshop.Image.6</vt:lpstr>
      <vt:lpstr>Photoshop.Image.6</vt:lpstr>
      <vt:lpstr>Photoshop.Image.6</vt:lpstr>
      <vt:lpstr>Photoshop.Image.6</vt:lpstr>
      <vt:lpstr>Photoshop.Image.6</vt:lpstr>
      <vt:lpstr>Photoshop.Image.6</vt:lpstr>
      <vt:lpstr>Photoshop.Image.6</vt:lpstr>
      <vt:lpstr>PowerPoint 演示文稿</vt:lpstr>
      <vt:lpstr>PowerPoint 演示文稿</vt:lpstr>
      <vt:lpstr>PowerPoint 演示文稿</vt:lpstr>
      <vt:lpstr>PowerPoint 演示文稿</vt:lpstr>
      <vt:lpstr>第九章 Java Web应用中的文件操作</vt:lpstr>
      <vt:lpstr>Java  Web应用中的输入流与输出流 </vt:lpstr>
      <vt:lpstr>Java  Web应用中的输入流与输出流 </vt:lpstr>
      <vt:lpstr>Java  Web应用中的输入流与输出流 </vt:lpstr>
      <vt:lpstr>PowerPoint 演示文稿</vt:lpstr>
      <vt:lpstr>Java Web应用中的文件上传与下载 </vt:lpstr>
      <vt:lpstr>Java Web应用中的文件上传与下载 </vt:lpstr>
      <vt:lpstr>Java Web应用中的文件上传与下载 </vt:lpstr>
      <vt:lpstr>实战演练 </vt:lpstr>
      <vt:lpstr>PowerPoint 演示文稿</vt:lpstr>
      <vt:lpstr>第九章 Java Web应用中的文件操作</vt:lpstr>
      <vt:lpstr>Java Web应用中的Excel文件读取操作 </vt:lpstr>
      <vt:lpstr>Java Web应用中的Excel文件读取操作 </vt:lpstr>
      <vt:lpstr>Java Web应用中的Excel文件读取操作 </vt:lpstr>
      <vt:lpstr>Java Web应用中的Excel文件读取操作 </vt:lpstr>
      <vt:lpstr>Java Web应用中的Excel文件读取操作 </vt:lpstr>
      <vt:lpstr>实战演练 </vt:lpstr>
      <vt:lpstr>PowerPoint 演示文稿</vt:lpstr>
      <vt:lpstr>第九章 Java Web应用中的文件操作</vt:lpstr>
      <vt:lpstr>授课任务</vt:lpstr>
      <vt:lpstr>Java Web应用中的动态生成图像 </vt:lpstr>
      <vt:lpstr>Java Web应用中的动态生成图像 </vt:lpstr>
      <vt:lpstr>本章小结</vt:lpstr>
      <vt:lpstr>实战演练 </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bt026.pptx</dc:title>
  <dc:creator/>
  <cp:lastModifiedBy>fx</cp:lastModifiedBy>
  <cp:revision>3</cp:revision>
  <dcterms:created xsi:type="dcterms:W3CDTF">2016-09-20T02:06:00Z</dcterms:created>
  <dcterms:modified xsi:type="dcterms:W3CDTF">2026-07-21T11:23:14Z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EF3F7E074BCC4E398D80CBB266EDEFD0_12</vt:lpwstr>
  </property>
  <property fmtid="{D5CDD505-2E9C-101B-9397-08002B2CF9AE}" pid="3" name="KSOProductBuildVer">
    <vt:lpwstr>2052-12.1.0.26895</vt:lpwstr>
  </property>
</Properties>
</file>