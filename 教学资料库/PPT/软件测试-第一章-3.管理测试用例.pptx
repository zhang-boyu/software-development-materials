
<file path=[Content_Types].xml><?xml version="1.0" encoding="utf-8"?>
<Types xmlns="http://schemas.openxmlformats.org/package/2006/content-types">
  <Default Extension="jpeg" ContentType="image/jpeg"/>
  <Default Extension="JPG" ContentType="image/.jpg"/>
  <Default Extension="gif" ContentType="image/gi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media/image5.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84" r:id="rId5"/>
    <p:sldId id="258" r:id="rId6"/>
    <p:sldId id="285" r:id="rId7"/>
    <p:sldId id="286" r:id="rId8"/>
    <p:sldId id="313" r:id="rId9"/>
    <p:sldId id="315" r:id="rId10"/>
    <p:sldId id="316" r:id="rId11"/>
    <p:sldId id="317" r:id="rId12"/>
    <p:sldId id="318" r:id="rId13"/>
    <p:sldId id="319" r:id="rId14"/>
    <p:sldId id="321" r:id="rId15"/>
    <p:sldId id="314" r:id="rId16"/>
    <p:sldId id="323" r:id="rId17"/>
    <p:sldId id="324" r:id="rId18"/>
    <p:sldId id="333" r:id="rId19"/>
    <p:sldId id="334" r:id="rId20"/>
    <p:sldId id="326" r:id="rId21"/>
    <p:sldId id="328" r:id="rId22"/>
    <p:sldId id="262" r:id="rId23"/>
    <p:sldId id="340" r:id="rId24"/>
  </p:sldIdLst>
  <p:sldSz cx="9144000" cy="5144135" type="screen16x9"/>
  <p:notesSz cx="7103745" cy="10234295"/>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59" userDrawn="1">
          <p15:clr>
            <a:srgbClr val="A4A3A4"/>
          </p15:clr>
        </p15:guide>
        <p15:guide id="2" pos="282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p:scale>
          <a:sx n="50" d="100"/>
          <a:sy n="50" d="100"/>
        </p:scale>
        <p:origin x="-396" y="-1758"/>
      </p:cViewPr>
      <p:guideLst>
        <p:guide orient="horz" pos="1659"/>
        <p:guide pos="2824"/>
      </p:guideLst>
    </p:cSldViewPr>
  </p:slideViewPr>
  <p:notesTextViewPr>
    <p:cViewPr>
      <p:scale>
        <a:sx n="1" d="1"/>
        <a:sy n="1" d="1"/>
      </p:scale>
      <p:origin x="0" y="0"/>
    </p:cViewPr>
  </p:notesTextViewPr>
  <p:sorterViewPr>
    <p:cViewPr>
      <p:scale>
        <a:sx n="139" d="100"/>
        <a:sy n="139"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7" Type="http://schemas.openxmlformats.org/officeDocument/2006/relationships/tableStyles" Target="tableStyles.xml"/><Relationship Id="rId26" Type="http://schemas.openxmlformats.org/officeDocument/2006/relationships/viewProps" Target="viewProps.xml"/><Relationship Id="rId25" Type="http://schemas.openxmlformats.org/officeDocument/2006/relationships/presProps" Target="presProps.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D6047DBF-95AA-40BC-A783-377E8F18B84D}" type="doc">
      <dgm:prSet loTypeId="hierarchy" loCatId="hierarchy" qsTypeId="urn:microsoft.com/office/officeart/2005/8/quickstyle/simple1" qsCatId="simple" csTypeId="urn:microsoft.com/office/officeart/2005/8/colors/accent1_2" csCatId="accent1" phldr="0"/>
      <dgm:spPr/>
      <dgm:t>
        <a:bodyPr/>
        <a:p>
          <a:endParaRPr lang="zh-CN" altLang="en-US"/>
        </a:p>
      </dgm:t>
    </dgm:pt>
    <dgm:pt modelId="{9CF950A0-AF63-4EEF-9FFD-96C1F7E7E392}">
      <dgm:prSet phldrT="[文本]" phldr="0" custT="1"/>
      <dgm:spPr/>
      <dgm:t>
        <a:bodyPr vert="horz" wrap="square"/>
        <a:p>
          <a:pPr>
            <a:lnSpc>
              <a:spcPct val="100000"/>
            </a:lnSpc>
            <a:spcBef>
              <a:spcPct val="0"/>
            </a:spcBef>
            <a:spcAft>
              <a:spcPct val="35000"/>
            </a:spcAft>
          </a:pPr>
          <a:r>
            <a:rPr lang="zh-CN" altLang="en-US" sz="2800">
              <a:latin typeface="微软雅黑" panose="020B0503020204020204" charset="-122"/>
              <a:ea typeface="微软雅黑" panose="020B0503020204020204" charset="-122"/>
            </a:rPr>
            <a:t>测试用例执行</a:t>
          </a:r>
          <a:r>
            <a:rPr lang="zh-CN" altLang="en-US" sz="2800">
              <a:latin typeface="微软雅黑" panose="020B0503020204020204" charset="-122"/>
              <a:ea typeface="微软雅黑" panose="020B0503020204020204" charset="-122"/>
            </a:rPr>
            <a:t/>
          </a:r>
          <a:endParaRPr lang="zh-CN" altLang="en-US" sz="2800">
            <a:latin typeface="微软雅黑" panose="020B0503020204020204" charset="-122"/>
            <a:ea typeface="微软雅黑" panose="020B0503020204020204" charset="-122"/>
          </a:endParaRPr>
        </a:p>
      </dgm:t>
    </dgm:pt>
    <dgm:pt modelId="{C208B5D8-5995-4479-A42A-8A55E56C12D9}" cxnId="{FB0CCA25-E8C4-4E2F-9F2B-91B09CE5E2CF}" type="parTrans">
      <dgm:prSet/>
      <dgm:spPr/>
      <dgm:t>
        <a:bodyPr/>
        <a:p>
          <a:endParaRPr lang="zh-CN" altLang="en-US"/>
        </a:p>
      </dgm:t>
    </dgm:pt>
    <dgm:pt modelId="{789CBC20-C209-4F6E-8277-16D1CD2BC23E}" cxnId="{FB0CCA25-E8C4-4E2F-9F2B-91B09CE5E2CF}" type="sibTrans">
      <dgm:prSet/>
      <dgm:spPr/>
      <dgm:t>
        <a:bodyPr/>
        <a:p>
          <a:endParaRPr lang="zh-CN" altLang="en-US"/>
        </a:p>
      </dgm:t>
    </dgm:pt>
    <dgm:pt modelId="{43C98814-3703-4708-9480-0269618948C5}">
      <dgm:prSet phldrT="[文本]" phldr="0" custT="1"/>
      <dgm:spPr/>
      <dgm:t>
        <a:bodyPr vert="horz" wrap="square"/>
        <a:p>
          <a:pPr>
            <a:lnSpc>
              <a:spcPct val="100000"/>
            </a:lnSpc>
            <a:spcBef>
              <a:spcPct val="0"/>
            </a:spcBef>
            <a:spcAft>
              <a:spcPct val="35000"/>
            </a:spcAft>
          </a:pPr>
          <a:r>
            <a:rPr lang="zh-CN" altLang="en-US" sz="1800">
              <a:latin typeface="微软雅黑" panose="020B0503020204020204" charset="-122"/>
              <a:ea typeface="微软雅黑" panose="020B0503020204020204" charset="-122"/>
            </a:rPr>
            <a:t>测试用例对测试需求的覆盖</a:t>
          </a:r>
          <a:r>
            <a:rPr lang="zh-CN" altLang="en-US" sz="1800">
              <a:latin typeface="微软雅黑" panose="020B0503020204020204" charset="-122"/>
              <a:ea typeface="微软雅黑" panose="020B0503020204020204" charset="-122"/>
            </a:rPr>
            <a:t/>
          </a:r>
          <a:endParaRPr lang="zh-CN" altLang="en-US" sz="1800">
            <a:latin typeface="微软雅黑" panose="020B0503020204020204" charset="-122"/>
            <a:ea typeface="微软雅黑" panose="020B0503020204020204" charset="-122"/>
          </a:endParaRPr>
        </a:p>
      </dgm:t>
    </dgm:pt>
    <dgm:pt modelId="{CEE48522-27B1-4F7F-84F9-D98425D345C1}" cxnId="{5BE952DC-6F92-4FCB-AEAA-9331346493BE}" type="parTrans">
      <dgm:prSet/>
      <dgm:spPr/>
      <dgm:t>
        <a:bodyPr/>
        <a:p>
          <a:endParaRPr lang="zh-CN" altLang="en-US"/>
        </a:p>
      </dgm:t>
    </dgm:pt>
    <dgm:pt modelId="{8F8E0805-276C-4375-BEB7-3681B4D5E062}" cxnId="{5BE952DC-6F92-4FCB-AEAA-9331346493BE}" type="sibTrans">
      <dgm:prSet/>
      <dgm:spPr/>
      <dgm:t>
        <a:bodyPr/>
        <a:p>
          <a:endParaRPr lang="zh-CN" altLang="en-US"/>
        </a:p>
      </dgm:t>
    </dgm:pt>
    <dgm:pt modelId="{05B7883E-08CA-4B11-978A-0E031766AB04}">
      <dgm:prSet phldrT="[文本]" phldr="0" custT="1"/>
      <dgm:spPr/>
      <dgm:t>
        <a:bodyPr vert="horz" wrap="square"/>
        <a:p>
          <a:pPr>
            <a:lnSpc>
              <a:spcPct val="100000"/>
            </a:lnSpc>
            <a:spcBef>
              <a:spcPct val="0"/>
            </a:spcBef>
            <a:spcAft>
              <a:spcPct val="35000"/>
            </a:spcAft>
          </a:pPr>
          <a:r>
            <a:rPr lang="zh-CN" altLang="en-US" sz="1800">
              <a:latin typeface="微软雅黑" panose="020B0503020204020204" charset="-122"/>
              <a:ea typeface="微软雅黑" panose="020B0503020204020204" charset="-122"/>
            </a:rPr>
            <a:t>测试用例执行结果分析</a:t>
          </a:r>
          <a:r>
            <a:rPr lang="zh-CN" altLang="en-US" sz="1800">
              <a:latin typeface="微软雅黑" panose="020B0503020204020204" charset="-122"/>
              <a:ea typeface="微软雅黑" panose="020B0503020204020204" charset="-122"/>
            </a:rPr>
            <a:t/>
          </a:r>
          <a:endParaRPr lang="zh-CN" altLang="en-US" sz="1800">
            <a:latin typeface="微软雅黑" panose="020B0503020204020204" charset="-122"/>
            <a:ea typeface="微软雅黑" panose="020B0503020204020204" charset="-122"/>
          </a:endParaRPr>
        </a:p>
      </dgm:t>
    </dgm:pt>
    <dgm:pt modelId="{D3AE5FBF-22B8-495D-8175-D008E6DBE25A}" cxnId="{4616A85F-32C9-480F-9C4F-091D81F4D357}" type="parTrans">
      <dgm:prSet/>
      <dgm:spPr/>
      <dgm:t>
        <a:bodyPr/>
        <a:p>
          <a:endParaRPr lang="zh-CN" altLang="en-US"/>
        </a:p>
      </dgm:t>
    </dgm:pt>
    <dgm:pt modelId="{07129F62-24FE-4443-9066-E2A8C0818369}" cxnId="{4616A85F-32C9-480F-9C4F-091D81F4D357}" type="sibTrans">
      <dgm:prSet/>
      <dgm:spPr/>
      <dgm:t>
        <a:bodyPr/>
        <a:p>
          <a:endParaRPr lang="zh-CN" altLang="en-US"/>
        </a:p>
      </dgm:t>
    </dgm:pt>
    <dgm:pt modelId="{D46EE152-774F-4CA8-9116-98CB08AEFA88}" type="pres">
      <dgm:prSet presAssocID="{D6047DBF-95AA-40BC-A783-377E8F18B84D}" presName="Name0" presStyleCnt="0">
        <dgm:presLayoutVars>
          <dgm:chPref val="1"/>
          <dgm:dir/>
          <dgm:animOne val="branch"/>
          <dgm:animLvl val="lvl"/>
          <dgm:resizeHandles val="exact"/>
        </dgm:presLayoutVars>
      </dgm:prSet>
      <dgm:spPr/>
    </dgm:pt>
    <dgm:pt modelId="{D1C58439-AB41-4D73-94D5-800644F6883C}" type="pres">
      <dgm:prSet presAssocID="{9CF950A0-AF63-4EEF-9FFD-96C1F7E7E392}" presName="root1" presStyleCnt="0"/>
      <dgm:spPr/>
    </dgm:pt>
    <dgm:pt modelId="{9B9BF0AB-5901-4E79-B4D7-EC064A6E4281}" type="pres">
      <dgm:prSet presAssocID="{9CF950A0-AF63-4EEF-9FFD-96C1F7E7E392}" presName="LevelOneTextNode" presStyleLbl="node0" presStyleIdx="0" presStyleCnt="1">
        <dgm:presLayoutVars>
          <dgm:chPref val="3"/>
        </dgm:presLayoutVars>
      </dgm:prSet>
      <dgm:spPr/>
    </dgm:pt>
    <dgm:pt modelId="{A6E13702-6C97-4911-A4E2-59EE8E68C431}" type="pres">
      <dgm:prSet presAssocID="{9CF950A0-AF63-4EEF-9FFD-96C1F7E7E392}" presName="level2hierChild" presStyleCnt="0"/>
      <dgm:spPr/>
    </dgm:pt>
    <dgm:pt modelId="{64B430B3-FF1B-406C-9FF2-27BA23788747}" type="pres">
      <dgm:prSet presAssocID="{CEE48522-27B1-4F7F-84F9-D98425D345C1}" presName="conn2-1" presStyleLbl="parChTrans1D2" presStyleIdx="0" presStyleCnt="2"/>
      <dgm:spPr/>
    </dgm:pt>
    <dgm:pt modelId="{C069D299-1B39-4BB1-9C27-833B58C46156}" type="pres">
      <dgm:prSet presAssocID="{CEE48522-27B1-4F7F-84F9-D98425D345C1}" presName="connTx" presStyleCnt="0"/>
      <dgm:spPr/>
    </dgm:pt>
    <dgm:pt modelId="{9C4BE19C-8DBD-46B6-9067-607184141480}" type="pres">
      <dgm:prSet presAssocID="{43C98814-3703-4708-9480-0269618948C5}" presName="root2" presStyleCnt="0"/>
      <dgm:spPr/>
    </dgm:pt>
    <dgm:pt modelId="{CDA235D6-AC41-4ED3-AF28-D9CD9EDCBAED}" type="pres">
      <dgm:prSet presAssocID="{43C98814-3703-4708-9480-0269618948C5}" presName="LevelTwoTextNode" presStyleLbl="node2" presStyleIdx="0" presStyleCnt="2">
        <dgm:presLayoutVars>
          <dgm:chPref val="3"/>
        </dgm:presLayoutVars>
      </dgm:prSet>
      <dgm:spPr/>
    </dgm:pt>
    <dgm:pt modelId="{72E265FC-36E6-4BBF-AC05-214FD6415DAB}" type="pres">
      <dgm:prSet presAssocID="{43C98814-3703-4708-9480-0269618948C5}" presName="level3hierChild" presStyleCnt="0"/>
      <dgm:spPr/>
    </dgm:pt>
    <dgm:pt modelId="{CED1A3A3-B184-469E-86AE-670623BA4E5D}" type="pres">
      <dgm:prSet presAssocID="{D3AE5FBF-22B8-495D-8175-D008E6DBE25A}" presName="conn2-1" presStyleLbl="parChTrans1D2" presStyleIdx="1" presStyleCnt="2"/>
      <dgm:spPr/>
    </dgm:pt>
    <dgm:pt modelId="{925CFC76-454F-4CEF-ADE7-B0D5EBC96571}" type="pres">
      <dgm:prSet presAssocID="{D3AE5FBF-22B8-495D-8175-D008E6DBE25A}" presName="connTx" presStyleCnt="0"/>
      <dgm:spPr/>
    </dgm:pt>
    <dgm:pt modelId="{FE25D188-752C-49DB-8CF7-81DAD4AA116D}" type="pres">
      <dgm:prSet presAssocID="{05B7883E-08CA-4B11-978A-0E031766AB04}" presName="root2" presStyleCnt="0"/>
      <dgm:spPr/>
    </dgm:pt>
    <dgm:pt modelId="{E8D2105A-5421-473B-835F-F6E08D9D2D9B}" type="pres">
      <dgm:prSet presAssocID="{05B7883E-08CA-4B11-978A-0E031766AB04}" presName="LevelTwoTextNode" presStyleLbl="node2" presStyleIdx="1" presStyleCnt="2">
        <dgm:presLayoutVars>
          <dgm:chPref val="3"/>
        </dgm:presLayoutVars>
      </dgm:prSet>
      <dgm:spPr/>
    </dgm:pt>
    <dgm:pt modelId="{8A9817AD-1B7B-4DD1-A786-15A6E30FA3D8}" type="pres">
      <dgm:prSet presAssocID="{05B7883E-08CA-4B11-978A-0E031766AB04}" presName="level3hierChild" presStyleCnt="0"/>
      <dgm:spPr/>
    </dgm:pt>
  </dgm:ptLst>
  <dgm:cxnLst>
    <dgm:cxn modelId="{FB0CCA25-E8C4-4E2F-9F2B-91B09CE5E2CF}" srcId="{D6047DBF-95AA-40BC-A783-377E8F18B84D}" destId="{9CF950A0-AF63-4EEF-9FFD-96C1F7E7E392}" srcOrd="0" destOrd="0" parTransId="{C208B5D8-5995-4479-A42A-8A55E56C12D9}" sibTransId="{789CBC20-C209-4F6E-8277-16D1CD2BC23E}"/>
    <dgm:cxn modelId="{5BE952DC-6F92-4FCB-AEAA-9331346493BE}" srcId="{9CF950A0-AF63-4EEF-9FFD-96C1F7E7E392}" destId="{43C98814-3703-4708-9480-0269618948C5}" srcOrd="0" destOrd="0" parTransId="{CEE48522-27B1-4F7F-84F9-D98425D345C1}" sibTransId="{8F8E0805-276C-4375-BEB7-3681B4D5E062}"/>
    <dgm:cxn modelId="{4616A85F-32C9-480F-9C4F-091D81F4D357}" srcId="{9CF950A0-AF63-4EEF-9FFD-96C1F7E7E392}" destId="{05B7883E-08CA-4B11-978A-0E031766AB04}" srcOrd="1" destOrd="0" parTransId="{D3AE5FBF-22B8-495D-8175-D008E6DBE25A}" sibTransId="{07129F62-24FE-4443-9066-E2A8C0818369}"/>
    <dgm:cxn modelId="{DAD2607E-E5B5-4322-A256-FF6917A5BB61}" type="presOf" srcId="{D6047DBF-95AA-40BC-A783-377E8F18B84D}" destId="{D46EE152-774F-4CA8-9116-98CB08AEFA88}" srcOrd="0" destOrd="0" presId="urn:microsoft.com/office/officeart/2008/layout/HorizontalMultiLevelHierarchy"/>
    <dgm:cxn modelId="{3D80E4D8-C8BA-4FB9-B8D7-C470F14B42D7}" type="presParOf" srcId="{D46EE152-774F-4CA8-9116-98CB08AEFA88}" destId="{D1C58439-AB41-4D73-94D5-800644F6883C}" srcOrd="0" destOrd="0" presId="urn:microsoft.com/office/officeart/2008/layout/HorizontalMultiLevelHierarchy"/>
    <dgm:cxn modelId="{E53DF817-FB04-4352-B98C-D2350A103DBE}" type="presParOf" srcId="{D1C58439-AB41-4D73-94D5-800644F6883C}" destId="{9B9BF0AB-5901-4E79-B4D7-EC064A6E4281}" srcOrd="0" destOrd="0" presId="urn:microsoft.com/office/officeart/2008/layout/HorizontalMultiLevelHierarchy"/>
    <dgm:cxn modelId="{86478C8E-2BF7-4CEF-B9FB-2D543AB59CA9}" type="presOf" srcId="{9CF950A0-AF63-4EEF-9FFD-96C1F7E7E392}" destId="{9B9BF0AB-5901-4E79-B4D7-EC064A6E4281}" srcOrd="0" destOrd="0" presId="urn:microsoft.com/office/officeart/2008/layout/HorizontalMultiLevelHierarchy"/>
    <dgm:cxn modelId="{EC61D07F-4F6A-4065-B61D-2E8C15D97B45}" type="presParOf" srcId="{D1C58439-AB41-4D73-94D5-800644F6883C}" destId="{A6E13702-6C97-4911-A4E2-59EE8E68C431}" srcOrd="1" destOrd="0" presId="urn:microsoft.com/office/officeart/2008/layout/HorizontalMultiLevelHierarchy"/>
    <dgm:cxn modelId="{D2B25201-4277-4CDD-94C1-0DB83FC64F0D}" type="presParOf" srcId="{A6E13702-6C97-4911-A4E2-59EE8E68C431}" destId="{64B430B3-FF1B-406C-9FF2-27BA23788747}" srcOrd="0" destOrd="1" presId="urn:microsoft.com/office/officeart/2008/layout/HorizontalMultiLevelHierarchy"/>
    <dgm:cxn modelId="{3504257E-11AE-4033-9DB6-90F72E5B0EE1}" type="presOf" srcId="{CEE48522-27B1-4F7F-84F9-D98425D345C1}" destId="{64B430B3-FF1B-406C-9FF2-27BA23788747}" srcOrd="0" destOrd="0" presId="urn:microsoft.com/office/officeart/2008/layout/HorizontalMultiLevelHierarchy"/>
    <dgm:cxn modelId="{19A2471A-E56C-4308-BE53-2B402F1DD684}" type="presParOf" srcId="{64B430B3-FF1B-406C-9FF2-27BA23788747}" destId="{C069D299-1B39-4BB1-9C27-833B58C46156}" srcOrd="0" destOrd="0" presId="urn:microsoft.com/office/officeart/2008/layout/HorizontalMultiLevelHierarchy"/>
    <dgm:cxn modelId="{13068161-6C23-4162-90BC-7245D547A146}" type="presOf" srcId="{CEE48522-27B1-4F7F-84F9-D98425D345C1}" destId="{C069D299-1B39-4BB1-9C27-833B58C46156}" srcOrd="1" destOrd="0" presId="urn:microsoft.com/office/officeart/2008/layout/HorizontalMultiLevelHierarchy"/>
    <dgm:cxn modelId="{7EE3063A-6B9D-4D0B-9F86-E13C9292EC9C}" type="presParOf" srcId="{A6E13702-6C97-4911-A4E2-59EE8E68C431}" destId="{9C4BE19C-8DBD-46B6-9067-607184141480}" srcOrd="1" destOrd="1" presId="urn:microsoft.com/office/officeart/2008/layout/HorizontalMultiLevelHierarchy"/>
    <dgm:cxn modelId="{2CB150E6-1C83-424F-A217-49A95ED58059}" type="presParOf" srcId="{9C4BE19C-8DBD-46B6-9067-607184141480}" destId="{CDA235D6-AC41-4ED3-AF28-D9CD9EDCBAED}" srcOrd="0" destOrd="1" presId="urn:microsoft.com/office/officeart/2008/layout/HorizontalMultiLevelHierarchy"/>
    <dgm:cxn modelId="{D7A385B0-B280-4C4C-ACF5-A97B0CEF6C13}" type="presOf" srcId="{43C98814-3703-4708-9480-0269618948C5}" destId="{CDA235D6-AC41-4ED3-AF28-D9CD9EDCBAED}" srcOrd="0" destOrd="0" presId="urn:microsoft.com/office/officeart/2008/layout/HorizontalMultiLevelHierarchy"/>
    <dgm:cxn modelId="{967C49CF-DE3F-4C81-A9E2-364206751659}" type="presParOf" srcId="{9C4BE19C-8DBD-46B6-9067-607184141480}" destId="{72E265FC-36E6-4BBF-AC05-214FD6415DAB}" srcOrd="1" destOrd="1" presId="urn:microsoft.com/office/officeart/2008/layout/HorizontalMultiLevelHierarchy"/>
    <dgm:cxn modelId="{421E1673-E5CC-4CAD-9FFF-E05680BAF596}" type="presParOf" srcId="{A6E13702-6C97-4911-A4E2-59EE8E68C431}" destId="{CED1A3A3-B184-469E-86AE-670623BA4E5D}" srcOrd="2" destOrd="1" presId="urn:microsoft.com/office/officeart/2008/layout/HorizontalMultiLevelHierarchy"/>
    <dgm:cxn modelId="{D16D030A-717D-41EE-8148-9B1BDF39E015}" type="presOf" srcId="{D3AE5FBF-22B8-495D-8175-D008E6DBE25A}" destId="{CED1A3A3-B184-469E-86AE-670623BA4E5D}" srcOrd="0" destOrd="0" presId="urn:microsoft.com/office/officeart/2008/layout/HorizontalMultiLevelHierarchy"/>
    <dgm:cxn modelId="{7345FFD4-A8E3-405A-9EC5-D2D575067191}" type="presParOf" srcId="{CED1A3A3-B184-469E-86AE-670623BA4E5D}" destId="{925CFC76-454F-4CEF-ADE7-B0D5EBC96571}" srcOrd="0" destOrd="2" presId="urn:microsoft.com/office/officeart/2008/layout/HorizontalMultiLevelHierarchy"/>
    <dgm:cxn modelId="{A0B7CD9C-E75C-4880-8CE0-4908936B2A64}" type="presOf" srcId="{D3AE5FBF-22B8-495D-8175-D008E6DBE25A}" destId="{925CFC76-454F-4CEF-ADE7-B0D5EBC96571}" srcOrd="1" destOrd="0" presId="urn:microsoft.com/office/officeart/2008/layout/HorizontalMultiLevelHierarchy"/>
    <dgm:cxn modelId="{AF5CBCB1-04AE-424A-B040-9B36AFC1DF15}" type="presParOf" srcId="{A6E13702-6C97-4911-A4E2-59EE8E68C431}" destId="{FE25D188-752C-49DB-8CF7-81DAD4AA116D}" srcOrd="3" destOrd="1" presId="urn:microsoft.com/office/officeart/2008/layout/HorizontalMultiLevelHierarchy"/>
    <dgm:cxn modelId="{6F1DDD9E-15B9-4BCF-BE2D-1D3647043602}" type="presParOf" srcId="{FE25D188-752C-49DB-8CF7-81DAD4AA116D}" destId="{E8D2105A-5421-473B-835F-F6E08D9D2D9B}" srcOrd="0" destOrd="3" presId="urn:microsoft.com/office/officeart/2008/layout/HorizontalMultiLevelHierarchy"/>
    <dgm:cxn modelId="{23ADA0BB-9CC8-4250-9C27-C9181DE5B314}" type="presOf" srcId="{05B7883E-08CA-4B11-978A-0E031766AB04}" destId="{E8D2105A-5421-473B-835F-F6E08D9D2D9B}" srcOrd="0" destOrd="0" presId="urn:microsoft.com/office/officeart/2008/layout/HorizontalMultiLevelHierarchy"/>
    <dgm:cxn modelId="{5A2439BB-2638-4D61-937E-D423CC891C0F}" type="presParOf" srcId="{FE25D188-752C-49DB-8CF7-81DAD4AA116D}" destId="{8A9817AD-1B7B-4DD1-A786-15A6E30FA3D8}" srcOrd="1" destOrd="3" presId="urn:microsoft.com/office/officeart/2008/layout/HorizontalMultiLevelHierarchy"/>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4145280" cy="3415665"/>
        <a:chOff x="0" y="0"/>
        <a:chExt cx="4145280" cy="3415665"/>
      </a:xfrm>
    </dsp:grpSpPr>
    <dsp:sp modelId="{64B430B3-FF1B-406C-9FF2-27BA23788747}">
      <dsp:nvSpPr>
        <dsp:cNvPr id="4" name="任意多边形 3"/>
        <dsp:cNvSpPr/>
      </dsp:nvSpPr>
      <dsp:spPr bwMode="white">
        <a:xfrm>
          <a:off x="1119943" y="1302222"/>
          <a:ext cx="425728" cy="405610"/>
        </a:xfrm>
        <a:custGeom>
          <a:avLst/>
          <a:gdLst/>
          <a:ahLst/>
          <a:cxnLst/>
          <a:pathLst>
            <a:path w="670" h="639">
              <a:moveTo>
                <a:pt x="0" y="639"/>
              </a:moveTo>
              <a:lnTo>
                <a:pt x="335" y="639"/>
              </a:lnTo>
              <a:lnTo>
                <a:pt x="335" y="0"/>
              </a:lnTo>
              <a:lnTo>
                <a:pt x="670" y="0"/>
              </a:lnTo>
            </a:path>
          </a:pathLst>
        </a:custGeom>
      </dsp:spPr>
      <dsp:style>
        <a:lnRef idx="2">
          <a:schemeClr val="accent1">
            <a:shade val="60000"/>
          </a:schemeClr>
        </a:lnRef>
        <a:fillRef idx="0">
          <a:schemeClr val="accent1"/>
        </a:fillRef>
        <a:effectRef idx="0">
          <a:scrgbClr r="0" g="0" b="0"/>
        </a:effectRef>
        <a:fontRef idx="minor"/>
      </dsp:style>
      <dsp:txBody>
        <a:bodyPr lIns="12700" tIns="0" rIns="12700" bIns="0" anchor="ctr"/>
        <a:lstStyle>
          <a:lvl1pPr algn="ctr">
            <a:defRPr sz="2600"/>
          </a:lvl1pPr>
          <a:lvl2pPr marL="228600" indent="-228600" algn="ctr">
            <a:defRPr sz="2000"/>
          </a:lvl2pPr>
          <a:lvl3pPr marL="457200" indent="-228600" algn="ctr">
            <a:defRPr sz="2000"/>
          </a:lvl3pPr>
          <a:lvl4pPr marL="685800" indent="-228600" algn="ctr">
            <a:defRPr sz="2000"/>
          </a:lvl4pPr>
          <a:lvl5pPr marL="914400" indent="-228600" algn="ctr">
            <a:defRPr sz="2000"/>
          </a:lvl5pPr>
          <a:lvl6pPr marL="1143000" indent="-228600" algn="ctr">
            <a:defRPr sz="2000"/>
          </a:lvl6pPr>
          <a:lvl7pPr marL="1371600" indent="-228600" algn="ctr">
            <a:defRPr sz="2000"/>
          </a:lvl7pPr>
          <a:lvl8pPr marL="1600200" indent="-228600" algn="ctr">
            <a:defRPr sz="2000"/>
          </a:lvl8pPr>
          <a:lvl9pPr marL="1828800" indent="-228600" algn="ctr">
            <a:defRPr sz="2000"/>
          </a:lvl9pPr>
        </a:lstStyle>
        <a:p>
          <a:pPr lvl="0">
            <a:lnSpc>
              <a:spcPct val="100000"/>
            </a:lnSpc>
            <a:spcBef>
              <a:spcPct val="0"/>
            </a:spcBef>
            <a:spcAft>
              <a:spcPct val="35000"/>
            </a:spcAft>
          </a:pPr>
          <a:endParaRPr lang="zh-CN" altLang="en-US"/>
        </a:p>
      </dsp:txBody>
      <dsp:txXfrm>
        <a:off x="1119943" y="1302222"/>
        <a:ext cx="425728" cy="405610"/>
      </dsp:txXfrm>
    </dsp:sp>
    <dsp:sp modelId="{CED1A3A3-B184-469E-86AE-670623BA4E5D}">
      <dsp:nvSpPr>
        <dsp:cNvPr id="6" name="任意多边形 5"/>
        <dsp:cNvSpPr/>
      </dsp:nvSpPr>
      <dsp:spPr bwMode="white">
        <a:xfrm>
          <a:off x="1119943" y="1707833"/>
          <a:ext cx="425728" cy="405610"/>
        </a:xfrm>
        <a:custGeom>
          <a:avLst/>
          <a:gdLst/>
          <a:ahLst/>
          <a:cxnLst/>
          <a:pathLst>
            <a:path w="670" h="639">
              <a:moveTo>
                <a:pt x="0" y="0"/>
              </a:moveTo>
              <a:lnTo>
                <a:pt x="335" y="0"/>
              </a:lnTo>
              <a:lnTo>
                <a:pt x="335" y="639"/>
              </a:lnTo>
              <a:lnTo>
                <a:pt x="670" y="639"/>
              </a:lnTo>
            </a:path>
          </a:pathLst>
        </a:custGeom>
      </dsp:spPr>
      <dsp:style>
        <a:lnRef idx="2">
          <a:schemeClr val="accent1">
            <a:shade val="60000"/>
          </a:schemeClr>
        </a:lnRef>
        <a:fillRef idx="0">
          <a:schemeClr val="accent1"/>
        </a:fillRef>
        <a:effectRef idx="0">
          <a:scrgbClr r="0" g="0" b="0"/>
        </a:effectRef>
        <a:fontRef idx="minor"/>
      </dsp:style>
      <dsp:txBody>
        <a:bodyPr lIns="12700" tIns="0" rIns="12700" bIns="0" anchor="ctr"/>
        <a:lstStyle>
          <a:lvl1pPr algn="ctr">
            <a:defRPr sz="2600"/>
          </a:lvl1pPr>
          <a:lvl2pPr marL="228600" indent="-228600" algn="ctr">
            <a:defRPr sz="2000"/>
          </a:lvl2pPr>
          <a:lvl3pPr marL="457200" indent="-228600" algn="ctr">
            <a:defRPr sz="2000"/>
          </a:lvl3pPr>
          <a:lvl4pPr marL="685800" indent="-228600" algn="ctr">
            <a:defRPr sz="2000"/>
          </a:lvl4pPr>
          <a:lvl5pPr marL="914400" indent="-228600" algn="ctr">
            <a:defRPr sz="2000"/>
          </a:lvl5pPr>
          <a:lvl6pPr marL="1143000" indent="-228600" algn="ctr">
            <a:defRPr sz="2000"/>
          </a:lvl6pPr>
          <a:lvl7pPr marL="1371600" indent="-228600" algn="ctr">
            <a:defRPr sz="2000"/>
          </a:lvl7pPr>
          <a:lvl8pPr marL="1600200" indent="-228600" algn="ctr">
            <a:defRPr sz="2000"/>
          </a:lvl8pPr>
          <a:lvl9pPr marL="1828800" indent="-228600" algn="ctr">
            <a:defRPr sz="2000"/>
          </a:lvl9pPr>
        </a:lstStyle>
        <a:p>
          <a:pPr lvl="0">
            <a:lnSpc>
              <a:spcPct val="100000"/>
            </a:lnSpc>
            <a:spcBef>
              <a:spcPct val="0"/>
            </a:spcBef>
            <a:spcAft>
              <a:spcPct val="35000"/>
            </a:spcAft>
          </a:pPr>
          <a:endParaRPr lang="zh-CN" altLang="en-US"/>
        </a:p>
      </dsp:txBody>
      <dsp:txXfrm>
        <a:off x="1119943" y="1707833"/>
        <a:ext cx="425728" cy="405610"/>
      </dsp:txXfrm>
    </dsp:sp>
    <dsp:sp modelId="{9B9BF0AB-5901-4E79-B4D7-EC064A6E4281}">
      <dsp:nvSpPr>
        <dsp:cNvPr id="3" name="矩形 2"/>
        <dsp:cNvSpPr/>
      </dsp:nvSpPr>
      <dsp:spPr bwMode="white">
        <a:xfrm rot="16200000">
          <a:off x="-912378" y="1383344"/>
          <a:ext cx="3415665" cy="648976"/>
        </a:xfrm>
        <a:prstGeom prst="rect">
          <a:avLst/>
        </a:prstGeom>
      </dsp:spPr>
      <dsp:style>
        <a:lnRef idx="2">
          <a:schemeClr val="lt1"/>
        </a:lnRef>
        <a:fillRef idx="1">
          <a:schemeClr val="accent1"/>
        </a:fillRef>
        <a:effectRef idx="0">
          <a:scrgbClr r="0" g="0" b="0"/>
        </a:effectRef>
        <a:fontRef idx="minor">
          <a:schemeClr val="lt1"/>
        </a:fontRef>
      </dsp:style>
      <dsp:txBody>
        <a:bodyPr vert="horz" wrap="square" lIns="17780" tIns="17780" rIns="17780" bIns="1778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2800">
              <a:latin typeface="微软雅黑" panose="020B0503020204020204" charset="-122"/>
              <a:ea typeface="微软雅黑" panose="020B0503020204020204" charset="-122"/>
            </a:rPr>
            <a:t>测试用例执行</a:t>
          </a:r>
          <a:endParaRPr lang="zh-CN" altLang="en-US" sz="2800">
            <a:latin typeface="微软雅黑" panose="020B0503020204020204" charset="-122"/>
            <a:ea typeface="微软雅黑" panose="020B0503020204020204" charset="-122"/>
          </a:endParaRPr>
        </a:p>
      </dsp:txBody>
      <dsp:txXfrm rot="16200000">
        <a:off x="-912378" y="1383344"/>
        <a:ext cx="3415665" cy="648976"/>
      </dsp:txXfrm>
    </dsp:sp>
    <dsp:sp modelId="{CDA235D6-AC41-4ED3-AF28-D9CD9EDCBAED}">
      <dsp:nvSpPr>
        <dsp:cNvPr id="5" name="矩形 4"/>
        <dsp:cNvSpPr/>
      </dsp:nvSpPr>
      <dsp:spPr bwMode="white">
        <a:xfrm>
          <a:off x="1545671" y="977734"/>
          <a:ext cx="2128642" cy="648976"/>
        </a:xfrm>
        <a:prstGeom prst="rect">
          <a:avLst/>
        </a:prstGeom>
      </dsp:spPr>
      <dsp:style>
        <a:lnRef idx="2">
          <a:schemeClr val="lt1"/>
        </a:lnRef>
        <a:fillRef idx="1">
          <a:schemeClr val="accent1"/>
        </a:fillRef>
        <a:effectRef idx="0">
          <a:scrgbClr r="0" g="0" b="0"/>
        </a:effectRef>
        <a:fontRef idx="minor">
          <a:schemeClr val="lt1"/>
        </a:fontRef>
      </dsp:style>
      <dsp:txBody>
        <a:bodyPr vert="horz" wrap="square" lIns="11430" tIns="11430" rIns="11430" bIns="1143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800">
              <a:latin typeface="微软雅黑" panose="020B0503020204020204" charset="-122"/>
              <a:ea typeface="微软雅黑" panose="020B0503020204020204" charset="-122"/>
            </a:rPr>
            <a:t>测试用例对测试需求的覆盖</a:t>
          </a:r>
          <a:endParaRPr lang="zh-CN" altLang="en-US" sz="1800">
            <a:latin typeface="微软雅黑" panose="020B0503020204020204" charset="-122"/>
            <a:ea typeface="微软雅黑" panose="020B0503020204020204" charset="-122"/>
          </a:endParaRPr>
        </a:p>
      </dsp:txBody>
      <dsp:txXfrm>
        <a:off x="1545671" y="977734"/>
        <a:ext cx="2128642" cy="648976"/>
      </dsp:txXfrm>
    </dsp:sp>
    <dsp:sp modelId="{E8D2105A-5421-473B-835F-F6E08D9D2D9B}">
      <dsp:nvSpPr>
        <dsp:cNvPr id="7" name="矩形 6"/>
        <dsp:cNvSpPr/>
      </dsp:nvSpPr>
      <dsp:spPr bwMode="white">
        <a:xfrm>
          <a:off x="1545671" y="1788955"/>
          <a:ext cx="2128642" cy="648976"/>
        </a:xfrm>
        <a:prstGeom prst="rect">
          <a:avLst/>
        </a:prstGeom>
      </dsp:spPr>
      <dsp:style>
        <a:lnRef idx="2">
          <a:schemeClr val="lt1"/>
        </a:lnRef>
        <a:fillRef idx="1">
          <a:schemeClr val="accent1"/>
        </a:fillRef>
        <a:effectRef idx="0">
          <a:scrgbClr r="0" g="0" b="0"/>
        </a:effectRef>
        <a:fontRef idx="minor">
          <a:schemeClr val="lt1"/>
        </a:fontRef>
      </dsp:style>
      <dsp:txBody>
        <a:bodyPr vert="horz" wrap="square" lIns="11430" tIns="11430" rIns="11430" bIns="1143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800">
              <a:latin typeface="微软雅黑" panose="020B0503020204020204" charset="-122"/>
              <a:ea typeface="微软雅黑" panose="020B0503020204020204" charset="-122"/>
            </a:rPr>
            <a:t>测试用例执行结果分析</a:t>
          </a:r>
          <a:endParaRPr lang="zh-CN" altLang="en-US" sz="1800">
            <a:latin typeface="微软雅黑" panose="020B0503020204020204" charset="-122"/>
            <a:ea typeface="微软雅黑" panose="020B0503020204020204" charset="-122"/>
          </a:endParaRPr>
        </a:p>
      </dsp:txBody>
      <dsp:txXfrm>
        <a:off x="1545671" y="1788955"/>
        <a:ext cx="2128642" cy="648976"/>
      </dsp:txXfrm>
    </dsp:sp>
  </dsp:spTree>
</dsp:drawing>
</file>

<file path=ppt/diagrams/layout1.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rSet qsTypeId="urn:microsoft.com/office/officeart/2005/8/quickstyle/simple5"/>
        </dgm:pt>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type="rect" r:blip="" rot="270">
                  <dgm:adjLst/>
                </dgm:shape>
              </dgm:if>
              <dgm:else name="Name11">
                <dgm:shape xmlns:r="http://schemas.openxmlformats.org/officeDocument/2006/relationships" type="rect" r:blip="" rot="90">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endSty" val="noArr"/>
                        <dgm:param type="connRout" val="bend"/>
                        <dgm:param type="begPts" val="midR"/>
                        <dgm:param type="endPts" val="midL"/>
                      </dgm:alg>
                    </dgm:if>
                    <dgm:else name="Name18">
                      <dgm:alg type="conn">
                        <dgm:param type="dim" val="1D"/>
                        <dgm:param type="endSty" val="noArr"/>
                        <dgm:param type="connRout" val="bend"/>
                        <dgm:param type="begPts" val="midL"/>
                        <dgm:param type="endPts" val="midR"/>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920"/>
            <a:ext cx="6858000" cy="1791013"/>
          </a:xfrm>
        </p:spPr>
        <p:txBody>
          <a:bodyPr anchor="b"/>
          <a:lstStyle>
            <a:lvl1pPr algn="ctr">
              <a:defRPr sz="45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143000" y="2702001"/>
            <a:ext cx="6858000" cy="1242039"/>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8035" indent="0" algn="ctr">
              <a:buNone/>
              <a:defRPr sz="1200"/>
            </a:lvl7pPr>
            <a:lvl8pPr marL="2400935" indent="0" algn="ctr">
              <a:buNone/>
              <a:defRPr sz="1200"/>
            </a:lvl8pPr>
            <a:lvl9pPr marL="2743835" indent="0" algn="ctr">
              <a:buNone/>
              <a:defRPr sz="12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528"/>
            <a:ext cx="7886700" cy="2139927"/>
          </a:xfrm>
        </p:spPr>
        <p:txBody>
          <a:bodyPr anchor="b"/>
          <a:lstStyle>
            <a:lvl1pPr>
              <a:defRPr sz="45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23888" y="3442699"/>
            <a:ext cx="7886700" cy="112533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8035" indent="0">
              <a:buNone/>
              <a:defRPr sz="1200">
                <a:solidFill>
                  <a:schemeClr val="tx1">
                    <a:tint val="75000"/>
                  </a:schemeClr>
                </a:solidFill>
              </a:defRPr>
            </a:lvl7pPr>
            <a:lvl8pPr marL="2400935" indent="0">
              <a:buNone/>
              <a:defRPr sz="1200">
                <a:solidFill>
                  <a:schemeClr val="tx1">
                    <a:tint val="75000"/>
                  </a:schemeClr>
                </a:solidFill>
              </a:defRPr>
            </a:lvl8pPr>
            <a:lvl9pPr marL="2743835" indent="0">
              <a:buNone/>
              <a:defRPr sz="12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28650" y="1369458"/>
            <a:ext cx="3886200" cy="3264074"/>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29150" y="1369458"/>
            <a:ext cx="3886200" cy="3264074"/>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273892"/>
            <a:ext cx="7886700" cy="994346"/>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90081" y="1334062"/>
            <a:ext cx="3655181" cy="61804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8035" indent="0">
              <a:buNone/>
              <a:defRPr sz="1350"/>
            </a:lvl7pPr>
            <a:lvl8pPr marL="2400935" indent="0">
              <a:buNone/>
              <a:defRPr sz="1350"/>
            </a:lvl8pPr>
            <a:lvl9pPr marL="2743835" indent="0">
              <a:buNone/>
              <a:defRPr sz="1350"/>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90081" y="1999384"/>
            <a:ext cx="3655181" cy="264367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92704" y="1334062"/>
            <a:ext cx="3673182" cy="61804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8035" indent="0">
              <a:buNone/>
              <a:defRPr sz="1350"/>
            </a:lvl7pPr>
            <a:lvl8pPr marL="2400935" indent="0">
              <a:buNone/>
              <a:defRPr sz="1350"/>
            </a:lvl8pPr>
            <a:lvl9pPr marL="2743835" indent="0">
              <a:buNone/>
              <a:defRPr sz="1350"/>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92704" y="1999384"/>
            <a:ext cx="3673182" cy="264367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D9BB5D0-35E4-459D-AEF3-FE4D7C45CC19}" type="slidenum">
              <a:rPr lang="zh-CN" altLang="en-US" smtClean="0"/>
            </a:fld>
            <a:endParaRPr lang="zh-CN" altLang="en-US"/>
          </a:p>
        </p:txBody>
      </p:sp>
      <p:sp>
        <p:nvSpPr>
          <p:cNvPr id="11" name="矩形 10"/>
          <p:cNvSpPr/>
          <p:nvPr userDrawn="1"/>
        </p:nvSpPr>
        <p:spPr>
          <a:xfrm>
            <a:off x="6601109" y="4838478"/>
            <a:ext cx="581352" cy="352425"/>
          </a:xfrm>
          <a:prstGeom prst="rect">
            <a:avLst/>
          </a:prstGeom>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100" b="0" i="0" u="none" strike="noStrike" kern="0" cap="none" spc="0" normalizeH="0" baseline="0" noProof="0" dirty="0" smtClean="0">
                <a:ln>
                  <a:noFill/>
                </a:ln>
                <a:solidFill>
                  <a:prstClr val="white"/>
                </a:solidFill>
                <a:effectLst/>
                <a:uLnTx/>
                <a:uFillTx/>
              </a:rPr>
              <a:t>PPT</a:t>
            </a:r>
            <a:r>
              <a:rPr kumimoji="0" lang="zh-CN" altLang="en-US" sz="100" b="0" i="0" u="none" strike="noStrike" kern="0" cap="none" spc="0" normalizeH="0" baseline="0" noProof="0" dirty="0" smtClean="0">
                <a:ln>
                  <a:noFill/>
                </a:ln>
                <a:solidFill>
                  <a:prstClr val="white"/>
                </a:solidFill>
                <a:effectLst/>
                <a:uLnTx/>
                <a:uFillTx/>
              </a:rPr>
              <a:t>模板下载：</a:t>
            </a:r>
            <a:r>
              <a:rPr kumimoji="0" lang="en-US" altLang="zh-CN" sz="100" b="0" i="0" u="none" strike="noStrike" kern="0" cap="none" spc="0" normalizeH="0" baseline="0" noProof="0" dirty="0" smtClean="0">
                <a:ln>
                  <a:noFill/>
                </a:ln>
                <a:solidFill>
                  <a:prstClr val="white"/>
                </a:solidFill>
                <a:effectLst/>
                <a:uLnTx/>
                <a:uFillTx/>
              </a:rPr>
              <a:t>www.1ppt.com/moban/     </a:t>
            </a:r>
            <a:r>
              <a:rPr kumimoji="0" lang="zh-CN" altLang="en-US" sz="100" b="0" i="0" u="none" strike="noStrike" kern="0" cap="none" spc="0" normalizeH="0" baseline="0" noProof="0" dirty="0" smtClean="0">
                <a:ln>
                  <a:noFill/>
                </a:ln>
                <a:solidFill>
                  <a:prstClr val="white"/>
                </a:solidFill>
                <a:effectLst/>
                <a:uLnTx/>
                <a:uFillTx/>
              </a:rPr>
              <a:t>行业</a:t>
            </a:r>
            <a:r>
              <a:rPr kumimoji="0" lang="en-US" altLang="zh-CN" sz="100" b="0" i="0" u="none" strike="noStrike" kern="0" cap="none" spc="0" normalizeH="0" baseline="0" noProof="0" dirty="0" smtClean="0">
                <a:ln>
                  <a:noFill/>
                </a:ln>
                <a:solidFill>
                  <a:prstClr val="white"/>
                </a:solidFill>
                <a:effectLst/>
                <a:uLnTx/>
                <a:uFillTx/>
              </a:rPr>
              <a:t>PPT</a:t>
            </a:r>
            <a:r>
              <a:rPr kumimoji="0" lang="zh-CN" altLang="en-US" sz="100" b="0" i="0" u="none" strike="noStrike" kern="0" cap="none" spc="0" normalizeH="0" baseline="0" noProof="0" dirty="0" smtClean="0">
                <a:ln>
                  <a:noFill/>
                </a:ln>
                <a:solidFill>
                  <a:prstClr val="white"/>
                </a:solidFill>
                <a:effectLst/>
                <a:uLnTx/>
                <a:uFillTx/>
              </a:rPr>
              <a:t>模板：</a:t>
            </a:r>
            <a:r>
              <a:rPr kumimoji="0" lang="en-US" altLang="zh-CN" sz="100" b="0" i="0" u="none" strike="noStrike" kern="0" cap="none" spc="0" normalizeH="0" baseline="0" noProof="0" dirty="0" smtClean="0">
                <a:ln>
                  <a:noFill/>
                </a:ln>
                <a:solidFill>
                  <a:prstClr val="white"/>
                </a:solidFill>
                <a:effectLst/>
                <a:uLnTx/>
                <a:uFillTx/>
              </a:rPr>
              <a:t>www.1ppt.com/hangye/ </a:t>
            </a:r>
            <a:endParaRPr kumimoji="0" lang="en-US" altLang="zh-CN" sz="100" b="0" i="0" u="none" strike="noStrike" kern="0" cap="none" spc="0" normalizeH="0" baseline="0" noProof="0" dirty="0" smtClean="0">
              <a:ln>
                <a:noFill/>
              </a:ln>
              <a:solidFill>
                <a:prstClr val="white"/>
              </a:solidFill>
              <a:effectLst/>
              <a:uLnTx/>
              <a:uFillTx/>
            </a:endParaRPr>
          </a:p>
          <a:p>
            <a:pPr marL="0" marR="0" lvl="0" indent="0" defTabSz="914400" eaLnBrk="1" fontAlgn="auto" latinLnBrk="0" hangingPunct="1">
              <a:lnSpc>
                <a:spcPct val="100000"/>
              </a:lnSpc>
              <a:spcBef>
                <a:spcPts val="0"/>
              </a:spcBef>
              <a:spcAft>
                <a:spcPts val="0"/>
              </a:spcAft>
              <a:buClrTx/>
              <a:buSzTx/>
              <a:buFontTx/>
              <a:buNone/>
              <a:defRPr/>
            </a:pPr>
            <a:r>
              <a:rPr kumimoji="0" lang="zh-CN" altLang="en-US" sz="100" b="0" i="0" u="none" strike="noStrike" kern="0" cap="none" spc="0" normalizeH="0" baseline="0" noProof="0" dirty="0" smtClean="0">
                <a:ln>
                  <a:noFill/>
                </a:ln>
                <a:solidFill>
                  <a:prstClr val="white"/>
                </a:solidFill>
                <a:effectLst/>
                <a:uLnTx/>
                <a:uFillTx/>
              </a:rPr>
              <a:t>节日</a:t>
            </a:r>
            <a:r>
              <a:rPr kumimoji="0" lang="en-US" altLang="zh-CN" sz="100" b="0" i="0" u="none" strike="noStrike" kern="0" cap="none" spc="0" normalizeH="0" baseline="0" noProof="0" dirty="0" smtClean="0">
                <a:ln>
                  <a:noFill/>
                </a:ln>
                <a:solidFill>
                  <a:prstClr val="white"/>
                </a:solidFill>
                <a:effectLst/>
                <a:uLnTx/>
                <a:uFillTx/>
              </a:rPr>
              <a:t>PPT</a:t>
            </a:r>
            <a:r>
              <a:rPr kumimoji="0" lang="zh-CN" altLang="en-US" sz="100" b="0" i="0" u="none" strike="noStrike" kern="0" cap="none" spc="0" normalizeH="0" baseline="0" noProof="0" dirty="0" smtClean="0">
                <a:ln>
                  <a:noFill/>
                </a:ln>
                <a:solidFill>
                  <a:prstClr val="white"/>
                </a:solidFill>
                <a:effectLst/>
                <a:uLnTx/>
                <a:uFillTx/>
              </a:rPr>
              <a:t>模板：</a:t>
            </a:r>
            <a:r>
              <a:rPr kumimoji="0" lang="en-US" altLang="zh-CN" sz="100" b="0" i="0" u="none" strike="noStrike" kern="0" cap="none" spc="0" normalizeH="0" baseline="0" noProof="0" dirty="0" smtClean="0">
                <a:ln>
                  <a:noFill/>
                </a:ln>
                <a:solidFill>
                  <a:prstClr val="white"/>
                </a:solidFill>
                <a:effectLst/>
                <a:uLnTx/>
                <a:uFillTx/>
              </a:rPr>
              <a:t>www.1ppt.com/jieri/           PPT</a:t>
            </a:r>
            <a:r>
              <a:rPr kumimoji="0" lang="zh-CN" altLang="en-US" sz="100" b="0" i="0" u="none" strike="noStrike" kern="0" cap="none" spc="0" normalizeH="0" baseline="0" noProof="0" dirty="0" smtClean="0">
                <a:ln>
                  <a:noFill/>
                </a:ln>
                <a:solidFill>
                  <a:prstClr val="white"/>
                </a:solidFill>
                <a:effectLst/>
                <a:uLnTx/>
                <a:uFillTx/>
              </a:rPr>
              <a:t>素材下载：</a:t>
            </a:r>
            <a:r>
              <a:rPr kumimoji="0" lang="en-US" altLang="zh-CN" sz="100" b="0" i="0" u="none" strike="noStrike" kern="0" cap="none" spc="0" normalizeH="0" baseline="0" noProof="0" dirty="0" smtClean="0">
                <a:ln>
                  <a:noFill/>
                </a:ln>
                <a:solidFill>
                  <a:prstClr val="white"/>
                </a:solidFill>
                <a:effectLst/>
                <a:uLnTx/>
                <a:uFillTx/>
              </a:rPr>
              <a:t>www.1ppt.com/sucai/</a:t>
            </a:r>
            <a:endParaRPr kumimoji="0" lang="en-US" altLang="zh-CN" sz="100" b="0" i="0" u="none" strike="noStrike" kern="0" cap="none" spc="0" normalizeH="0" baseline="0" noProof="0" dirty="0" smtClean="0">
              <a:ln>
                <a:noFill/>
              </a:ln>
              <a:solidFill>
                <a:prstClr val="white"/>
              </a:solidFill>
              <a:effectLst/>
              <a:uLnTx/>
              <a:uFillTx/>
            </a:endParaRPr>
          </a:p>
          <a:p>
            <a:pPr marL="0" marR="0" lvl="0" indent="0" defTabSz="914400" eaLnBrk="1" fontAlgn="auto" latinLnBrk="0" hangingPunct="1">
              <a:lnSpc>
                <a:spcPct val="100000"/>
              </a:lnSpc>
              <a:spcBef>
                <a:spcPts val="0"/>
              </a:spcBef>
              <a:spcAft>
                <a:spcPts val="0"/>
              </a:spcAft>
              <a:buClrTx/>
              <a:buSzTx/>
              <a:buFontTx/>
              <a:buNone/>
              <a:defRPr/>
            </a:pPr>
            <a:r>
              <a:rPr kumimoji="0" lang="en-US" altLang="zh-CN" sz="100" b="0" i="0" u="none" strike="noStrike" kern="0" cap="none" spc="0" normalizeH="0" baseline="0" noProof="0" dirty="0" smtClean="0">
                <a:ln>
                  <a:noFill/>
                </a:ln>
                <a:solidFill>
                  <a:prstClr val="white"/>
                </a:solidFill>
                <a:effectLst/>
                <a:uLnTx/>
                <a:uFillTx/>
              </a:rPr>
              <a:t>PPT</a:t>
            </a:r>
            <a:r>
              <a:rPr kumimoji="0" lang="zh-CN" altLang="en-US" sz="100" b="0" i="0" u="none" strike="noStrike" kern="0" cap="none" spc="0" normalizeH="0" baseline="0" noProof="0" dirty="0" smtClean="0">
                <a:ln>
                  <a:noFill/>
                </a:ln>
                <a:solidFill>
                  <a:prstClr val="white"/>
                </a:solidFill>
                <a:effectLst/>
                <a:uLnTx/>
                <a:uFillTx/>
              </a:rPr>
              <a:t>背景图片：</a:t>
            </a:r>
            <a:r>
              <a:rPr kumimoji="0" lang="en-US" altLang="zh-CN" sz="100" b="0" i="0" u="none" strike="noStrike" kern="0" cap="none" spc="0" normalizeH="0" baseline="0" noProof="0" dirty="0" smtClean="0">
                <a:ln>
                  <a:noFill/>
                </a:ln>
                <a:solidFill>
                  <a:prstClr val="white"/>
                </a:solidFill>
                <a:effectLst/>
                <a:uLnTx/>
                <a:uFillTx/>
              </a:rPr>
              <a:t>www.1ppt.com/beijing/      PPT</a:t>
            </a:r>
            <a:r>
              <a:rPr kumimoji="0" lang="zh-CN" altLang="en-US" sz="100" b="0" i="0" u="none" strike="noStrike" kern="0" cap="none" spc="0" normalizeH="0" baseline="0" noProof="0" dirty="0" smtClean="0">
                <a:ln>
                  <a:noFill/>
                </a:ln>
                <a:solidFill>
                  <a:prstClr val="white"/>
                </a:solidFill>
                <a:effectLst/>
                <a:uLnTx/>
                <a:uFillTx/>
              </a:rPr>
              <a:t>图表下载：</a:t>
            </a:r>
            <a:r>
              <a:rPr kumimoji="0" lang="en-US" altLang="zh-CN" sz="100" b="0" i="0" u="none" strike="noStrike" kern="0" cap="none" spc="0" normalizeH="0" baseline="0" noProof="0" dirty="0" smtClean="0">
                <a:ln>
                  <a:noFill/>
                </a:ln>
                <a:solidFill>
                  <a:prstClr val="white"/>
                </a:solidFill>
                <a:effectLst/>
                <a:uLnTx/>
                <a:uFillTx/>
              </a:rPr>
              <a:t>www.1ppt.com/tubiao/      </a:t>
            </a:r>
            <a:endParaRPr kumimoji="0" lang="en-US" altLang="zh-CN" sz="100" b="0" i="0" u="none" strike="noStrike" kern="0" cap="none" spc="0" normalizeH="0" baseline="0" noProof="0" dirty="0" smtClean="0">
              <a:ln>
                <a:noFill/>
              </a:ln>
              <a:solidFill>
                <a:prstClr val="white"/>
              </a:solidFill>
              <a:effectLst/>
              <a:uLnTx/>
              <a:uFillTx/>
            </a:endParaRPr>
          </a:p>
          <a:p>
            <a:pPr marL="0" marR="0" lvl="0" indent="0" defTabSz="914400" eaLnBrk="1" fontAlgn="auto" latinLnBrk="0" hangingPunct="1">
              <a:lnSpc>
                <a:spcPct val="100000"/>
              </a:lnSpc>
              <a:spcBef>
                <a:spcPts val="0"/>
              </a:spcBef>
              <a:spcAft>
                <a:spcPts val="0"/>
              </a:spcAft>
              <a:buClrTx/>
              <a:buSzTx/>
              <a:buFontTx/>
              <a:buNone/>
              <a:defRPr/>
            </a:pPr>
            <a:r>
              <a:rPr kumimoji="0" lang="zh-CN" altLang="en-US" sz="100" b="0" i="0" u="none" strike="noStrike" kern="0" cap="none" spc="0" normalizeH="0" baseline="0" noProof="0" dirty="0" smtClean="0">
                <a:ln>
                  <a:noFill/>
                </a:ln>
                <a:solidFill>
                  <a:prstClr val="white"/>
                </a:solidFill>
                <a:effectLst/>
                <a:uLnTx/>
                <a:uFillTx/>
              </a:rPr>
              <a:t>优秀</a:t>
            </a:r>
            <a:r>
              <a:rPr kumimoji="0" lang="en-US" altLang="zh-CN" sz="100" b="0" i="0" u="none" strike="noStrike" kern="0" cap="none" spc="0" normalizeH="0" baseline="0" noProof="0" dirty="0" smtClean="0">
                <a:ln>
                  <a:noFill/>
                </a:ln>
                <a:solidFill>
                  <a:prstClr val="white"/>
                </a:solidFill>
                <a:effectLst/>
                <a:uLnTx/>
                <a:uFillTx/>
              </a:rPr>
              <a:t>PPT</a:t>
            </a:r>
            <a:r>
              <a:rPr kumimoji="0" lang="zh-CN" altLang="en-US" sz="100" b="0" i="0" u="none" strike="noStrike" kern="0" cap="none" spc="0" normalizeH="0" baseline="0" noProof="0" dirty="0" smtClean="0">
                <a:ln>
                  <a:noFill/>
                </a:ln>
                <a:solidFill>
                  <a:prstClr val="white"/>
                </a:solidFill>
                <a:effectLst/>
                <a:uLnTx/>
                <a:uFillTx/>
              </a:rPr>
              <a:t>下载：</a:t>
            </a:r>
            <a:r>
              <a:rPr kumimoji="0" lang="en-US" altLang="zh-CN" sz="100" b="0" i="0" u="none" strike="noStrike" kern="0" cap="none" spc="0" normalizeH="0" baseline="0" noProof="0" dirty="0" smtClean="0">
                <a:ln>
                  <a:noFill/>
                </a:ln>
                <a:solidFill>
                  <a:prstClr val="white"/>
                </a:solidFill>
                <a:effectLst/>
                <a:uLnTx/>
                <a:uFillTx/>
              </a:rPr>
              <a:t>www.1ppt.com/xiazai/        PPT</a:t>
            </a:r>
            <a:r>
              <a:rPr kumimoji="0" lang="zh-CN" altLang="en-US" sz="100" b="0" i="0" u="none" strike="noStrike" kern="0" cap="none" spc="0" normalizeH="0" baseline="0" noProof="0" dirty="0" smtClean="0">
                <a:ln>
                  <a:noFill/>
                </a:ln>
                <a:solidFill>
                  <a:prstClr val="white"/>
                </a:solidFill>
                <a:effectLst/>
                <a:uLnTx/>
                <a:uFillTx/>
              </a:rPr>
              <a:t>教程： </a:t>
            </a:r>
            <a:r>
              <a:rPr kumimoji="0" lang="en-US" altLang="zh-CN" sz="100" b="0" i="0" u="none" strike="noStrike" kern="0" cap="none" spc="0" normalizeH="0" baseline="0" noProof="0" dirty="0" smtClean="0">
                <a:ln>
                  <a:noFill/>
                </a:ln>
                <a:solidFill>
                  <a:prstClr val="white"/>
                </a:solidFill>
                <a:effectLst/>
                <a:uLnTx/>
                <a:uFillTx/>
              </a:rPr>
              <a:t>www.1ppt.com/powerpoint/      </a:t>
            </a:r>
            <a:endParaRPr kumimoji="0" lang="en-US" altLang="zh-CN" sz="100" b="0" i="0" u="none" strike="noStrike" kern="0" cap="none" spc="0" normalizeH="0" baseline="0" noProof="0" dirty="0" smtClean="0">
              <a:ln>
                <a:noFill/>
              </a:ln>
              <a:solidFill>
                <a:prstClr val="white"/>
              </a:solidFill>
              <a:effectLst/>
              <a:uLnTx/>
              <a:uFillTx/>
            </a:endParaRPr>
          </a:p>
          <a:p>
            <a:pPr marL="0" marR="0" lvl="0" indent="0" defTabSz="914400" eaLnBrk="1" fontAlgn="auto" latinLnBrk="0" hangingPunct="1">
              <a:lnSpc>
                <a:spcPct val="100000"/>
              </a:lnSpc>
              <a:spcBef>
                <a:spcPts val="0"/>
              </a:spcBef>
              <a:spcAft>
                <a:spcPts val="0"/>
              </a:spcAft>
              <a:buClrTx/>
              <a:buSzTx/>
              <a:buFontTx/>
              <a:buNone/>
              <a:defRPr/>
            </a:pPr>
            <a:r>
              <a:rPr kumimoji="0" lang="en-US" altLang="zh-CN" sz="100" b="0" i="0" u="none" strike="noStrike" kern="0" cap="none" spc="0" normalizeH="0" baseline="0" noProof="0" dirty="0" smtClean="0">
                <a:ln>
                  <a:noFill/>
                </a:ln>
                <a:solidFill>
                  <a:prstClr val="white"/>
                </a:solidFill>
                <a:effectLst/>
                <a:uLnTx/>
                <a:uFillTx/>
              </a:rPr>
              <a:t>Word</a:t>
            </a:r>
            <a:r>
              <a:rPr kumimoji="0" lang="zh-CN" altLang="en-US" sz="100" b="0" i="0" u="none" strike="noStrike" kern="0" cap="none" spc="0" normalizeH="0" baseline="0" noProof="0" dirty="0" smtClean="0">
                <a:ln>
                  <a:noFill/>
                </a:ln>
                <a:solidFill>
                  <a:prstClr val="white"/>
                </a:solidFill>
                <a:effectLst/>
                <a:uLnTx/>
                <a:uFillTx/>
              </a:rPr>
              <a:t>教程： </a:t>
            </a:r>
            <a:r>
              <a:rPr kumimoji="0" lang="en-US" altLang="zh-CN" sz="100" b="0" i="0" u="none" strike="noStrike" kern="0" cap="none" spc="0" normalizeH="0" baseline="0" noProof="0" dirty="0" smtClean="0">
                <a:ln>
                  <a:noFill/>
                </a:ln>
                <a:solidFill>
                  <a:prstClr val="white"/>
                </a:solidFill>
                <a:effectLst/>
                <a:uLnTx/>
                <a:uFillTx/>
              </a:rPr>
              <a:t>www.1ppt.com/word/              Excel</a:t>
            </a:r>
            <a:r>
              <a:rPr kumimoji="0" lang="zh-CN" altLang="en-US" sz="100" b="0" i="0" u="none" strike="noStrike" kern="0" cap="none" spc="0" normalizeH="0" baseline="0" noProof="0" dirty="0" smtClean="0">
                <a:ln>
                  <a:noFill/>
                </a:ln>
                <a:solidFill>
                  <a:prstClr val="white"/>
                </a:solidFill>
                <a:effectLst/>
                <a:uLnTx/>
                <a:uFillTx/>
              </a:rPr>
              <a:t>教程：</a:t>
            </a:r>
            <a:r>
              <a:rPr kumimoji="0" lang="en-US" altLang="zh-CN" sz="100" b="0" i="0" u="none" strike="noStrike" kern="0" cap="none" spc="0" normalizeH="0" baseline="0" noProof="0" dirty="0" smtClean="0">
                <a:ln>
                  <a:noFill/>
                </a:ln>
                <a:solidFill>
                  <a:prstClr val="white"/>
                </a:solidFill>
                <a:effectLst/>
                <a:uLnTx/>
                <a:uFillTx/>
              </a:rPr>
              <a:t>www.1ppt.com/excel/  </a:t>
            </a:r>
            <a:endParaRPr kumimoji="0" lang="en-US" altLang="zh-CN" sz="100" b="0" i="0" u="none" strike="noStrike" kern="0" cap="none" spc="0" normalizeH="0" baseline="0" noProof="0" dirty="0" smtClean="0">
              <a:ln>
                <a:noFill/>
              </a:ln>
              <a:solidFill>
                <a:prstClr val="white"/>
              </a:solidFill>
              <a:effectLst/>
              <a:uLnTx/>
              <a:uFillTx/>
            </a:endParaRPr>
          </a:p>
          <a:p>
            <a:pPr marL="0" marR="0" lvl="0" indent="0" defTabSz="914400" eaLnBrk="1" fontAlgn="auto" latinLnBrk="0" hangingPunct="1">
              <a:lnSpc>
                <a:spcPct val="100000"/>
              </a:lnSpc>
              <a:spcBef>
                <a:spcPts val="0"/>
              </a:spcBef>
              <a:spcAft>
                <a:spcPts val="0"/>
              </a:spcAft>
              <a:buClrTx/>
              <a:buSzTx/>
              <a:buFontTx/>
              <a:buNone/>
              <a:defRPr/>
            </a:pPr>
            <a:r>
              <a:rPr kumimoji="0" lang="zh-CN" altLang="en-US" sz="100" b="0" i="0" u="none" strike="noStrike" kern="0" cap="none" spc="0" normalizeH="0" baseline="0" noProof="0" dirty="0" smtClean="0">
                <a:ln>
                  <a:noFill/>
                </a:ln>
                <a:solidFill>
                  <a:prstClr val="white"/>
                </a:solidFill>
                <a:effectLst/>
                <a:uLnTx/>
                <a:uFillTx/>
              </a:rPr>
              <a:t>资料下载：</a:t>
            </a:r>
            <a:r>
              <a:rPr kumimoji="0" lang="en-US" altLang="zh-CN" sz="100" b="0" i="0" u="none" strike="noStrike" kern="0" cap="none" spc="0" normalizeH="0" baseline="0" noProof="0" dirty="0" smtClean="0">
                <a:ln>
                  <a:noFill/>
                </a:ln>
                <a:solidFill>
                  <a:prstClr val="white"/>
                </a:solidFill>
                <a:effectLst/>
                <a:uLnTx/>
                <a:uFillTx/>
              </a:rPr>
              <a:t>www.1ppt.com/ziliao/                PPT</a:t>
            </a:r>
            <a:r>
              <a:rPr kumimoji="0" lang="zh-CN" altLang="en-US" sz="100" b="0" i="0" u="none" strike="noStrike" kern="0" cap="none" spc="0" normalizeH="0" baseline="0" noProof="0" dirty="0" smtClean="0">
                <a:ln>
                  <a:noFill/>
                </a:ln>
                <a:solidFill>
                  <a:prstClr val="white"/>
                </a:solidFill>
                <a:effectLst/>
                <a:uLnTx/>
                <a:uFillTx/>
              </a:rPr>
              <a:t>课件下载：</a:t>
            </a:r>
            <a:r>
              <a:rPr kumimoji="0" lang="en-US" altLang="zh-CN" sz="100" b="0" i="0" u="none" strike="noStrike" kern="0" cap="none" spc="0" normalizeH="0" baseline="0" noProof="0" dirty="0" smtClean="0">
                <a:ln>
                  <a:noFill/>
                </a:ln>
                <a:solidFill>
                  <a:prstClr val="white"/>
                </a:solidFill>
                <a:effectLst/>
                <a:uLnTx/>
                <a:uFillTx/>
              </a:rPr>
              <a:t>www.1ppt.com/kejian/ </a:t>
            </a:r>
            <a:endParaRPr kumimoji="0" lang="en-US" altLang="zh-CN" sz="100" b="0" i="0" u="none" strike="noStrike" kern="0" cap="none" spc="0" normalizeH="0" baseline="0" noProof="0" dirty="0" smtClean="0">
              <a:ln>
                <a:noFill/>
              </a:ln>
              <a:solidFill>
                <a:prstClr val="white"/>
              </a:solidFill>
              <a:effectLst/>
              <a:uLnTx/>
              <a:uFillTx/>
            </a:endParaRPr>
          </a:p>
          <a:p>
            <a:pPr marL="0" marR="0" lvl="0" indent="0" defTabSz="914400" eaLnBrk="1" fontAlgn="auto" latinLnBrk="0" hangingPunct="1">
              <a:lnSpc>
                <a:spcPct val="100000"/>
              </a:lnSpc>
              <a:spcBef>
                <a:spcPts val="0"/>
              </a:spcBef>
              <a:spcAft>
                <a:spcPts val="0"/>
              </a:spcAft>
              <a:buClrTx/>
              <a:buSzTx/>
              <a:buFontTx/>
              <a:buNone/>
              <a:defRPr/>
            </a:pPr>
            <a:r>
              <a:rPr kumimoji="0" lang="zh-CN" altLang="en-US" sz="100" b="0" i="0" u="none" strike="noStrike" kern="0" cap="none" spc="0" normalizeH="0" baseline="0" noProof="0" dirty="0" smtClean="0">
                <a:ln>
                  <a:noFill/>
                </a:ln>
                <a:solidFill>
                  <a:prstClr val="white"/>
                </a:solidFill>
                <a:effectLst/>
                <a:uLnTx/>
                <a:uFillTx/>
              </a:rPr>
              <a:t>范文下载：</a:t>
            </a:r>
            <a:r>
              <a:rPr kumimoji="0" lang="en-US" altLang="zh-CN" sz="100" b="0" i="0" u="none" strike="noStrike" kern="0" cap="none" spc="0" normalizeH="0" baseline="0" noProof="0" dirty="0" smtClean="0">
                <a:ln>
                  <a:noFill/>
                </a:ln>
                <a:solidFill>
                  <a:prstClr val="white"/>
                </a:solidFill>
                <a:effectLst/>
                <a:uLnTx/>
                <a:uFillTx/>
              </a:rPr>
              <a:t>www.1ppt.com/fanwen/             </a:t>
            </a:r>
            <a:r>
              <a:rPr kumimoji="0" lang="zh-CN" altLang="en-US" sz="100" b="0" i="0" u="none" strike="noStrike" kern="0" cap="none" spc="0" normalizeH="0" baseline="0" noProof="0" dirty="0" smtClean="0">
                <a:ln>
                  <a:noFill/>
                </a:ln>
                <a:solidFill>
                  <a:prstClr val="white"/>
                </a:solidFill>
                <a:effectLst/>
                <a:uLnTx/>
                <a:uFillTx/>
              </a:rPr>
              <a:t>试卷下载：</a:t>
            </a:r>
            <a:r>
              <a:rPr kumimoji="0" lang="en-US" altLang="zh-CN" sz="100" b="0" i="0" u="none" strike="noStrike" kern="0" cap="none" spc="0" normalizeH="0" baseline="0" noProof="0" dirty="0" smtClean="0">
                <a:ln>
                  <a:noFill/>
                </a:ln>
                <a:solidFill>
                  <a:prstClr val="white"/>
                </a:solidFill>
                <a:effectLst/>
                <a:uLnTx/>
                <a:uFillTx/>
              </a:rPr>
              <a:t>www.1ppt.com/shiti/  </a:t>
            </a:r>
            <a:endParaRPr kumimoji="0" lang="en-US" altLang="zh-CN" sz="100" b="0" i="0" u="none" strike="noStrike" kern="0" cap="none" spc="0" normalizeH="0" baseline="0" noProof="0" dirty="0" smtClean="0">
              <a:ln>
                <a:noFill/>
              </a:ln>
              <a:solidFill>
                <a:prstClr val="white"/>
              </a:solidFill>
              <a:effectLst/>
              <a:uLnTx/>
              <a:uFillTx/>
            </a:endParaRPr>
          </a:p>
          <a:p>
            <a:pPr marL="0" marR="0" lvl="0" indent="0" defTabSz="914400" eaLnBrk="1" fontAlgn="auto" latinLnBrk="0" hangingPunct="1">
              <a:lnSpc>
                <a:spcPct val="100000"/>
              </a:lnSpc>
              <a:spcBef>
                <a:spcPts val="0"/>
              </a:spcBef>
              <a:spcAft>
                <a:spcPts val="0"/>
              </a:spcAft>
              <a:buClrTx/>
              <a:buSzTx/>
              <a:buFontTx/>
              <a:buNone/>
              <a:defRPr/>
            </a:pPr>
            <a:r>
              <a:rPr kumimoji="0" lang="zh-CN" altLang="en-US" sz="100" b="0" i="0" u="none" strike="noStrike" kern="0" cap="none" spc="0" normalizeH="0" baseline="0" noProof="0" dirty="0" smtClean="0">
                <a:ln>
                  <a:noFill/>
                </a:ln>
                <a:solidFill>
                  <a:prstClr val="white"/>
                </a:solidFill>
                <a:effectLst/>
                <a:uLnTx/>
                <a:uFillTx/>
              </a:rPr>
              <a:t>教案下载：</a:t>
            </a:r>
            <a:r>
              <a:rPr kumimoji="0" lang="en-US" altLang="zh-CN" sz="100" b="0" i="0" u="none" strike="noStrike" kern="0" cap="none" spc="0" normalizeH="0" baseline="0" noProof="0" dirty="0" smtClean="0">
                <a:ln>
                  <a:noFill/>
                </a:ln>
                <a:solidFill>
                  <a:prstClr val="white"/>
                </a:solidFill>
                <a:effectLst/>
                <a:uLnTx/>
                <a:uFillTx/>
              </a:rPr>
              <a:t>www.1ppt.com/jiaoan/        </a:t>
            </a:r>
            <a:endParaRPr kumimoji="0" lang="en-US" altLang="zh-CN" sz="100" b="0" i="0" u="none" strike="noStrike" kern="0" cap="none" spc="0" normalizeH="0" baseline="0" noProof="0" dirty="0" smtClean="0">
              <a:ln>
                <a:noFill/>
              </a:ln>
              <a:solidFill>
                <a:prstClr val="white"/>
              </a:solidFill>
              <a:effectLst/>
              <a:uLnTx/>
              <a:uFillTx/>
            </a:endParaRPr>
          </a:p>
          <a:p>
            <a:pPr marL="0" marR="0" lvl="0" indent="0" defTabSz="914400" eaLnBrk="1" fontAlgn="auto" latinLnBrk="0" hangingPunct="1">
              <a:lnSpc>
                <a:spcPct val="100000"/>
              </a:lnSpc>
              <a:spcBef>
                <a:spcPts val="0"/>
              </a:spcBef>
              <a:spcAft>
                <a:spcPts val="0"/>
              </a:spcAft>
              <a:buClrTx/>
              <a:buSzTx/>
              <a:buFontTx/>
              <a:buNone/>
              <a:defRPr/>
            </a:pPr>
            <a:r>
              <a:rPr kumimoji="0" lang="zh-CN" altLang="en-US" sz="100" b="0" i="0" u="none" strike="noStrike" kern="0" cap="none" spc="0" normalizeH="0" baseline="0" noProof="0" dirty="0" smtClean="0">
                <a:ln>
                  <a:noFill/>
                </a:ln>
                <a:solidFill>
                  <a:prstClr val="white"/>
                </a:solidFill>
                <a:effectLst/>
                <a:uLnTx/>
                <a:uFillTx/>
              </a:rPr>
              <a:t>字体下载：</a:t>
            </a:r>
            <a:r>
              <a:rPr kumimoji="0" lang="en-US" altLang="zh-CN" sz="100" b="0" i="0" u="none" strike="noStrike" kern="0" cap="none" spc="0" normalizeH="0" baseline="0" noProof="0" dirty="0" smtClean="0">
                <a:ln>
                  <a:noFill/>
                </a:ln>
                <a:solidFill>
                  <a:prstClr val="white"/>
                </a:solidFill>
                <a:effectLst/>
                <a:uLnTx/>
                <a:uFillTx/>
              </a:rPr>
              <a:t>www.1ppt.com/ziti/</a:t>
            </a:r>
            <a:endParaRPr kumimoji="0" lang="en-US" altLang="zh-CN" sz="100" b="0" i="0" u="none" strike="noStrike" kern="0" cap="none" spc="0" normalizeH="0" baseline="0" noProof="0" dirty="0" smtClean="0">
              <a:ln>
                <a:noFill/>
              </a:ln>
              <a:solidFill>
                <a:prstClr val="white"/>
              </a:solidFill>
              <a:effectLst/>
              <a:uLnTx/>
              <a:uFillTx/>
            </a:endParaRPr>
          </a:p>
          <a:p>
            <a:pPr marL="0" marR="0" lvl="0" indent="0" defTabSz="914400" eaLnBrk="1" fontAlgn="auto" latinLnBrk="0" hangingPunct="1">
              <a:lnSpc>
                <a:spcPct val="100000"/>
              </a:lnSpc>
              <a:spcBef>
                <a:spcPts val="0"/>
              </a:spcBef>
              <a:spcAft>
                <a:spcPts val="0"/>
              </a:spcAft>
              <a:buClrTx/>
              <a:buSzTx/>
              <a:buFontTx/>
              <a:buNone/>
              <a:defRPr/>
            </a:pPr>
            <a:r>
              <a:rPr kumimoji="0" lang="en-US" altLang="zh-CN" sz="100" b="0" i="0" u="none" strike="noStrike" kern="0" cap="none" spc="0" normalizeH="0" baseline="0" noProof="0" dirty="0" smtClean="0">
                <a:ln>
                  <a:noFill/>
                </a:ln>
                <a:solidFill>
                  <a:prstClr val="white"/>
                </a:solidFill>
                <a:effectLst/>
                <a:uLnTx/>
                <a:uFillTx/>
              </a:rPr>
              <a:t> </a:t>
            </a:r>
            <a:endParaRPr kumimoji="0" lang="zh-CN" altLang="en-US" sz="100" b="0" i="0" u="none" strike="noStrike" kern="0" cap="none" spc="0" normalizeH="0" baseline="0" noProof="0" dirty="0" smtClean="0">
              <a:ln>
                <a:noFill/>
              </a:ln>
              <a:solidFill>
                <a:prstClr val="white"/>
              </a:solidFill>
              <a:effectLst/>
              <a:uLnTx/>
              <a:uFillTx/>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60"/>
            <a:ext cx="3124012" cy="1200360"/>
          </a:xfrm>
        </p:spPr>
        <p:txBody>
          <a:bodyPr anchor="b"/>
          <a:lstStyle>
            <a:lvl1pPr>
              <a:defRPr sz="24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3887391" y="342961"/>
            <a:ext cx="4629150" cy="4053597"/>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8035" indent="0">
              <a:buNone/>
              <a:defRPr sz="1500"/>
            </a:lvl7pPr>
            <a:lvl8pPr marL="2400935" indent="0">
              <a:buNone/>
              <a:defRPr sz="1500"/>
            </a:lvl8pPr>
            <a:lvl9pPr marL="2743835" indent="0">
              <a:buNone/>
              <a:defRPr sz="1500"/>
            </a:lvl9pPr>
          </a:lstStyle>
          <a:p>
            <a:endParaRPr lang="zh-CN" altLang="en-US"/>
          </a:p>
        </p:txBody>
      </p:sp>
      <p:sp>
        <p:nvSpPr>
          <p:cNvPr id="4" name="文本占位符 3"/>
          <p:cNvSpPr>
            <a:spLocks noGrp="1"/>
          </p:cNvSpPr>
          <p:nvPr>
            <p:ph type="body" sz="half" idx="2"/>
          </p:nvPr>
        </p:nvSpPr>
        <p:spPr>
          <a:xfrm>
            <a:off x="629841" y="1543320"/>
            <a:ext cx="3124012" cy="2859191"/>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8035" indent="0">
              <a:buNone/>
              <a:defRPr sz="1050"/>
            </a:lvl7pPr>
            <a:lvl8pPr marL="2400935" indent="0">
              <a:buNone/>
              <a:defRPr sz="1050"/>
            </a:lvl8pPr>
            <a:lvl9pPr marL="2743835" indent="0">
              <a:buNone/>
              <a:defRPr sz="105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273892"/>
            <a:ext cx="1971675" cy="4359641"/>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28650" y="273892"/>
            <a:ext cx="5800725" cy="4359641"/>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28650" y="273892"/>
            <a:ext cx="7886700" cy="4359641"/>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3" name="日期占位符 2"/>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image" Target="../media/image1.jpeg"/><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1" cstate="screen"/>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28650" y="273892"/>
            <a:ext cx="7886700" cy="994346"/>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628650" y="1369458"/>
            <a:ext cx="7886700" cy="3264074"/>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628650" y="4768096"/>
            <a:ext cx="2057400" cy="273892"/>
          </a:xfrm>
          <a:prstGeom prst="rect">
            <a:avLst/>
          </a:prstGeom>
        </p:spPr>
        <p:txBody>
          <a:bodyPr vert="horz" lIns="91440" tIns="45720" rIns="91440" bIns="45720" rtlCol="0" anchor="ctr"/>
          <a:lstStyle>
            <a:lvl1pPr algn="l">
              <a:defRPr sz="900">
                <a:solidFill>
                  <a:schemeClr val="tx1">
                    <a:tint val="75000"/>
                  </a:schemeClr>
                </a:solidFill>
              </a:defRPr>
            </a:lvl1pPr>
          </a:lstStyle>
          <a:p>
            <a:fld id="{82F288E0-7875-42C4-84C8-98DBBD3BF4D2}" type="datetimeFigureOut">
              <a:rPr lang="zh-CN" altLang="en-US" smtClean="0"/>
            </a:fld>
            <a:endParaRPr lang="zh-CN" altLang="en-US"/>
          </a:p>
        </p:txBody>
      </p:sp>
      <p:sp>
        <p:nvSpPr>
          <p:cNvPr id="5" name="页脚占位符 4"/>
          <p:cNvSpPr>
            <a:spLocks noGrp="1"/>
          </p:cNvSpPr>
          <p:nvPr>
            <p:ph type="ftr" sz="quarter" idx="3"/>
          </p:nvPr>
        </p:nvSpPr>
        <p:spPr>
          <a:xfrm>
            <a:off x="3028950" y="4768096"/>
            <a:ext cx="3086100" cy="273892"/>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457950" y="4768096"/>
            <a:ext cx="2057400" cy="273892"/>
          </a:xfrm>
          <a:prstGeom prst="rect">
            <a:avLst/>
          </a:prstGeom>
        </p:spPr>
        <p:txBody>
          <a:bodyPr vert="horz" lIns="91440" tIns="45720" rIns="91440" bIns="45720" rtlCol="0" anchor="ctr"/>
          <a:lstStyle>
            <a:lvl1pPr algn="r">
              <a:defRPr sz="900">
                <a:solidFill>
                  <a:schemeClr val="tx1">
                    <a:tint val="75000"/>
                  </a:schemeClr>
                </a:solidFill>
              </a:defRPr>
            </a:lvl1pPr>
          </a:lstStyle>
          <a:p>
            <a:fld id="{7D9BB5D0-35E4-459D-AEF3-FE4D7C45CC19}"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6585"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9485"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2385"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5285"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8035" algn="l" defTabSz="685800" rtl="0" eaLnBrk="1" latinLnBrk="0" hangingPunct="1">
        <a:defRPr sz="1350" kern="1200">
          <a:solidFill>
            <a:schemeClr val="tx1"/>
          </a:solidFill>
          <a:latin typeface="+mn-lt"/>
          <a:ea typeface="+mn-ea"/>
          <a:cs typeface="+mn-cs"/>
        </a:defRPr>
      </a:lvl7pPr>
      <a:lvl8pPr marL="2400935" algn="l" defTabSz="685800" rtl="0" eaLnBrk="1" latinLnBrk="0" hangingPunct="1">
        <a:defRPr sz="1350" kern="1200">
          <a:solidFill>
            <a:schemeClr val="tx1"/>
          </a:solidFill>
          <a:latin typeface="+mn-lt"/>
          <a:ea typeface="+mn-ea"/>
          <a:cs typeface="+mn-cs"/>
        </a:defRPr>
      </a:lvl8pPr>
      <a:lvl9pPr marL="2743835"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6.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7.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8.jpe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image" Target="../media/image10.GIF"/></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73e5f5811aab5673afcaa99032383457"/>
          <p:cNvPicPr>
            <a:picLocks noChangeAspect="1"/>
          </p:cNvPicPr>
          <p:nvPr/>
        </p:nvPicPr>
        <p:blipFill>
          <a:blip r:embed="rId1" cstate="screen"/>
          <a:stretch>
            <a:fillRect/>
          </a:stretch>
        </p:blipFill>
        <p:spPr>
          <a:xfrm>
            <a:off x="4523899" y="546709"/>
            <a:ext cx="4024313" cy="4050983"/>
          </a:xfrm>
          <a:prstGeom prst="rect">
            <a:avLst/>
          </a:prstGeom>
        </p:spPr>
      </p:pic>
      <p:sp>
        <p:nvSpPr>
          <p:cNvPr id="21" name="矩形 259"/>
          <p:cNvSpPr>
            <a:spLocks noChangeArrowheads="1"/>
          </p:cNvSpPr>
          <p:nvPr/>
        </p:nvSpPr>
        <p:spPr bwMode="auto">
          <a:xfrm>
            <a:off x="571500" y="1886876"/>
            <a:ext cx="3657600" cy="480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5020" tIns="32510" rIns="65020" bIns="32510">
            <a:spAutoFit/>
          </a:bodyPr>
          <a:lstStyle>
            <a:lvl1pPr>
              <a:spcBef>
                <a:spcPct val="20000"/>
              </a:spcBef>
              <a:buFont typeface="Arial" panose="020B0604020202020204" pitchFamily="34" charset="0"/>
              <a:buChar char="•"/>
              <a:defRPr sz="3200">
                <a:solidFill>
                  <a:schemeClr val="tx1"/>
                </a:solidFill>
                <a:latin typeface="微软雅黑" panose="020B0503020204020204" charset="-122"/>
                <a:ea typeface="微软雅黑" panose="020B0503020204020204" charset="-122"/>
                <a:sym typeface="Calibri" panose="020F050202020403020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charset="-122"/>
                <a:ea typeface="微软雅黑" panose="020B0503020204020204" charset="-122"/>
                <a:sym typeface="Calibri" panose="020F050202020403020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charset="-122"/>
                <a:ea typeface="微软雅黑" panose="020B0503020204020204" charset="-122"/>
                <a:sym typeface="Calibri" panose="020F050202020403020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charset="0"/>
              </a:defRPr>
            </a:lvl9pPr>
          </a:lstStyle>
          <a:p>
            <a:pPr algn="dist">
              <a:buNone/>
            </a:pPr>
            <a:r>
              <a:rPr lang="zh-CN" altLang="en-US" sz="2700" b="1" cap="all" dirty="0">
                <a:solidFill>
                  <a:srgbClr val="0070C0"/>
                </a:solidFill>
                <a:effectLst>
                  <a:outerShdw blurRad="38100" dist="38100" dir="2700000" algn="tl">
                    <a:srgbClr val="000000">
                      <a:alpha val="43137"/>
                    </a:srgbClr>
                  </a:outerShdw>
                </a:effectLst>
                <a:cs typeface="Arial" panose="020B0604020202020204" pitchFamily="34" charset="0"/>
              </a:rPr>
              <a:t>管理测试用例</a:t>
            </a:r>
            <a:endParaRPr lang="zh-CN" altLang="en-US" sz="2700" b="1" cap="all" dirty="0">
              <a:solidFill>
                <a:srgbClr val="0070C0"/>
              </a:solidFill>
              <a:effectLst>
                <a:outerShdw blurRad="38100" dist="38100" dir="2700000" algn="tl">
                  <a:srgbClr val="000000">
                    <a:alpha val="43137"/>
                  </a:srgbClr>
                </a:outerShdw>
              </a:effectLst>
              <a:cs typeface="Arial" panose="020B0604020202020204" pitchFamily="34" charset="0"/>
            </a:endParaRPr>
          </a:p>
        </p:txBody>
      </p:sp>
      <p:cxnSp>
        <p:nvCxnSpPr>
          <p:cNvPr id="20" name="直接连接符 19"/>
          <p:cNvCxnSpPr/>
          <p:nvPr/>
        </p:nvCxnSpPr>
        <p:spPr>
          <a:xfrm flipV="1">
            <a:off x="618173" y="2478379"/>
            <a:ext cx="3564255" cy="2858"/>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spTree>
    <p:custDataLst>
      <p:tags r:id="rId2"/>
    </p:custDataLst>
  </p:cSld>
  <p:clrMapOvr>
    <a:masterClrMapping/>
  </p:clrMapOvr>
  <p:transition advTm="7675">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1" presetClass="entr" presetSubtype="0" fill="hold" grpId="0" nodeType="afterEffect">
                                  <p:stCondLst>
                                    <p:cond delay="0"/>
                                  </p:stCondLst>
                                  <p:iterate type="lt">
                                    <p:tmPct val="10000"/>
                                  </p:iterate>
                                  <p:childTnLst>
                                    <p:set>
                                      <p:cBhvr>
                                        <p:cTn id="12" dur="1" fill="hold">
                                          <p:stCondLst>
                                            <p:cond delay="0"/>
                                          </p:stCondLst>
                                        </p:cTn>
                                        <p:tgtEl>
                                          <p:spTgt spid="21"/>
                                        </p:tgtEl>
                                        <p:attrNameLst>
                                          <p:attrName>style.visibility</p:attrName>
                                        </p:attrNameLst>
                                      </p:cBhvr>
                                      <p:to>
                                        <p:strVal val="visible"/>
                                      </p:to>
                                    </p:set>
                                    <p:anim calcmode="lin" valueType="num">
                                      <p:cBhvr>
                                        <p:cTn id="13" dur="500" fill="hold"/>
                                        <p:tgtEl>
                                          <p:spTgt spid="21"/>
                                        </p:tgtEl>
                                        <p:attrNameLst>
                                          <p:attrName>ppt_x</p:attrName>
                                        </p:attrNameLst>
                                      </p:cBhvr>
                                      <p:tavLst>
                                        <p:tav tm="0">
                                          <p:val>
                                            <p:strVal val="#ppt_x"/>
                                          </p:val>
                                        </p:tav>
                                        <p:tav tm="50000">
                                          <p:val>
                                            <p:strVal val="#ppt_x+.1"/>
                                          </p:val>
                                        </p:tav>
                                        <p:tav tm="100000">
                                          <p:val>
                                            <p:strVal val="#ppt_x"/>
                                          </p:val>
                                        </p:tav>
                                      </p:tavLst>
                                    </p:anim>
                                    <p:anim calcmode="lin" valueType="num">
                                      <p:cBhvr>
                                        <p:cTn id="14" dur="500" fill="hold"/>
                                        <p:tgtEl>
                                          <p:spTgt spid="21"/>
                                        </p:tgtEl>
                                        <p:attrNameLst>
                                          <p:attrName>ppt_y</p:attrName>
                                        </p:attrNameLst>
                                      </p:cBhvr>
                                      <p:tavLst>
                                        <p:tav tm="0">
                                          <p:val>
                                            <p:strVal val="#ppt_y"/>
                                          </p:val>
                                        </p:tav>
                                        <p:tav tm="100000">
                                          <p:val>
                                            <p:strVal val="#ppt_y"/>
                                          </p:val>
                                        </p:tav>
                                      </p:tavLst>
                                    </p:anim>
                                    <p:anim calcmode="lin" valueType="num">
                                      <p:cBhvr>
                                        <p:cTn id="15" dur="500" fill="hold"/>
                                        <p:tgtEl>
                                          <p:spTgt spid="21"/>
                                        </p:tgtEl>
                                        <p:attrNameLst>
                                          <p:attrName>ppt_h</p:attrName>
                                        </p:attrNameLst>
                                      </p:cBhvr>
                                      <p:tavLst>
                                        <p:tav tm="0">
                                          <p:val>
                                            <p:strVal val="#ppt_h/10"/>
                                          </p:val>
                                        </p:tav>
                                        <p:tav tm="50000">
                                          <p:val>
                                            <p:strVal val="#ppt_h+.01"/>
                                          </p:val>
                                        </p:tav>
                                        <p:tav tm="100000">
                                          <p:val>
                                            <p:strVal val="#ppt_h"/>
                                          </p:val>
                                        </p:tav>
                                      </p:tavLst>
                                    </p:anim>
                                    <p:anim calcmode="lin" valueType="num">
                                      <p:cBhvr>
                                        <p:cTn id="16" dur="500" fill="hold"/>
                                        <p:tgtEl>
                                          <p:spTgt spid="21"/>
                                        </p:tgtEl>
                                        <p:attrNameLst>
                                          <p:attrName>ppt_w</p:attrName>
                                        </p:attrNameLst>
                                      </p:cBhvr>
                                      <p:tavLst>
                                        <p:tav tm="0">
                                          <p:val>
                                            <p:strVal val="#ppt_w/10"/>
                                          </p:val>
                                        </p:tav>
                                        <p:tav tm="50000">
                                          <p:val>
                                            <p:strVal val="#ppt_w+.01"/>
                                          </p:val>
                                        </p:tav>
                                        <p:tav tm="100000">
                                          <p:val>
                                            <p:strVal val="#ppt_w"/>
                                          </p:val>
                                        </p:tav>
                                      </p:tavLst>
                                    </p:anim>
                                    <p:animEffect transition="in" filter="fade">
                                      <p:cBhvr>
                                        <p:cTn id="17" dur="500" tmFilter="0,0; .5, 1; 1, 1"/>
                                        <p:tgtEl>
                                          <p:spTgt spid="21"/>
                                        </p:tgtEl>
                                      </p:cBhvr>
                                    </p:animEffect>
                                  </p:childTnLst>
                                </p:cTn>
                              </p:par>
                            </p:childTnLst>
                          </p:cTn>
                        </p:par>
                        <p:par>
                          <p:cTn id="18" fill="hold">
                            <p:stCondLst>
                              <p:cond delay="1750"/>
                            </p:stCondLst>
                            <p:childTnLst>
                              <p:par>
                                <p:cTn id="19" presetID="26" presetClass="emph" presetSubtype="0" fill="hold" grpId="1" nodeType="afterEffect">
                                  <p:stCondLst>
                                    <p:cond delay="0"/>
                                  </p:stCondLst>
                                  <p:iterate type="lt">
                                    <p:tmPct val="0"/>
                                  </p:iterate>
                                  <p:childTnLst>
                                    <p:animEffect transition="out" filter="fade">
                                      <p:cBhvr>
                                        <p:cTn id="20" dur="500" tmFilter="0, 0; .2, .5; .8, .5; 1, 0"/>
                                        <p:tgtEl>
                                          <p:spTgt spid="21"/>
                                        </p:tgtEl>
                                      </p:cBhvr>
                                    </p:animEffect>
                                    <p:animScale>
                                      <p:cBhvr>
                                        <p:cTn id="21" dur="250" autoRev="1" fill="hold"/>
                                        <p:tgtEl>
                                          <p:spTgt spid="21"/>
                                        </p:tgtEl>
                                      </p:cBhvr>
                                      <p:by x="105000" y="105000"/>
                                    </p:animScale>
                                  </p:childTnLst>
                                </p:cTn>
                              </p:par>
                            </p:childTnLst>
                          </p:cTn>
                        </p:par>
                        <p:par>
                          <p:cTn id="22" fill="hold">
                            <p:stCondLst>
                              <p:cond delay="2250"/>
                            </p:stCondLst>
                            <p:childTnLst>
                              <p:par>
                                <p:cTn id="23" presetID="16" presetClass="entr" presetSubtype="21" fill="hold" nodeType="afterEffect">
                                  <p:stCondLst>
                                    <p:cond delay="0"/>
                                  </p:stCondLst>
                                  <p:childTnLst>
                                    <p:set>
                                      <p:cBhvr>
                                        <p:cTn id="24" dur="1" fill="hold">
                                          <p:stCondLst>
                                            <p:cond delay="0"/>
                                          </p:stCondLst>
                                        </p:cTn>
                                        <p:tgtEl>
                                          <p:spTgt spid="20"/>
                                        </p:tgtEl>
                                        <p:attrNameLst>
                                          <p:attrName>style.visibility</p:attrName>
                                        </p:attrNameLst>
                                      </p:cBhvr>
                                      <p:to>
                                        <p:strVal val="visible"/>
                                      </p:to>
                                    </p:set>
                                    <p:animEffect transition="in" filter="barn(inVertical)">
                                      <p:cBhvr>
                                        <p:cTn id="25"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1"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4"/>
          <p:cNvSpPr txBox="1"/>
          <p:nvPr/>
        </p:nvSpPr>
        <p:spPr>
          <a:xfrm>
            <a:off x="803997" y="2075416"/>
            <a:ext cx="2256285" cy="496784"/>
          </a:xfrm>
          <a:prstGeom prst="rect">
            <a:avLst/>
          </a:prstGeom>
        </p:spPr>
        <p:txBody>
          <a:bodyPr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zh-CN" altLang="en-US" b="1" dirty="0">
                <a:solidFill>
                  <a:srgbClr val="0070C0"/>
                </a:solidFill>
                <a:latin typeface="微软雅黑" panose="020B0503020204020204" charset="-122"/>
                <a:ea typeface="微软雅黑" panose="020B0503020204020204" charset="-122"/>
              </a:rPr>
              <a:t>目录</a:t>
            </a:r>
            <a:endParaRPr lang="zh-CN" altLang="en-US" b="1" dirty="0">
              <a:solidFill>
                <a:srgbClr val="0070C0"/>
              </a:solidFill>
              <a:latin typeface="微软雅黑" panose="020B0503020204020204" charset="-122"/>
              <a:ea typeface="微软雅黑" panose="020B0503020204020204" charset="-122"/>
            </a:endParaRPr>
          </a:p>
          <a:p>
            <a:pPr marL="0" indent="0" algn="ctr">
              <a:buNone/>
            </a:pPr>
            <a:r>
              <a:rPr lang="en-US" altLang="zh-CN" sz="1800" b="1" dirty="0">
                <a:solidFill>
                  <a:schemeClr val="tx1">
                    <a:lumMod val="75000"/>
                    <a:lumOff val="25000"/>
                  </a:schemeClr>
                </a:solidFill>
                <a:latin typeface="微软雅黑" panose="020B0503020204020204" charset="-122"/>
                <a:ea typeface="微软雅黑" panose="020B0503020204020204" charset="-122"/>
              </a:rPr>
              <a:t>Contents</a:t>
            </a:r>
            <a:endParaRPr lang="en-US" altLang="zh-CN" sz="1800" b="1" dirty="0">
              <a:solidFill>
                <a:schemeClr val="tx1">
                  <a:lumMod val="75000"/>
                  <a:lumOff val="25000"/>
                </a:schemeClr>
              </a:solidFill>
              <a:latin typeface="微软雅黑" panose="020B0503020204020204" charset="-122"/>
              <a:ea typeface="微软雅黑" panose="020B0503020204020204" charset="-122"/>
            </a:endParaRPr>
          </a:p>
        </p:txBody>
      </p:sp>
      <p:grpSp>
        <p:nvGrpSpPr>
          <p:cNvPr id="45" name="组合 44"/>
          <p:cNvGrpSpPr/>
          <p:nvPr/>
        </p:nvGrpSpPr>
        <p:grpSpPr>
          <a:xfrm>
            <a:off x="3420323" y="1365214"/>
            <a:ext cx="894259" cy="521970"/>
            <a:chOff x="2215144" y="927951"/>
            <a:chExt cx="1244730" cy="956963"/>
          </a:xfrm>
        </p:grpSpPr>
        <p:sp>
          <p:nvSpPr>
            <p:cNvPr id="46" name="平行四边形 45"/>
            <p:cNvSpPr/>
            <p:nvPr/>
          </p:nvSpPr>
          <p:spPr>
            <a:xfrm>
              <a:off x="2215144" y="982844"/>
              <a:ext cx="1120898" cy="842780"/>
            </a:xfrm>
            <a:prstGeom prst="parallelogram">
              <a:avLst>
                <a:gd name="adj" fmla="val 4820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Impact" panose="020B0806030902050204" pitchFamily="34" charset="0"/>
              </a:endParaRPr>
            </a:p>
          </p:txBody>
        </p:sp>
        <p:sp>
          <p:nvSpPr>
            <p:cNvPr id="47" name="文本框 9"/>
            <p:cNvSpPr txBox="1"/>
            <p:nvPr/>
          </p:nvSpPr>
          <p:spPr>
            <a:xfrm>
              <a:off x="2393075" y="927951"/>
              <a:ext cx="1066799" cy="956963"/>
            </a:xfrm>
            <a:prstGeom prst="rect">
              <a:avLst/>
            </a:prstGeom>
            <a:noFill/>
          </p:spPr>
          <p:txBody>
            <a:bodyPr wrap="square" rtlCol="0">
              <a:spAutoFit/>
            </a:bodyPr>
            <a:lstStyle/>
            <a:p>
              <a:r>
                <a:rPr lang="en-US" altLang="zh-CN" sz="2800" dirty="0">
                  <a:solidFill>
                    <a:schemeClr val="bg1"/>
                  </a:solidFill>
                  <a:latin typeface="Impact" panose="020B0806030902050204" pitchFamily="34" charset="0"/>
                </a:rPr>
                <a:t>01</a:t>
              </a:r>
              <a:endParaRPr lang="zh-CN" altLang="en-US" sz="2800" dirty="0">
                <a:solidFill>
                  <a:schemeClr val="bg1"/>
                </a:solidFill>
                <a:latin typeface="Impact" panose="020B0806030902050204" pitchFamily="34" charset="0"/>
              </a:endParaRPr>
            </a:p>
          </p:txBody>
        </p:sp>
      </p:grpSp>
      <p:grpSp>
        <p:nvGrpSpPr>
          <p:cNvPr id="48" name="组合 47"/>
          <p:cNvGrpSpPr/>
          <p:nvPr/>
        </p:nvGrpSpPr>
        <p:grpSpPr>
          <a:xfrm>
            <a:off x="3420323" y="2044828"/>
            <a:ext cx="894259" cy="521970"/>
            <a:chOff x="2215144" y="1952311"/>
            <a:chExt cx="1244730" cy="956965"/>
          </a:xfrm>
        </p:grpSpPr>
        <p:sp>
          <p:nvSpPr>
            <p:cNvPr id="49" name="平行四边形 48"/>
            <p:cNvSpPr/>
            <p:nvPr/>
          </p:nvSpPr>
          <p:spPr>
            <a:xfrm>
              <a:off x="2215144" y="2033848"/>
              <a:ext cx="1120898" cy="842781"/>
            </a:xfrm>
            <a:prstGeom prst="parallelogram">
              <a:avLst>
                <a:gd name="adj" fmla="val 4820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Impact" panose="020B0806030902050204" pitchFamily="34" charset="0"/>
              </a:endParaRPr>
            </a:p>
          </p:txBody>
        </p:sp>
        <p:sp>
          <p:nvSpPr>
            <p:cNvPr id="50" name="文本框 10"/>
            <p:cNvSpPr txBox="1"/>
            <p:nvPr/>
          </p:nvSpPr>
          <p:spPr>
            <a:xfrm>
              <a:off x="2393075" y="1952311"/>
              <a:ext cx="1066799" cy="956965"/>
            </a:xfrm>
            <a:prstGeom prst="rect">
              <a:avLst/>
            </a:prstGeom>
            <a:noFill/>
          </p:spPr>
          <p:txBody>
            <a:bodyPr wrap="square" rtlCol="0">
              <a:spAutoFit/>
            </a:bodyPr>
            <a:lstStyle/>
            <a:p>
              <a:r>
                <a:rPr lang="en-US" altLang="zh-CN" sz="2800" dirty="0">
                  <a:solidFill>
                    <a:schemeClr val="bg1"/>
                  </a:solidFill>
                  <a:latin typeface="Impact" panose="020B0806030902050204" pitchFamily="34" charset="0"/>
                </a:rPr>
                <a:t>02</a:t>
              </a:r>
              <a:endParaRPr lang="zh-CN" altLang="en-US" sz="2800" dirty="0">
                <a:solidFill>
                  <a:schemeClr val="bg1"/>
                </a:solidFill>
                <a:latin typeface="Impact" panose="020B0806030902050204" pitchFamily="34" charset="0"/>
              </a:endParaRPr>
            </a:p>
          </p:txBody>
        </p:sp>
      </p:grpSp>
      <p:grpSp>
        <p:nvGrpSpPr>
          <p:cNvPr id="51" name="组合 50"/>
          <p:cNvGrpSpPr/>
          <p:nvPr/>
        </p:nvGrpSpPr>
        <p:grpSpPr>
          <a:xfrm>
            <a:off x="3420323" y="2746676"/>
            <a:ext cx="894259" cy="521970"/>
            <a:chOff x="2215144" y="3018134"/>
            <a:chExt cx="1244730" cy="956963"/>
          </a:xfrm>
        </p:grpSpPr>
        <p:sp>
          <p:nvSpPr>
            <p:cNvPr id="52" name="平行四边形 51"/>
            <p:cNvSpPr/>
            <p:nvPr/>
          </p:nvSpPr>
          <p:spPr>
            <a:xfrm>
              <a:off x="2215144" y="3084852"/>
              <a:ext cx="1120898" cy="842781"/>
            </a:xfrm>
            <a:prstGeom prst="parallelogram">
              <a:avLst>
                <a:gd name="adj" fmla="val 48207"/>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Impact" panose="020B0806030902050204" pitchFamily="34" charset="0"/>
              </a:endParaRPr>
            </a:p>
          </p:txBody>
        </p:sp>
        <p:sp>
          <p:nvSpPr>
            <p:cNvPr id="53" name="文本框 11"/>
            <p:cNvSpPr txBox="1"/>
            <p:nvPr/>
          </p:nvSpPr>
          <p:spPr>
            <a:xfrm>
              <a:off x="2393075" y="3018134"/>
              <a:ext cx="1066799" cy="956963"/>
            </a:xfrm>
            <a:prstGeom prst="rect">
              <a:avLst/>
            </a:prstGeom>
            <a:noFill/>
          </p:spPr>
          <p:txBody>
            <a:bodyPr wrap="square" rtlCol="0">
              <a:spAutoFit/>
            </a:bodyPr>
            <a:lstStyle/>
            <a:p>
              <a:r>
                <a:rPr lang="en-US" altLang="zh-CN" sz="2800" dirty="0">
                  <a:solidFill>
                    <a:schemeClr val="bg1"/>
                  </a:solidFill>
                  <a:latin typeface="Impact" panose="020B0806030902050204" pitchFamily="34" charset="0"/>
                </a:rPr>
                <a:t>03</a:t>
              </a:r>
              <a:endParaRPr lang="zh-CN" altLang="en-US" sz="2800" dirty="0">
                <a:solidFill>
                  <a:schemeClr val="bg1"/>
                </a:solidFill>
                <a:latin typeface="Impact" panose="020B0806030902050204" pitchFamily="34" charset="0"/>
              </a:endParaRPr>
            </a:p>
          </p:txBody>
        </p:sp>
      </p:grpSp>
      <p:grpSp>
        <p:nvGrpSpPr>
          <p:cNvPr id="54" name="组合 53"/>
          <p:cNvGrpSpPr/>
          <p:nvPr/>
        </p:nvGrpSpPr>
        <p:grpSpPr>
          <a:xfrm>
            <a:off x="3420323" y="3429166"/>
            <a:ext cx="894259" cy="521970"/>
            <a:chOff x="2215144" y="4047039"/>
            <a:chExt cx="1244730" cy="956965"/>
          </a:xfrm>
        </p:grpSpPr>
        <p:sp>
          <p:nvSpPr>
            <p:cNvPr id="55" name="平行四边形 54"/>
            <p:cNvSpPr/>
            <p:nvPr/>
          </p:nvSpPr>
          <p:spPr>
            <a:xfrm>
              <a:off x="2215144" y="4135856"/>
              <a:ext cx="1120898" cy="842781"/>
            </a:xfrm>
            <a:prstGeom prst="parallelogram">
              <a:avLst>
                <a:gd name="adj" fmla="val 48207"/>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Impact" panose="020B0806030902050204" pitchFamily="34" charset="0"/>
              </a:endParaRPr>
            </a:p>
          </p:txBody>
        </p:sp>
        <p:sp>
          <p:nvSpPr>
            <p:cNvPr id="56" name="文本框 12"/>
            <p:cNvSpPr txBox="1"/>
            <p:nvPr/>
          </p:nvSpPr>
          <p:spPr>
            <a:xfrm>
              <a:off x="2393075" y="4047039"/>
              <a:ext cx="1066799" cy="956965"/>
            </a:xfrm>
            <a:prstGeom prst="rect">
              <a:avLst/>
            </a:prstGeom>
            <a:noFill/>
          </p:spPr>
          <p:txBody>
            <a:bodyPr wrap="square" rtlCol="0">
              <a:spAutoFit/>
            </a:bodyPr>
            <a:lstStyle/>
            <a:p>
              <a:r>
                <a:rPr lang="en-US" altLang="zh-CN" sz="2800" dirty="0">
                  <a:solidFill>
                    <a:schemeClr val="bg1"/>
                  </a:solidFill>
                  <a:latin typeface="Impact" panose="020B0806030902050204" pitchFamily="34" charset="0"/>
                </a:rPr>
                <a:t>04</a:t>
              </a:r>
              <a:endParaRPr lang="zh-CN" altLang="en-US" sz="2800" dirty="0">
                <a:solidFill>
                  <a:schemeClr val="bg1"/>
                </a:solidFill>
                <a:latin typeface="Impact" panose="020B0806030902050204" pitchFamily="34" charset="0"/>
              </a:endParaRPr>
            </a:p>
          </p:txBody>
        </p:sp>
      </p:grpSp>
      <p:grpSp>
        <p:nvGrpSpPr>
          <p:cNvPr id="60" name="组合 59"/>
          <p:cNvGrpSpPr/>
          <p:nvPr/>
        </p:nvGrpSpPr>
        <p:grpSpPr>
          <a:xfrm>
            <a:off x="4099577" y="1378525"/>
            <a:ext cx="3857250" cy="459690"/>
            <a:chOff x="4315150" y="953426"/>
            <a:chExt cx="3857250" cy="540057"/>
          </a:xfrm>
        </p:grpSpPr>
        <p:sp>
          <p:nvSpPr>
            <p:cNvPr id="61" name="矩形 60"/>
            <p:cNvSpPr/>
            <p:nvPr/>
          </p:nvSpPr>
          <p:spPr>
            <a:xfrm>
              <a:off x="4841196" y="1036090"/>
              <a:ext cx="2827147" cy="405833"/>
            </a:xfrm>
            <a:prstGeom prst="rect">
              <a:avLst/>
            </a:prstGeom>
            <a:ln w="15875">
              <a:noFill/>
            </a:ln>
          </p:spPr>
          <p:txBody>
            <a:bodyPr wrap="square" lIns="68580" tIns="34290" rIns="68580" bIns="34290">
              <a:spAutoFit/>
            </a:bodyPr>
            <a:lstStyle/>
            <a:p>
              <a:r>
                <a:rPr lang="zh-CN" altLang="en-US" b="1" dirty="0">
                  <a:solidFill>
                    <a:schemeClr val="tx1">
                      <a:lumMod val="75000"/>
                      <a:lumOff val="25000"/>
                    </a:schemeClr>
                  </a:solidFill>
                  <a:latin typeface="微软雅黑" panose="020B0503020204020204" charset="-122"/>
                  <a:ea typeface="微软雅黑" panose="020B0503020204020204" charset="-122"/>
                </a:rPr>
                <a:t>测试用例编写依据</a:t>
              </a:r>
              <a:endParaRPr lang="zh-CN" altLang="en-US" b="1" dirty="0">
                <a:solidFill>
                  <a:schemeClr val="tx1">
                    <a:lumMod val="75000"/>
                    <a:lumOff val="25000"/>
                  </a:schemeClr>
                </a:solidFill>
                <a:latin typeface="微软雅黑" panose="020B0503020204020204" charset="-122"/>
                <a:ea typeface="微软雅黑" panose="020B0503020204020204" charset="-122"/>
              </a:endParaRPr>
            </a:p>
          </p:txBody>
        </p:sp>
        <p:sp>
          <p:nvSpPr>
            <p:cNvPr id="62" name="平行四边形 61"/>
            <p:cNvSpPr/>
            <p:nvPr/>
          </p:nvSpPr>
          <p:spPr>
            <a:xfrm>
              <a:off x="4315150" y="953426"/>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1600" b="1">
                <a:solidFill>
                  <a:schemeClr val="tx1">
                    <a:lumMod val="75000"/>
                    <a:lumOff val="25000"/>
                  </a:schemeClr>
                </a:solidFill>
              </a:endParaRPr>
            </a:p>
          </p:txBody>
        </p:sp>
      </p:grpSp>
      <p:grpSp>
        <p:nvGrpSpPr>
          <p:cNvPr id="63" name="组合 62"/>
          <p:cNvGrpSpPr/>
          <p:nvPr/>
        </p:nvGrpSpPr>
        <p:grpSpPr>
          <a:xfrm>
            <a:off x="4099577" y="2065058"/>
            <a:ext cx="3857250" cy="459690"/>
            <a:chOff x="4315150" y="1647579"/>
            <a:chExt cx="3857250" cy="540057"/>
          </a:xfrm>
        </p:grpSpPr>
        <p:sp>
          <p:nvSpPr>
            <p:cNvPr id="64" name="矩形 63"/>
            <p:cNvSpPr/>
            <p:nvPr/>
          </p:nvSpPr>
          <p:spPr>
            <a:xfrm>
              <a:off x="4841196" y="1730243"/>
              <a:ext cx="2827147" cy="405833"/>
            </a:xfrm>
            <a:prstGeom prst="rect">
              <a:avLst/>
            </a:prstGeom>
            <a:ln w="15875">
              <a:noFill/>
            </a:ln>
          </p:spPr>
          <p:txBody>
            <a:bodyPr wrap="square" lIns="68580" tIns="34290" rIns="68580" bIns="34290">
              <a:spAutoFit/>
            </a:bodyPr>
            <a:lstStyle/>
            <a:p>
              <a:r>
                <a:rPr lang="zh-CN" altLang="en-US" b="1" dirty="0">
                  <a:solidFill>
                    <a:schemeClr val="tx1">
                      <a:lumMod val="75000"/>
                      <a:lumOff val="25000"/>
                    </a:schemeClr>
                  </a:solidFill>
                  <a:latin typeface="微软雅黑" panose="020B0503020204020204" charset="-122"/>
                  <a:ea typeface="微软雅黑" panose="020B0503020204020204" charset="-122"/>
                </a:rPr>
                <a:t>测试用例开发原则</a:t>
              </a:r>
              <a:endParaRPr lang="zh-CN" altLang="en-US" b="1" dirty="0">
                <a:solidFill>
                  <a:schemeClr val="tx1">
                    <a:lumMod val="75000"/>
                    <a:lumOff val="25000"/>
                  </a:schemeClr>
                </a:solidFill>
                <a:latin typeface="微软雅黑" panose="020B0503020204020204" charset="-122"/>
                <a:ea typeface="微软雅黑" panose="020B0503020204020204" charset="-122"/>
              </a:endParaRPr>
            </a:p>
          </p:txBody>
        </p:sp>
        <p:sp>
          <p:nvSpPr>
            <p:cNvPr id="65" name="平行四边形 64"/>
            <p:cNvSpPr/>
            <p:nvPr/>
          </p:nvSpPr>
          <p:spPr>
            <a:xfrm>
              <a:off x="4315150" y="1647579"/>
              <a:ext cx="3857250" cy="540057"/>
            </a:xfrm>
            <a:prstGeom prst="parallelogram">
              <a:avLst>
                <a:gd name="adj" fmla="val 48207"/>
              </a:avLst>
            </a:pr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1600" b="1">
                <a:solidFill>
                  <a:schemeClr val="tx1">
                    <a:lumMod val="75000"/>
                    <a:lumOff val="25000"/>
                  </a:schemeClr>
                </a:solidFill>
              </a:endParaRPr>
            </a:p>
          </p:txBody>
        </p:sp>
      </p:grpSp>
      <p:grpSp>
        <p:nvGrpSpPr>
          <p:cNvPr id="66" name="组合 65"/>
          <p:cNvGrpSpPr/>
          <p:nvPr/>
        </p:nvGrpSpPr>
        <p:grpSpPr>
          <a:xfrm>
            <a:off x="4099577" y="2766830"/>
            <a:ext cx="3857250" cy="459690"/>
            <a:chOff x="4315150" y="2341731"/>
            <a:chExt cx="3857250" cy="540057"/>
          </a:xfrm>
        </p:grpSpPr>
        <p:sp>
          <p:nvSpPr>
            <p:cNvPr id="67" name="矩形 66"/>
            <p:cNvSpPr/>
            <p:nvPr/>
          </p:nvSpPr>
          <p:spPr>
            <a:xfrm>
              <a:off x="4841197" y="2424395"/>
              <a:ext cx="2827146" cy="405833"/>
            </a:xfrm>
            <a:prstGeom prst="rect">
              <a:avLst/>
            </a:prstGeom>
            <a:ln w="15875">
              <a:noFill/>
            </a:ln>
          </p:spPr>
          <p:txBody>
            <a:bodyPr wrap="square" lIns="68580" tIns="34290" rIns="68580" bIns="34290">
              <a:spAutoFit/>
            </a:bodyPr>
            <a:lstStyle/>
            <a:p>
              <a:r>
                <a:rPr lang="zh-CN" altLang="en-US" b="1" dirty="0">
                  <a:solidFill>
                    <a:schemeClr val="tx1">
                      <a:lumMod val="75000"/>
                      <a:lumOff val="25000"/>
                    </a:schemeClr>
                  </a:solidFill>
                  <a:latin typeface="微软雅黑" panose="020B0503020204020204" charset="-122"/>
                  <a:ea typeface="微软雅黑" panose="020B0503020204020204" charset="-122"/>
                </a:rPr>
                <a:t>如何写好测试用例</a:t>
              </a:r>
              <a:endParaRPr lang="zh-CN" altLang="en-US" b="1" dirty="0">
                <a:solidFill>
                  <a:schemeClr val="tx1">
                    <a:lumMod val="75000"/>
                    <a:lumOff val="25000"/>
                  </a:schemeClr>
                </a:solidFill>
                <a:latin typeface="微软雅黑" panose="020B0503020204020204" charset="-122"/>
                <a:ea typeface="微软雅黑" panose="020B0503020204020204" charset="-122"/>
              </a:endParaRPr>
            </a:p>
          </p:txBody>
        </p:sp>
        <p:sp>
          <p:nvSpPr>
            <p:cNvPr id="68" name="平行四边形 67"/>
            <p:cNvSpPr/>
            <p:nvPr/>
          </p:nvSpPr>
          <p:spPr>
            <a:xfrm>
              <a:off x="4315150" y="2341731"/>
              <a:ext cx="3857250" cy="540057"/>
            </a:xfrm>
            <a:prstGeom prst="parallelogram">
              <a:avLst>
                <a:gd name="adj" fmla="val 48207"/>
              </a:avLst>
            </a:prstGeom>
            <a:noFill/>
            <a:ln w="1587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1600" b="1">
                <a:solidFill>
                  <a:schemeClr val="tx1">
                    <a:lumMod val="75000"/>
                    <a:lumOff val="25000"/>
                  </a:schemeClr>
                </a:solidFill>
              </a:endParaRPr>
            </a:p>
          </p:txBody>
        </p:sp>
      </p:grpSp>
      <p:grpSp>
        <p:nvGrpSpPr>
          <p:cNvPr id="69" name="组合 68"/>
          <p:cNvGrpSpPr/>
          <p:nvPr/>
        </p:nvGrpSpPr>
        <p:grpSpPr>
          <a:xfrm>
            <a:off x="4099577" y="3460983"/>
            <a:ext cx="3857250" cy="459690"/>
            <a:chOff x="4315150" y="3035884"/>
            <a:chExt cx="3857250" cy="540057"/>
          </a:xfrm>
        </p:grpSpPr>
        <p:sp>
          <p:nvSpPr>
            <p:cNvPr id="70" name="矩形 69"/>
            <p:cNvSpPr/>
            <p:nvPr/>
          </p:nvSpPr>
          <p:spPr>
            <a:xfrm>
              <a:off x="4841196" y="3118548"/>
              <a:ext cx="2827147" cy="405833"/>
            </a:xfrm>
            <a:prstGeom prst="rect">
              <a:avLst/>
            </a:prstGeom>
            <a:ln w="15875">
              <a:noFill/>
            </a:ln>
          </p:spPr>
          <p:txBody>
            <a:bodyPr wrap="square" lIns="68580" tIns="34290" rIns="68580" bIns="34290">
              <a:spAutoFit/>
            </a:bodyPr>
            <a:lstStyle/>
            <a:p>
              <a:r>
                <a:rPr lang="zh-CN" altLang="en-US" b="1" dirty="0">
                  <a:solidFill>
                    <a:schemeClr val="tx1">
                      <a:lumMod val="75000"/>
                      <a:lumOff val="25000"/>
                    </a:schemeClr>
                  </a:solidFill>
                  <a:latin typeface="微软雅黑" panose="020B0503020204020204" charset="-122"/>
                  <a:ea typeface="微软雅黑" panose="020B0503020204020204" charset="-122"/>
                </a:rPr>
                <a:t>测试用例执行</a:t>
              </a:r>
              <a:endParaRPr lang="zh-CN" altLang="en-US" b="1" dirty="0">
                <a:solidFill>
                  <a:schemeClr val="tx1">
                    <a:lumMod val="75000"/>
                    <a:lumOff val="25000"/>
                  </a:schemeClr>
                </a:solidFill>
                <a:latin typeface="微软雅黑" panose="020B0503020204020204" charset="-122"/>
                <a:ea typeface="微软雅黑" panose="020B0503020204020204" charset="-122"/>
              </a:endParaRPr>
            </a:p>
          </p:txBody>
        </p:sp>
        <p:sp>
          <p:nvSpPr>
            <p:cNvPr id="71" name="平行四边形 70"/>
            <p:cNvSpPr/>
            <p:nvPr/>
          </p:nvSpPr>
          <p:spPr>
            <a:xfrm>
              <a:off x="4315150" y="3035884"/>
              <a:ext cx="3857250" cy="540057"/>
            </a:xfrm>
            <a:prstGeom prst="parallelogram">
              <a:avLst>
                <a:gd name="adj" fmla="val 48207"/>
              </a:avLst>
            </a:prstGeom>
            <a:noFill/>
            <a:ln w="1587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1600" b="1">
                <a:solidFill>
                  <a:schemeClr val="tx1">
                    <a:lumMod val="75000"/>
                    <a:lumOff val="25000"/>
                  </a:schemeClr>
                </a:solidFill>
              </a:endParaRPr>
            </a:p>
          </p:txBody>
        </p:sp>
      </p:grpSp>
      <p:sp>
        <p:nvSpPr>
          <p:cNvPr id="81" name="等腰三角形 80"/>
          <p:cNvSpPr/>
          <p:nvPr/>
        </p:nvSpPr>
        <p:spPr>
          <a:xfrm>
            <a:off x="-94399" y="3328575"/>
            <a:ext cx="2593802" cy="1938140"/>
          </a:xfrm>
          <a:prstGeom prst="triangle">
            <a:avLst/>
          </a:prstGeom>
          <a:solidFill>
            <a:schemeClr val="accent5">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等腰三角形 81"/>
          <p:cNvSpPr/>
          <p:nvPr/>
        </p:nvSpPr>
        <p:spPr>
          <a:xfrm>
            <a:off x="1011600" y="3775423"/>
            <a:ext cx="1955345" cy="1461073"/>
          </a:xfrm>
          <a:prstGeom prst="triangle">
            <a:avLst/>
          </a:prstGeom>
          <a:solidFill>
            <a:schemeClr val="accent4">
              <a:alpha val="7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p:cNvGrpSpPr/>
          <p:nvPr/>
        </p:nvGrpSpPr>
        <p:grpSpPr>
          <a:xfrm>
            <a:off x="3331265" y="4119373"/>
            <a:ext cx="894259" cy="521970"/>
            <a:chOff x="2215144" y="1952311"/>
            <a:chExt cx="1244730" cy="956965"/>
          </a:xfrm>
        </p:grpSpPr>
        <p:sp>
          <p:nvSpPr>
            <p:cNvPr id="4" name="平行四边形 3"/>
            <p:cNvSpPr/>
            <p:nvPr/>
          </p:nvSpPr>
          <p:spPr>
            <a:xfrm>
              <a:off x="2215144" y="2033848"/>
              <a:ext cx="1120898" cy="842781"/>
            </a:xfrm>
            <a:prstGeom prst="parallelogram">
              <a:avLst>
                <a:gd name="adj" fmla="val 4820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400">
                <a:latin typeface="Impact" panose="020B0806030902050204" pitchFamily="34" charset="0"/>
              </a:endParaRPr>
            </a:p>
          </p:txBody>
        </p:sp>
        <p:sp>
          <p:nvSpPr>
            <p:cNvPr id="5" name="文本框 10"/>
            <p:cNvSpPr txBox="1"/>
            <p:nvPr/>
          </p:nvSpPr>
          <p:spPr>
            <a:xfrm>
              <a:off x="2393075" y="1952311"/>
              <a:ext cx="1066799" cy="956965"/>
            </a:xfrm>
            <a:prstGeom prst="rect">
              <a:avLst/>
            </a:prstGeom>
            <a:noFill/>
          </p:spPr>
          <p:txBody>
            <a:bodyPr wrap="square" rtlCol="0">
              <a:spAutoFit/>
            </a:bodyPr>
            <a:p>
              <a:r>
                <a:rPr lang="en-US" altLang="zh-CN" sz="2800" dirty="0">
                  <a:solidFill>
                    <a:schemeClr val="bg1"/>
                  </a:solidFill>
                  <a:latin typeface="Impact" panose="020B0806030902050204" pitchFamily="34" charset="0"/>
                </a:rPr>
                <a:t>02</a:t>
              </a:r>
              <a:endParaRPr lang="zh-CN" altLang="en-US" sz="2800" dirty="0">
                <a:solidFill>
                  <a:schemeClr val="bg1"/>
                </a:solidFill>
                <a:latin typeface="Impact" panose="020B0806030902050204" pitchFamily="34" charset="0"/>
              </a:endParaRPr>
            </a:p>
          </p:txBody>
        </p:sp>
      </p:grpSp>
      <p:grpSp>
        <p:nvGrpSpPr>
          <p:cNvPr id="6" name="组合 5"/>
          <p:cNvGrpSpPr/>
          <p:nvPr/>
        </p:nvGrpSpPr>
        <p:grpSpPr>
          <a:xfrm>
            <a:off x="4002422" y="4139603"/>
            <a:ext cx="3857250" cy="459690"/>
            <a:chOff x="4315150" y="1647579"/>
            <a:chExt cx="3857250" cy="540057"/>
          </a:xfrm>
        </p:grpSpPr>
        <p:sp>
          <p:nvSpPr>
            <p:cNvPr id="7" name="矩形 6"/>
            <p:cNvSpPr/>
            <p:nvPr/>
          </p:nvSpPr>
          <p:spPr>
            <a:xfrm>
              <a:off x="4841196" y="1730243"/>
              <a:ext cx="2827147" cy="405833"/>
            </a:xfrm>
            <a:prstGeom prst="rect">
              <a:avLst/>
            </a:prstGeom>
            <a:ln w="15875">
              <a:noFill/>
            </a:ln>
          </p:spPr>
          <p:txBody>
            <a:bodyPr wrap="square" lIns="68580" tIns="34290" rIns="68580" bIns="34290">
              <a:spAutoFit/>
            </a:bodyPr>
            <a:p>
              <a:r>
                <a:rPr lang="zh-CN" altLang="en-US" b="1" dirty="0">
                  <a:solidFill>
                    <a:schemeClr val="tx1">
                      <a:lumMod val="75000"/>
                      <a:lumOff val="25000"/>
                    </a:schemeClr>
                  </a:solidFill>
                  <a:latin typeface="微软雅黑" panose="020B0503020204020204" charset="-122"/>
                  <a:ea typeface="微软雅黑" panose="020B0503020204020204" charset="-122"/>
                </a:rPr>
                <a:t>测试用例维护</a:t>
              </a:r>
              <a:endParaRPr lang="zh-CN" altLang="en-US" b="1" dirty="0">
                <a:solidFill>
                  <a:schemeClr val="tx1">
                    <a:lumMod val="75000"/>
                    <a:lumOff val="25000"/>
                  </a:schemeClr>
                </a:solidFill>
                <a:latin typeface="微软雅黑" panose="020B0503020204020204" charset="-122"/>
                <a:ea typeface="微软雅黑" panose="020B0503020204020204" charset="-122"/>
              </a:endParaRPr>
            </a:p>
          </p:txBody>
        </p:sp>
        <p:sp>
          <p:nvSpPr>
            <p:cNvPr id="8" name="平行四边形 7"/>
            <p:cNvSpPr/>
            <p:nvPr/>
          </p:nvSpPr>
          <p:spPr>
            <a:xfrm>
              <a:off x="4315150" y="1647579"/>
              <a:ext cx="3857250" cy="540057"/>
            </a:xfrm>
            <a:prstGeom prst="parallelogram">
              <a:avLst>
                <a:gd name="adj" fmla="val 48207"/>
              </a:avLst>
            </a:pr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p>
              <a:endParaRPr lang="zh-CN" altLang="en-US" sz="1600" b="1">
                <a:solidFill>
                  <a:schemeClr val="tx1">
                    <a:lumMod val="75000"/>
                    <a:lumOff val="25000"/>
                  </a:schemeClr>
                </a:solidFill>
              </a:endParaRPr>
            </a:p>
          </p:txBody>
        </p:sp>
      </p:grpSp>
    </p:spTree>
  </p:cSld>
  <p:clrMapOvr>
    <a:masterClrMapping/>
  </p:clrMapOvr>
  <p:transition advTm="4633">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81"/>
                                        </p:tgtEl>
                                        <p:attrNameLst>
                                          <p:attrName>style.visibility</p:attrName>
                                        </p:attrNameLst>
                                      </p:cBhvr>
                                      <p:to>
                                        <p:strVal val="visible"/>
                                      </p:to>
                                    </p:set>
                                    <p:animEffect transition="in" filter="fade">
                                      <p:cBhvr>
                                        <p:cTn id="7" dur="1000"/>
                                        <p:tgtEl>
                                          <p:spTgt spid="81"/>
                                        </p:tgtEl>
                                      </p:cBhvr>
                                    </p:animEffect>
                                    <p:anim calcmode="lin" valueType="num">
                                      <p:cBhvr>
                                        <p:cTn id="8" dur="1000" fill="hold"/>
                                        <p:tgtEl>
                                          <p:spTgt spid="81"/>
                                        </p:tgtEl>
                                        <p:attrNameLst>
                                          <p:attrName>ppt_x</p:attrName>
                                        </p:attrNameLst>
                                      </p:cBhvr>
                                      <p:tavLst>
                                        <p:tav tm="0">
                                          <p:val>
                                            <p:strVal val="#ppt_x"/>
                                          </p:val>
                                        </p:tav>
                                        <p:tav tm="100000">
                                          <p:val>
                                            <p:strVal val="#ppt_x"/>
                                          </p:val>
                                        </p:tav>
                                      </p:tavLst>
                                    </p:anim>
                                    <p:anim calcmode="lin" valueType="num">
                                      <p:cBhvr>
                                        <p:cTn id="9" dur="1000" fill="hold"/>
                                        <p:tgtEl>
                                          <p:spTgt spid="81"/>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82"/>
                                        </p:tgtEl>
                                        <p:attrNameLst>
                                          <p:attrName>style.visibility</p:attrName>
                                        </p:attrNameLst>
                                      </p:cBhvr>
                                      <p:to>
                                        <p:strVal val="visible"/>
                                      </p:to>
                                    </p:set>
                                    <p:animEffect transition="in" filter="fade">
                                      <p:cBhvr>
                                        <p:cTn id="12" dur="1000"/>
                                        <p:tgtEl>
                                          <p:spTgt spid="82"/>
                                        </p:tgtEl>
                                      </p:cBhvr>
                                    </p:animEffect>
                                    <p:anim calcmode="lin" valueType="num">
                                      <p:cBhvr>
                                        <p:cTn id="13" dur="1000" fill="hold"/>
                                        <p:tgtEl>
                                          <p:spTgt spid="82"/>
                                        </p:tgtEl>
                                        <p:attrNameLst>
                                          <p:attrName>ppt_x</p:attrName>
                                        </p:attrNameLst>
                                      </p:cBhvr>
                                      <p:tavLst>
                                        <p:tav tm="0">
                                          <p:val>
                                            <p:strVal val="#ppt_x"/>
                                          </p:val>
                                        </p:tav>
                                        <p:tav tm="100000">
                                          <p:val>
                                            <p:strVal val="#ppt_x"/>
                                          </p:val>
                                        </p:tav>
                                      </p:tavLst>
                                    </p:anim>
                                    <p:anim calcmode="lin" valueType="num">
                                      <p:cBhvr>
                                        <p:cTn id="14" dur="1000" fill="hold"/>
                                        <p:tgtEl>
                                          <p:spTgt spid="82"/>
                                        </p:tgtEl>
                                        <p:attrNameLst>
                                          <p:attrName>ppt_y</p:attrName>
                                        </p:attrNameLst>
                                      </p:cBhvr>
                                      <p:tavLst>
                                        <p:tav tm="0">
                                          <p:val>
                                            <p:strVal val="#ppt_y+.1"/>
                                          </p:val>
                                        </p:tav>
                                        <p:tav tm="100000">
                                          <p:val>
                                            <p:strVal val="#ppt_y"/>
                                          </p:val>
                                        </p:tav>
                                      </p:tavLst>
                                    </p:anim>
                                  </p:childTnLst>
                                </p:cTn>
                              </p:par>
                            </p:childTnLst>
                          </p:cTn>
                        </p:par>
                        <p:par>
                          <p:cTn id="15" fill="hold">
                            <p:stCondLst>
                              <p:cond delay="1000"/>
                            </p:stCondLst>
                            <p:childTnLst>
                              <p:par>
                                <p:cTn id="16" presetID="47" presetClass="entr" presetSubtype="0" fill="hold" grpId="0" nodeType="after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1000"/>
                                        <p:tgtEl>
                                          <p:spTgt spid="15"/>
                                        </p:tgtEl>
                                      </p:cBhvr>
                                    </p:animEffect>
                                    <p:anim calcmode="lin" valueType="num">
                                      <p:cBhvr>
                                        <p:cTn id="19" dur="1000" fill="hold"/>
                                        <p:tgtEl>
                                          <p:spTgt spid="15"/>
                                        </p:tgtEl>
                                        <p:attrNameLst>
                                          <p:attrName>ppt_x</p:attrName>
                                        </p:attrNameLst>
                                      </p:cBhvr>
                                      <p:tavLst>
                                        <p:tav tm="0">
                                          <p:val>
                                            <p:strVal val="#ppt_x"/>
                                          </p:val>
                                        </p:tav>
                                        <p:tav tm="100000">
                                          <p:val>
                                            <p:strVal val="#ppt_x"/>
                                          </p:val>
                                        </p:tav>
                                      </p:tavLst>
                                    </p:anim>
                                    <p:anim calcmode="lin" valueType="num">
                                      <p:cBhvr>
                                        <p:cTn id="20" dur="1000" fill="hold"/>
                                        <p:tgtEl>
                                          <p:spTgt spid="15"/>
                                        </p:tgtEl>
                                        <p:attrNameLst>
                                          <p:attrName>ppt_y</p:attrName>
                                        </p:attrNameLst>
                                      </p:cBhvr>
                                      <p:tavLst>
                                        <p:tav tm="0">
                                          <p:val>
                                            <p:strVal val="#ppt_y-.1"/>
                                          </p:val>
                                        </p:tav>
                                        <p:tav tm="100000">
                                          <p:val>
                                            <p:strVal val="#ppt_y"/>
                                          </p:val>
                                        </p:tav>
                                      </p:tavLst>
                                    </p:anim>
                                  </p:childTnLst>
                                </p:cTn>
                              </p:par>
                            </p:childTnLst>
                          </p:cTn>
                        </p:par>
                        <p:par>
                          <p:cTn id="21" fill="hold">
                            <p:stCondLst>
                              <p:cond delay="2000"/>
                            </p:stCondLst>
                            <p:childTnLst>
                              <p:par>
                                <p:cTn id="22" presetID="2" presetClass="entr" presetSubtype="8" fill="hold" nodeType="afterEffect">
                                  <p:stCondLst>
                                    <p:cond delay="0"/>
                                  </p:stCondLst>
                                  <p:childTnLst>
                                    <p:set>
                                      <p:cBhvr>
                                        <p:cTn id="23" dur="1" fill="hold">
                                          <p:stCondLst>
                                            <p:cond delay="0"/>
                                          </p:stCondLst>
                                        </p:cTn>
                                        <p:tgtEl>
                                          <p:spTgt spid="45"/>
                                        </p:tgtEl>
                                        <p:attrNameLst>
                                          <p:attrName>style.visibility</p:attrName>
                                        </p:attrNameLst>
                                      </p:cBhvr>
                                      <p:to>
                                        <p:strVal val="visible"/>
                                      </p:to>
                                    </p:set>
                                    <p:anim calcmode="lin" valueType="num">
                                      <p:cBhvr additive="base">
                                        <p:cTn id="24" dur="500" fill="hold"/>
                                        <p:tgtEl>
                                          <p:spTgt spid="45"/>
                                        </p:tgtEl>
                                        <p:attrNameLst>
                                          <p:attrName>ppt_x</p:attrName>
                                        </p:attrNameLst>
                                      </p:cBhvr>
                                      <p:tavLst>
                                        <p:tav tm="0">
                                          <p:val>
                                            <p:strVal val="0-#ppt_w/2"/>
                                          </p:val>
                                        </p:tav>
                                        <p:tav tm="100000">
                                          <p:val>
                                            <p:strVal val="#ppt_x"/>
                                          </p:val>
                                        </p:tav>
                                      </p:tavLst>
                                    </p:anim>
                                    <p:anim calcmode="lin" valueType="num">
                                      <p:cBhvr additive="base">
                                        <p:cTn id="25" dur="500" fill="hold"/>
                                        <p:tgtEl>
                                          <p:spTgt spid="45"/>
                                        </p:tgtEl>
                                        <p:attrNameLst>
                                          <p:attrName>ppt_y</p:attrName>
                                        </p:attrNameLst>
                                      </p:cBhvr>
                                      <p:tavLst>
                                        <p:tav tm="0">
                                          <p:val>
                                            <p:strVal val="#ppt_y"/>
                                          </p:val>
                                        </p:tav>
                                        <p:tav tm="100000">
                                          <p:val>
                                            <p:strVal val="#ppt_y"/>
                                          </p:val>
                                        </p:tav>
                                      </p:tavLst>
                                    </p:anim>
                                  </p:childTnLst>
                                </p:cTn>
                              </p:par>
                              <p:par>
                                <p:cTn id="26" presetID="2" presetClass="entr" presetSubtype="8" fill="hold" nodeType="withEffect">
                                  <p:stCondLst>
                                    <p:cond delay="0"/>
                                  </p:stCondLst>
                                  <p:childTnLst>
                                    <p:set>
                                      <p:cBhvr>
                                        <p:cTn id="27" dur="1" fill="hold">
                                          <p:stCondLst>
                                            <p:cond delay="0"/>
                                          </p:stCondLst>
                                        </p:cTn>
                                        <p:tgtEl>
                                          <p:spTgt spid="60"/>
                                        </p:tgtEl>
                                        <p:attrNameLst>
                                          <p:attrName>style.visibility</p:attrName>
                                        </p:attrNameLst>
                                      </p:cBhvr>
                                      <p:to>
                                        <p:strVal val="visible"/>
                                      </p:to>
                                    </p:set>
                                    <p:anim calcmode="lin" valueType="num">
                                      <p:cBhvr additive="base">
                                        <p:cTn id="28" dur="500" fill="hold"/>
                                        <p:tgtEl>
                                          <p:spTgt spid="60"/>
                                        </p:tgtEl>
                                        <p:attrNameLst>
                                          <p:attrName>ppt_x</p:attrName>
                                        </p:attrNameLst>
                                      </p:cBhvr>
                                      <p:tavLst>
                                        <p:tav tm="0">
                                          <p:val>
                                            <p:strVal val="0-#ppt_w/2"/>
                                          </p:val>
                                        </p:tav>
                                        <p:tav tm="100000">
                                          <p:val>
                                            <p:strVal val="#ppt_x"/>
                                          </p:val>
                                        </p:tav>
                                      </p:tavLst>
                                    </p:anim>
                                    <p:anim calcmode="lin" valueType="num">
                                      <p:cBhvr additive="base">
                                        <p:cTn id="29" dur="500" fill="hold"/>
                                        <p:tgtEl>
                                          <p:spTgt spid="60"/>
                                        </p:tgtEl>
                                        <p:attrNameLst>
                                          <p:attrName>ppt_y</p:attrName>
                                        </p:attrNameLst>
                                      </p:cBhvr>
                                      <p:tavLst>
                                        <p:tav tm="0">
                                          <p:val>
                                            <p:strVal val="#ppt_y"/>
                                          </p:val>
                                        </p:tav>
                                        <p:tav tm="100000">
                                          <p:val>
                                            <p:strVal val="#ppt_y"/>
                                          </p:val>
                                        </p:tav>
                                      </p:tavLst>
                                    </p:anim>
                                  </p:childTnLst>
                                </p:cTn>
                              </p:par>
                            </p:childTnLst>
                          </p:cTn>
                        </p:par>
                        <p:par>
                          <p:cTn id="30" fill="hold">
                            <p:stCondLst>
                              <p:cond delay="2500"/>
                            </p:stCondLst>
                            <p:childTnLst>
                              <p:par>
                                <p:cTn id="31" presetID="2" presetClass="entr" presetSubtype="2" fill="hold" nodeType="afterEffect">
                                  <p:stCondLst>
                                    <p:cond delay="0"/>
                                  </p:stCondLst>
                                  <p:childTnLst>
                                    <p:set>
                                      <p:cBhvr>
                                        <p:cTn id="32" dur="1" fill="hold">
                                          <p:stCondLst>
                                            <p:cond delay="0"/>
                                          </p:stCondLst>
                                        </p:cTn>
                                        <p:tgtEl>
                                          <p:spTgt spid="48"/>
                                        </p:tgtEl>
                                        <p:attrNameLst>
                                          <p:attrName>style.visibility</p:attrName>
                                        </p:attrNameLst>
                                      </p:cBhvr>
                                      <p:to>
                                        <p:strVal val="visible"/>
                                      </p:to>
                                    </p:set>
                                    <p:anim calcmode="lin" valueType="num">
                                      <p:cBhvr additive="base">
                                        <p:cTn id="33" dur="500" fill="hold"/>
                                        <p:tgtEl>
                                          <p:spTgt spid="48"/>
                                        </p:tgtEl>
                                        <p:attrNameLst>
                                          <p:attrName>ppt_x</p:attrName>
                                        </p:attrNameLst>
                                      </p:cBhvr>
                                      <p:tavLst>
                                        <p:tav tm="0">
                                          <p:val>
                                            <p:strVal val="1+#ppt_w/2"/>
                                          </p:val>
                                        </p:tav>
                                        <p:tav tm="100000">
                                          <p:val>
                                            <p:strVal val="#ppt_x"/>
                                          </p:val>
                                        </p:tav>
                                      </p:tavLst>
                                    </p:anim>
                                    <p:anim calcmode="lin" valueType="num">
                                      <p:cBhvr additive="base">
                                        <p:cTn id="34" dur="500" fill="hold"/>
                                        <p:tgtEl>
                                          <p:spTgt spid="48"/>
                                        </p:tgtEl>
                                        <p:attrNameLst>
                                          <p:attrName>ppt_y</p:attrName>
                                        </p:attrNameLst>
                                      </p:cBhvr>
                                      <p:tavLst>
                                        <p:tav tm="0">
                                          <p:val>
                                            <p:strVal val="#ppt_y"/>
                                          </p:val>
                                        </p:tav>
                                        <p:tav tm="100000">
                                          <p:val>
                                            <p:strVal val="#ppt_y"/>
                                          </p:val>
                                        </p:tav>
                                      </p:tavLst>
                                    </p:anim>
                                  </p:childTnLst>
                                </p:cTn>
                              </p:par>
                              <p:par>
                                <p:cTn id="35" presetID="2" presetClass="entr" presetSubtype="2" fill="hold" nodeType="withEffect">
                                  <p:stCondLst>
                                    <p:cond delay="0"/>
                                  </p:stCondLst>
                                  <p:childTnLst>
                                    <p:set>
                                      <p:cBhvr>
                                        <p:cTn id="36" dur="1" fill="hold">
                                          <p:stCondLst>
                                            <p:cond delay="0"/>
                                          </p:stCondLst>
                                        </p:cTn>
                                        <p:tgtEl>
                                          <p:spTgt spid="63"/>
                                        </p:tgtEl>
                                        <p:attrNameLst>
                                          <p:attrName>style.visibility</p:attrName>
                                        </p:attrNameLst>
                                      </p:cBhvr>
                                      <p:to>
                                        <p:strVal val="visible"/>
                                      </p:to>
                                    </p:set>
                                    <p:anim calcmode="lin" valueType="num">
                                      <p:cBhvr additive="base">
                                        <p:cTn id="37" dur="500" fill="hold"/>
                                        <p:tgtEl>
                                          <p:spTgt spid="63"/>
                                        </p:tgtEl>
                                        <p:attrNameLst>
                                          <p:attrName>ppt_x</p:attrName>
                                        </p:attrNameLst>
                                      </p:cBhvr>
                                      <p:tavLst>
                                        <p:tav tm="0">
                                          <p:val>
                                            <p:strVal val="1+#ppt_w/2"/>
                                          </p:val>
                                        </p:tav>
                                        <p:tav tm="100000">
                                          <p:val>
                                            <p:strVal val="#ppt_x"/>
                                          </p:val>
                                        </p:tav>
                                      </p:tavLst>
                                    </p:anim>
                                    <p:anim calcmode="lin" valueType="num">
                                      <p:cBhvr additive="base">
                                        <p:cTn id="38" dur="500" fill="hold"/>
                                        <p:tgtEl>
                                          <p:spTgt spid="63"/>
                                        </p:tgtEl>
                                        <p:attrNameLst>
                                          <p:attrName>ppt_y</p:attrName>
                                        </p:attrNameLst>
                                      </p:cBhvr>
                                      <p:tavLst>
                                        <p:tav tm="0">
                                          <p:val>
                                            <p:strVal val="#ppt_y"/>
                                          </p:val>
                                        </p:tav>
                                        <p:tav tm="100000">
                                          <p:val>
                                            <p:strVal val="#ppt_y"/>
                                          </p:val>
                                        </p:tav>
                                      </p:tavLst>
                                    </p:anim>
                                  </p:childTnLst>
                                </p:cTn>
                              </p:par>
                            </p:childTnLst>
                          </p:cTn>
                        </p:par>
                        <p:par>
                          <p:cTn id="39" fill="hold">
                            <p:stCondLst>
                              <p:cond delay="3000"/>
                            </p:stCondLst>
                            <p:childTnLst>
                              <p:par>
                                <p:cTn id="40" presetID="2" presetClass="entr" presetSubtype="8" fill="hold" nodeType="afterEffect">
                                  <p:stCondLst>
                                    <p:cond delay="0"/>
                                  </p:stCondLst>
                                  <p:childTnLst>
                                    <p:set>
                                      <p:cBhvr>
                                        <p:cTn id="41" dur="1" fill="hold">
                                          <p:stCondLst>
                                            <p:cond delay="0"/>
                                          </p:stCondLst>
                                        </p:cTn>
                                        <p:tgtEl>
                                          <p:spTgt spid="51"/>
                                        </p:tgtEl>
                                        <p:attrNameLst>
                                          <p:attrName>style.visibility</p:attrName>
                                        </p:attrNameLst>
                                      </p:cBhvr>
                                      <p:to>
                                        <p:strVal val="visible"/>
                                      </p:to>
                                    </p:set>
                                    <p:anim calcmode="lin" valueType="num">
                                      <p:cBhvr additive="base">
                                        <p:cTn id="42" dur="500" fill="hold"/>
                                        <p:tgtEl>
                                          <p:spTgt spid="51"/>
                                        </p:tgtEl>
                                        <p:attrNameLst>
                                          <p:attrName>ppt_x</p:attrName>
                                        </p:attrNameLst>
                                      </p:cBhvr>
                                      <p:tavLst>
                                        <p:tav tm="0">
                                          <p:val>
                                            <p:strVal val="0-#ppt_w/2"/>
                                          </p:val>
                                        </p:tav>
                                        <p:tav tm="100000">
                                          <p:val>
                                            <p:strVal val="#ppt_x"/>
                                          </p:val>
                                        </p:tav>
                                      </p:tavLst>
                                    </p:anim>
                                    <p:anim calcmode="lin" valueType="num">
                                      <p:cBhvr additive="base">
                                        <p:cTn id="43" dur="500" fill="hold"/>
                                        <p:tgtEl>
                                          <p:spTgt spid="51"/>
                                        </p:tgtEl>
                                        <p:attrNameLst>
                                          <p:attrName>ppt_y</p:attrName>
                                        </p:attrNameLst>
                                      </p:cBhvr>
                                      <p:tavLst>
                                        <p:tav tm="0">
                                          <p:val>
                                            <p:strVal val="#ppt_y"/>
                                          </p:val>
                                        </p:tav>
                                        <p:tav tm="100000">
                                          <p:val>
                                            <p:strVal val="#ppt_y"/>
                                          </p:val>
                                        </p:tav>
                                      </p:tavLst>
                                    </p:anim>
                                  </p:childTnLst>
                                </p:cTn>
                              </p:par>
                              <p:par>
                                <p:cTn id="44" presetID="2" presetClass="entr" presetSubtype="8" fill="hold" nodeType="withEffect">
                                  <p:stCondLst>
                                    <p:cond delay="0"/>
                                  </p:stCondLst>
                                  <p:childTnLst>
                                    <p:set>
                                      <p:cBhvr>
                                        <p:cTn id="45" dur="1" fill="hold">
                                          <p:stCondLst>
                                            <p:cond delay="0"/>
                                          </p:stCondLst>
                                        </p:cTn>
                                        <p:tgtEl>
                                          <p:spTgt spid="66"/>
                                        </p:tgtEl>
                                        <p:attrNameLst>
                                          <p:attrName>style.visibility</p:attrName>
                                        </p:attrNameLst>
                                      </p:cBhvr>
                                      <p:to>
                                        <p:strVal val="visible"/>
                                      </p:to>
                                    </p:set>
                                    <p:anim calcmode="lin" valueType="num">
                                      <p:cBhvr additive="base">
                                        <p:cTn id="46" dur="500" fill="hold"/>
                                        <p:tgtEl>
                                          <p:spTgt spid="66"/>
                                        </p:tgtEl>
                                        <p:attrNameLst>
                                          <p:attrName>ppt_x</p:attrName>
                                        </p:attrNameLst>
                                      </p:cBhvr>
                                      <p:tavLst>
                                        <p:tav tm="0">
                                          <p:val>
                                            <p:strVal val="0-#ppt_w/2"/>
                                          </p:val>
                                        </p:tav>
                                        <p:tav tm="100000">
                                          <p:val>
                                            <p:strVal val="#ppt_x"/>
                                          </p:val>
                                        </p:tav>
                                      </p:tavLst>
                                    </p:anim>
                                    <p:anim calcmode="lin" valueType="num">
                                      <p:cBhvr additive="base">
                                        <p:cTn id="47" dur="500" fill="hold"/>
                                        <p:tgtEl>
                                          <p:spTgt spid="66"/>
                                        </p:tgtEl>
                                        <p:attrNameLst>
                                          <p:attrName>ppt_y</p:attrName>
                                        </p:attrNameLst>
                                      </p:cBhvr>
                                      <p:tavLst>
                                        <p:tav tm="0">
                                          <p:val>
                                            <p:strVal val="#ppt_y"/>
                                          </p:val>
                                        </p:tav>
                                        <p:tav tm="100000">
                                          <p:val>
                                            <p:strVal val="#ppt_y"/>
                                          </p:val>
                                        </p:tav>
                                      </p:tavLst>
                                    </p:anim>
                                  </p:childTnLst>
                                </p:cTn>
                              </p:par>
                            </p:childTnLst>
                          </p:cTn>
                        </p:par>
                        <p:par>
                          <p:cTn id="48" fill="hold">
                            <p:stCondLst>
                              <p:cond delay="3500"/>
                            </p:stCondLst>
                            <p:childTnLst>
                              <p:par>
                                <p:cTn id="49" presetID="2" presetClass="entr" presetSubtype="2" fill="hold" nodeType="afterEffect">
                                  <p:stCondLst>
                                    <p:cond delay="0"/>
                                  </p:stCondLst>
                                  <p:childTnLst>
                                    <p:set>
                                      <p:cBhvr>
                                        <p:cTn id="50" dur="1" fill="hold">
                                          <p:stCondLst>
                                            <p:cond delay="0"/>
                                          </p:stCondLst>
                                        </p:cTn>
                                        <p:tgtEl>
                                          <p:spTgt spid="54"/>
                                        </p:tgtEl>
                                        <p:attrNameLst>
                                          <p:attrName>style.visibility</p:attrName>
                                        </p:attrNameLst>
                                      </p:cBhvr>
                                      <p:to>
                                        <p:strVal val="visible"/>
                                      </p:to>
                                    </p:set>
                                    <p:anim calcmode="lin" valueType="num">
                                      <p:cBhvr additive="base">
                                        <p:cTn id="51" dur="500" fill="hold"/>
                                        <p:tgtEl>
                                          <p:spTgt spid="54"/>
                                        </p:tgtEl>
                                        <p:attrNameLst>
                                          <p:attrName>ppt_x</p:attrName>
                                        </p:attrNameLst>
                                      </p:cBhvr>
                                      <p:tavLst>
                                        <p:tav tm="0">
                                          <p:val>
                                            <p:strVal val="1+#ppt_w/2"/>
                                          </p:val>
                                        </p:tav>
                                        <p:tav tm="100000">
                                          <p:val>
                                            <p:strVal val="#ppt_x"/>
                                          </p:val>
                                        </p:tav>
                                      </p:tavLst>
                                    </p:anim>
                                    <p:anim calcmode="lin" valueType="num">
                                      <p:cBhvr additive="base">
                                        <p:cTn id="52" dur="500" fill="hold"/>
                                        <p:tgtEl>
                                          <p:spTgt spid="54"/>
                                        </p:tgtEl>
                                        <p:attrNameLst>
                                          <p:attrName>ppt_y</p:attrName>
                                        </p:attrNameLst>
                                      </p:cBhvr>
                                      <p:tavLst>
                                        <p:tav tm="0">
                                          <p:val>
                                            <p:strVal val="#ppt_y"/>
                                          </p:val>
                                        </p:tav>
                                        <p:tav tm="100000">
                                          <p:val>
                                            <p:strVal val="#ppt_y"/>
                                          </p:val>
                                        </p:tav>
                                      </p:tavLst>
                                    </p:anim>
                                  </p:childTnLst>
                                </p:cTn>
                              </p:par>
                              <p:par>
                                <p:cTn id="53" presetID="2" presetClass="entr" presetSubtype="2" fill="hold" nodeType="withEffect">
                                  <p:stCondLst>
                                    <p:cond delay="0"/>
                                  </p:stCondLst>
                                  <p:childTnLst>
                                    <p:set>
                                      <p:cBhvr>
                                        <p:cTn id="54" dur="1" fill="hold">
                                          <p:stCondLst>
                                            <p:cond delay="0"/>
                                          </p:stCondLst>
                                        </p:cTn>
                                        <p:tgtEl>
                                          <p:spTgt spid="69"/>
                                        </p:tgtEl>
                                        <p:attrNameLst>
                                          <p:attrName>style.visibility</p:attrName>
                                        </p:attrNameLst>
                                      </p:cBhvr>
                                      <p:to>
                                        <p:strVal val="visible"/>
                                      </p:to>
                                    </p:set>
                                    <p:anim calcmode="lin" valueType="num">
                                      <p:cBhvr additive="base">
                                        <p:cTn id="55" dur="500" fill="hold"/>
                                        <p:tgtEl>
                                          <p:spTgt spid="69"/>
                                        </p:tgtEl>
                                        <p:attrNameLst>
                                          <p:attrName>ppt_x</p:attrName>
                                        </p:attrNameLst>
                                      </p:cBhvr>
                                      <p:tavLst>
                                        <p:tav tm="0">
                                          <p:val>
                                            <p:strVal val="1+#ppt_w/2"/>
                                          </p:val>
                                        </p:tav>
                                        <p:tav tm="100000">
                                          <p:val>
                                            <p:strVal val="#ppt_x"/>
                                          </p:val>
                                        </p:tav>
                                      </p:tavLst>
                                    </p:anim>
                                    <p:anim calcmode="lin" valueType="num">
                                      <p:cBhvr additive="base">
                                        <p:cTn id="56" dur="500" fill="hold"/>
                                        <p:tgtEl>
                                          <p:spTgt spid="69"/>
                                        </p:tgtEl>
                                        <p:attrNameLst>
                                          <p:attrName>ppt_y</p:attrName>
                                        </p:attrNameLst>
                                      </p:cBhvr>
                                      <p:tavLst>
                                        <p:tav tm="0">
                                          <p:val>
                                            <p:strVal val="#ppt_y"/>
                                          </p:val>
                                        </p:tav>
                                        <p:tav tm="100000">
                                          <p:val>
                                            <p:strVal val="#ppt_y"/>
                                          </p:val>
                                        </p:tav>
                                      </p:tavLst>
                                    </p:anim>
                                  </p:childTnLst>
                                </p:cTn>
                              </p:par>
                            </p:childTnLst>
                          </p:cTn>
                        </p:par>
                        <p:par>
                          <p:cTn id="57" fill="hold">
                            <p:stCondLst>
                              <p:cond delay="4000"/>
                            </p:stCondLst>
                            <p:childTnLst>
                              <p:par>
                                <p:cTn id="58" presetID="2" presetClass="entr" presetSubtype="2" fill="hold" nodeType="afterEffect">
                                  <p:stCondLst>
                                    <p:cond delay="0"/>
                                  </p:stCondLst>
                                  <p:childTnLst>
                                    <p:set>
                                      <p:cBhvr>
                                        <p:cTn id="59" dur="1" fill="hold">
                                          <p:stCondLst>
                                            <p:cond delay="0"/>
                                          </p:stCondLst>
                                        </p:cTn>
                                        <p:tgtEl>
                                          <p:spTgt spid="3"/>
                                        </p:tgtEl>
                                        <p:attrNameLst>
                                          <p:attrName>style.visibility</p:attrName>
                                        </p:attrNameLst>
                                      </p:cBhvr>
                                      <p:to>
                                        <p:strVal val="visible"/>
                                      </p:to>
                                    </p:set>
                                    <p:anim calcmode="lin" valueType="num">
                                      <p:cBhvr additive="base">
                                        <p:cTn id="60" dur="500" fill="hold"/>
                                        <p:tgtEl>
                                          <p:spTgt spid="3"/>
                                        </p:tgtEl>
                                        <p:attrNameLst>
                                          <p:attrName>ppt_x</p:attrName>
                                        </p:attrNameLst>
                                      </p:cBhvr>
                                      <p:tavLst>
                                        <p:tav tm="0">
                                          <p:val>
                                            <p:strVal val="1+#ppt_w/2"/>
                                          </p:val>
                                        </p:tav>
                                        <p:tav tm="100000">
                                          <p:val>
                                            <p:strVal val="#ppt_x"/>
                                          </p:val>
                                        </p:tav>
                                      </p:tavLst>
                                    </p:anim>
                                    <p:anim calcmode="lin" valueType="num">
                                      <p:cBhvr additive="base">
                                        <p:cTn id="61" dur="500" fill="hold"/>
                                        <p:tgtEl>
                                          <p:spTgt spid="3"/>
                                        </p:tgtEl>
                                        <p:attrNameLst>
                                          <p:attrName>ppt_y</p:attrName>
                                        </p:attrNameLst>
                                      </p:cBhvr>
                                      <p:tavLst>
                                        <p:tav tm="0">
                                          <p:val>
                                            <p:strVal val="#ppt_y"/>
                                          </p:val>
                                        </p:tav>
                                        <p:tav tm="100000">
                                          <p:val>
                                            <p:strVal val="#ppt_y"/>
                                          </p:val>
                                        </p:tav>
                                      </p:tavLst>
                                    </p:anim>
                                  </p:childTnLst>
                                </p:cTn>
                              </p:par>
                              <p:par>
                                <p:cTn id="62" presetID="2" presetClass="entr" presetSubtype="2" fill="hold" nodeType="withEffect">
                                  <p:stCondLst>
                                    <p:cond delay="0"/>
                                  </p:stCondLst>
                                  <p:childTnLst>
                                    <p:set>
                                      <p:cBhvr>
                                        <p:cTn id="63" dur="1" fill="hold">
                                          <p:stCondLst>
                                            <p:cond delay="0"/>
                                          </p:stCondLst>
                                        </p:cTn>
                                        <p:tgtEl>
                                          <p:spTgt spid="6"/>
                                        </p:tgtEl>
                                        <p:attrNameLst>
                                          <p:attrName>style.visibility</p:attrName>
                                        </p:attrNameLst>
                                      </p:cBhvr>
                                      <p:to>
                                        <p:strVal val="visible"/>
                                      </p:to>
                                    </p:set>
                                    <p:anim calcmode="lin" valueType="num">
                                      <p:cBhvr additive="base">
                                        <p:cTn id="64" dur="500" fill="hold"/>
                                        <p:tgtEl>
                                          <p:spTgt spid="6"/>
                                        </p:tgtEl>
                                        <p:attrNameLst>
                                          <p:attrName>ppt_x</p:attrName>
                                        </p:attrNameLst>
                                      </p:cBhvr>
                                      <p:tavLst>
                                        <p:tav tm="0">
                                          <p:val>
                                            <p:strVal val="1+#ppt_w/2"/>
                                          </p:val>
                                        </p:tav>
                                        <p:tav tm="100000">
                                          <p:val>
                                            <p:strVal val="#ppt_x"/>
                                          </p:val>
                                        </p:tav>
                                      </p:tavLst>
                                    </p:anim>
                                    <p:anim calcmode="lin" valueType="num">
                                      <p:cBhvr additive="base">
                                        <p:cTn id="65"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81" grpId="0" bldLvl="0" animBg="1"/>
      <p:bldP spid="82" grpId="0" bldLvl="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矩形 77"/>
          <p:cNvSpPr/>
          <p:nvPr/>
        </p:nvSpPr>
        <p:spPr>
          <a:xfrm>
            <a:off x="-4286" y="96176"/>
            <a:ext cx="275273" cy="291465"/>
          </a:xfrm>
          <a:prstGeom prst="rect">
            <a:avLst/>
          </a:prstGeom>
          <a:gradFill>
            <a:gsLst>
              <a:gs pos="0">
                <a:srgbClr val="012D86"/>
              </a:gs>
              <a:gs pos="100000">
                <a:srgbClr val="0E2557"/>
              </a:gs>
            </a:gsLst>
            <a:lin ang="5400000" scaled="0"/>
          </a:gra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200" b="0" i="0" u="none" strike="noStrike" kern="0" cap="none" spc="0" normalizeH="0" baseline="0" noProof="0">
              <a:ln>
                <a:noFill/>
              </a:ln>
              <a:solidFill>
                <a:srgbClr val="397E9E"/>
              </a:solidFill>
              <a:effectLst/>
              <a:uLnTx/>
              <a:uFillTx/>
              <a:latin typeface="Century Gothic" panose="020B0502020202020204"/>
              <a:ea typeface="微软雅黑" panose="020B0503020204020204" charset="-122"/>
            </a:endParaRPr>
          </a:p>
        </p:txBody>
      </p:sp>
      <p:sp>
        <p:nvSpPr>
          <p:cNvPr id="79" name="矩形 78"/>
          <p:cNvSpPr/>
          <p:nvPr/>
        </p:nvSpPr>
        <p:spPr>
          <a:xfrm>
            <a:off x="302895" y="96176"/>
            <a:ext cx="57150" cy="290989"/>
          </a:xfrm>
          <a:prstGeom prst="rect">
            <a:avLst/>
          </a:prstGeom>
          <a:solidFill>
            <a:srgbClr val="0070C0"/>
          </a:soli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200" b="0" i="0" u="none" strike="noStrike" kern="0" cap="none" spc="0" normalizeH="0" baseline="0" noProof="0">
              <a:ln>
                <a:noFill/>
              </a:ln>
              <a:solidFill>
                <a:srgbClr val="397E9E"/>
              </a:solidFill>
              <a:effectLst/>
              <a:uLnTx/>
              <a:uFillTx/>
              <a:latin typeface="Century Gothic" panose="020B0502020202020204"/>
              <a:ea typeface="微软雅黑" panose="020B0503020204020204" charset="-122"/>
            </a:endParaRPr>
          </a:p>
        </p:txBody>
      </p:sp>
      <p:sp>
        <p:nvSpPr>
          <p:cNvPr id="80" name="文本占位符 3"/>
          <p:cNvSpPr txBox="1"/>
          <p:nvPr/>
        </p:nvSpPr>
        <p:spPr>
          <a:xfrm>
            <a:off x="323765" y="42640"/>
            <a:ext cx="2236205" cy="418556"/>
          </a:xfrm>
          <a:prstGeom prst="rect">
            <a:avLst/>
          </a:prstGeom>
        </p:spPr>
        <p:txBody>
          <a:bodyPr anchor="ctr"/>
          <a:lstStyle>
            <a:lvl1pPr marL="0" indent="0" algn="l" defTabSz="963930" rtl="0" eaLnBrk="1" latinLnBrk="0" hangingPunct="1">
              <a:lnSpc>
                <a:spcPct val="90000"/>
              </a:lnSpc>
              <a:spcBef>
                <a:spcPts val="1055"/>
              </a:spcBef>
              <a:buFont typeface="Arial" panose="020B0604020202020204" pitchFamily="34" charset="0"/>
              <a:buNone/>
              <a:defRPr sz="2955" b="1" kern="1200">
                <a:solidFill>
                  <a:schemeClr val="tx1"/>
                </a:solidFill>
                <a:latin typeface="+mn-lt"/>
                <a:ea typeface="+mn-ea"/>
                <a:cs typeface="+mn-cs"/>
              </a:defRPr>
            </a:lvl1pPr>
            <a:lvl2pPr marL="723265" indent="-241300" algn="l" defTabSz="963930" rtl="0" eaLnBrk="1" latinLnBrk="0" hangingPunct="1">
              <a:lnSpc>
                <a:spcPct val="90000"/>
              </a:lnSpc>
              <a:spcBef>
                <a:spcPts val="525"/>
              </a:spcBef>
              <a:buFont typeface="Arial" panose="020B0604020202020204" pitchFamily="34" charset="0"/>
              <a:buChar char="•"/>
              <a:defRPr sz="2530" kern="1200">
                <a:solidFill>
                  <a:schemeClr val="tx1"/>
                </a:solidFill>
                <a:latin typeface="+mn-lt"/>
                <a:ea typeface="+mn-ea"/>
                <a:cs typeface="+mn-cs"/>
              </a:defRPr>
            </a:lvl2pPr>
            <a:lvl3pPr marL="1205230" indent="-241300" algn="l" defTabSz="963930" rtl="0" eaLnBrk="1" latinLnBrk="0" hangingPunct="1">
              <a:lnSpc>
                <a:spcPct val="90000"/>
              </a:lnSpc>
              <a:spcBef>
                <a:spcPts val="525"/>
              </a:spcBef>
              <a:buFont typeface="Arial" panose="020B0604020202020204" pitchFamily="34" charset="0"/>
              <a:buChar char="•"/>
              <a:defRPr sz="2110" kern="1200">
                <a:solidFill>
                  <a:schemeClr val="tx1"/>
                </a:solidFill>
                <a:latin typeface="+mn-lt"/>
                <a:ea typeface="+mn-ea"/>
                <a:cs typeface="+mn-cs"/>
              </a:defRPr>
            </a:lvl3pPr>
            <a:lvl4pPr marL="168783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4pPr>
            <a:lvl5pPr marL="216979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5pPr>
            <a:lvl6pPr marL="26517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6pPr>
            <a:lvl7pPr marL="31343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7pPr>
            <a:lvl8pPr marL="361632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8pPr>
            <a:lvl9pPr marL="409829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9pPr>
          </a:lstStyle>
          <a:p>
            <a:pPr algn="l">
              <a:lnSpc>
                <a:spcPct val="100000"/>
              </a:lnSpc>
            </a:pPr>
            <a:r>
              <a:rPr kumimoji="1" lang="zh-CN" altLang="en-US" sz="1500" b="0" dirty="0">
                <a:solidFill>
                  <a:schemeClr val="tx1">
                    <a:lumMod val="65000"/>
                    <a:lumOff val="35000"/>
                  </a:schemeClr>
                </a:solidFill>
                <a:latin typeface="微软雅黑" panose="020B0503020204020204" charset="-122"/>
                <a:ea typeface="微软雅黑" panose="020B0503020204020204" charset="-122"/>
              </a:rPr>
              <a:t>学习目标</a:t>
            </a:r>
            <a:endParaRPr kumimoji="1" lang="zh-CN" altLang="en-US" sz="1500" b="0" dirty="0">
              <a:solidFill>
                <a:schemeClr val="tx1">
                  <a:lumMod val="65000"/>
                  <a:lumOff val="35000"/>
                </a:schemeClr>
              </a:solidFill>
              <a:latin typeface="微软雅黑" panose="020B0503020204020204" charset="-122"/>
              <a:ea typeface="微软雅黑" panose="020B0503020204020204" charset="-122"/>
            </a:endParaRPr>
          </a:p>
        </p:txBody>
      </p:sp>
      <p:sp>
        <p:nvSpPr>
          <p:cNvPr id="100" name="文本框 99"/>
          <p:cNvSpPr txBox="1"/>
          <p:nvPr/>
        </p:nvSpPr>
        <p:spPr>
          <a:xfrm>
            <a:off x="1635760" y="1179830"/>
            <a:ext cx="5872480" cy="2676525"/>
          </a:xfrm>
          <a:prstGeom prst="rect">
            <a:avLst/>
          </a:prstGeom>
          <a:noFill/>
          <a:ln w="9525">
            <a:noFill/>
          </a:ln>
        </p:spPr>
        <p:txBody>
          <a:bodyPr wrap="square">
            <a:spAutoFit/>
          </a:bodyPr>
          <a:p>
            <a:pPr indent="304800"/>
            <a:r>
              <a:rPr lang="zh-CN" sz="2400" b="0">
                <a:ea typeface="宋体" panose="02010600030101010101" pitchFamily="2" charset="-122"/>
              </a:rPr>
              <a:t>【</a:t>
            </a:r>
            <a:r>
              <a:rPr lang="zh-CN" sz="2400" b="1">
                <a:ea typeface="宋体" panose="02010600030101010101" pitchFamily="2" charset="-122"/>
              </a:rPr>
              <a:t>学习目标</a:t>
            </a:r>
            <a:r>
              <a:rPr lang="zh-CN" sz="2400" b="0">
                <a:ea typeface="宋体" panose="02010600030101010101" pitchFamily="2" charset="-122"/>
              </a:rPr>
              <a:t>】</a:t>
            </a:r>
            <a:endParaRPr lang="zh-CN" sz="2400" b="0">
              <a:ea typeface="宋体" panose="02010600030101010101" pitchFamily="2" charset="-122"/>
            </a:endParaRPr>
          </a:p>
          <a:p>
            <a:pPr indent="304800"/>
            <a:r>
              <a:rPr lang="en-US" sz="2400" b="0">
                <a:latin typeface="Wingdings" panose="05000000000000000000" charset="0"/>
                <a:ea typeface="宋体" panose="02010600030101010101" pitchFamily="2" charset="-122"/>
              </a:rPr>
              <a:t>² </a:t>
            </a:r>
            <a:r>
              <a:rPr lang="zh-CN" sz="2400" b="0">
                <a:ea typeface="宋体" panose="02010600030101010101" pitchFamily="2" charset="-122"/>
              </a:rPr>
              <a:t>掌握测试用例的构成要素和书写格式</a:t>
            </a:r>
            <a:endParaRPr lang="zh-CN" sz="2400" b="0">
              <a:ea typeface="宋体" panose="02010600030101010101" pitchFamily="2" charset="-122"/>
            </a:endParaRPr>
          </a:p>
          <a:p>
            <a:pPr indent="304800"/>
            <a:r>
              <a:rPr lang="en-US" sz="2400" b="0">
                <a:latin typeface="Wingdings" panose="05000000000000000000" charset="0"/>
                <a:ea typeface="宋体" panose="02010600030101010101" pitchFamily="2" charset="-122"/>
              </a:rPr>
              <a:t>² </a:t>
            </a:r>
            <a:r>
              <a:rPr lang="zh-CN" sz="2400" b="0">
                <a:ea typeface="宋体" panose="02010600030101010101" pitchFamily="2" charset="-122"/>
              </a:rPr>
              <a:t>熟悉测试的设计方法</a:t>
            </a:r>
            <a:endParaRPr lang="zh-CN" sz="2400" b="0">
              <a:ea typeface="宋体" panose="02010600030101010101" pitchFamily="2" charset="-122"/>
            </a:endParaRPr>
          </a:p>
          <a:p>
            <a:pPr indent="304800"/>
            <a:r>
              <a:rPr lang="en-US" sz="2400" b="0">
                <a:latin typeface="Wingdings" panose="05000000000000000000" charset="0"/>
                <a:ea typeface="宋体" panose="02010600030101010101" pitchFamily="2" charset="-122"/>
              </a:rPr>
              <a:t>² </a:t>
            </a:r>
            <a:r>
              <a:rPr lang="zh-CN" sz="2400" b="0">
                <a:ea typeface="宋体" panose="02010600030101010101" pitchFamily="2" charset="-122"/>
              </a:rPr>
              <a:t>熟悉测试用例的执行过程和维护方法</a:t>
            </a:r>
            <a:endParaRPr lang="zh-CN" altLang="en-US" sz="2400"/>
          </a:p>
        </p:txBody>
      </p:sp>
    </p:spTree>
  </p:cSld>
  <p:clrMapOvr>
    <a:masterClrMapping/>
  </p:clrMapOvr>
  <p:transition advTm="4259">
    <p:random/>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等腰三角形 1"/>
          <p:cNvSpPr/>
          <p:nvPr/>
        </p:nvSpPr>
        <p:spPr>
          <a:xfrm rot="5400000">
            <a:off x="-266176" y="1195691"/>
            <a:ext cx="2109560" cy="1576305"/>
          </a:xfrm>
          <a:prstGeom prst="triangle">
            <a:avLst/>
          </a:prstGeom>
          <a:solidFill>
            <a:schemeClr val="accent4">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2934453" y="2163309"/>
            <a:ext cx="3840480" cy="645160"/>
          </a:xfrm>
          <a:prstGeom prst="rect">
            <a:avLst/>
          </a:prstGeom>
          <a:noFill/>
        </p:spPr>
        <p:txBody>
          <a:bodyPr wrap="none" rtlCol="0">
            <a:spAutoFit/>
          </a:bodyPr>
          <a:lstStyle/>
          <a:p>
            <a:pPr algn="l"/>
            <a:r>
              <a:rPr lang="zh-CN" altLang="en-US" sz="3600" dirty="0">
                <a:solidFill>
                  <a:schemeClr val="tx1">
                    <a:lumMod val="75000"/>
                    <a:lumOff val="25000"/>
                  </a:schemeClr>
                </a:solidFill>
                <a:latin typeface="微软雅黑" panose="020B0503020204020204" charset="-122"/>
                <a:ea typeface="微软雅黑" panose="020B0503020204020204" charset="-122"/>
              </a:rPr>
              <a:t>测试用例编写依据</a:t>
            </a:r>
            <a:endParaRPr lang="zh-CN" altLang="en-US" sz="3600" dirty="0">
              <a:solidFill>
                <a:schemeClr val="tx1">
                  <a:lumMod val="75000"/>
                  <a:lumOff val="25000"/>
                </a:schemeClr>
              </a:solidFill>
              <a:latin typeface="微软雅黑" panose="020B0503020204020204" charset="-122"/>
              <a:ea typeface="微软雅黑" panose="020B0503020204020204" charset="-122"/>
            </a:endParaRPr>
          </a:p>
        </p:txBody>
      </p:sp>
      <p:sp>
        <p:nvSpPr>
          <p:cNvPr id="6" name="等腰三角形 5"/>
          <p:cNvSpPr/>
          <p:nvPr/>
        </p:nvSpPr>
        <p:spPr>
          <a:xfrm rot="16200000" flipH="1">
            <a:off x="7788560" y="1992337"/>
            <a:ext cx="1552056" cy="1159727"/>
          </a:xfrm>
          <a:prstGeom prst="triangle">
            <a:avLst/>
          </a:prstGeom>
          <a:solidFill>
            <a:schemeClr val="accent2">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等腰三角形 6"/>
          <p:cNvSpPr/>
          <p:nvPr/>
        </p:nvSpPr>
        <p:spPr>
          <a:xfrm rot="5400000">
            <a:off x="-327381" y="1746389"/>
            <a:ext cx="2593802" cy="1938140"/>
          </a:xfrm>
          <a:prstGeom prst="triangle">
            <a:avLst/>
          </a:prstGeom>
          <a:solidFill>
            <a:schemeClr val="accent5">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35946" y="2163202"/>
            <a:ext cx="1254760" cy="1198880"/>
          </a:xfrm>
          <a:prstGeom prst="rect">
            <a:avLst/>
          </a:prstGeom>
          <a:noFill/>
        </p:spPr>
        <p:txBody>
          <a:bodyPr wrap="none" rtlCol="0">
            <a:spAutoFit/>
          </a:bodyPr>
          <a:lstStyle/>
          <a:p>
            <a:r>
              <a:rPr lang="en-US" altLang="zh-CN" sz="7200" dirty="0">
                <a:solidFill>
                  <a:schemeClr val="bg1"/>
                </a:solidFill>
                <a:latin typeface="微软雅黑" panose="020B0503020204020204" charset="-122"/>
                <a:ea typeface="微软雅黑" panose="020B0503020204020204" charset="-122"/>
              </a:rPr>
              <a:t>01</a:t>
            </a:r>
            <a:endParaRPr lang="zh-CN" altLang="en-US" sz="7200" dirty="0">
              <a:solidFill>
                <a:schemeClr val="bg1"/>
              </a:solidFill>
              <a:latin typeface="微软雅黑" panose="020B0503020204020204" charset="-122"/>
              <a:ea typeface="微软雅黑" panose="020B0503020204020204" charset="-122"/>
            </a:endParaRPr>
          </a:p>
        </p:txBody>
      </p:sp>
    </p:spTree>
  </p:cSld>
  <p:clrMapOvr>
    <a:masterClrMapping/>
  </p:clrMapOvr>
  <p:transition advTm="1778">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500" fill="hold"/>
                                        <p:tgtEl>
                                          <p:spTgt spid="6"/>
                                        </p:tgtEl>
                                        <p:attrNameLst>
                                          <p:attrName>ppt_w</p:attrName>
                                        </p:attrNameLst>
                                      </p:cBhvr>
                                      <p:tavLst>
                                        <p:tav tm="0">
                                          <p:val>
                                            <p:fltVal val="0"/>
                                          </p:val>
                                        </p:tav>
                                        <p:tav tm="100000">
                                          <p:val>
                                            <p:strVal val="#ppt_w"/>
                                          </p:val>
                                        </p:tav>
                                      </p:tavLst>
                                    </p:anim>
                                    <p:anim calcmode="lin" valueType="num">
                                      <p:cBhvr>
                                        <p:cTn id="13" dur="500" fill="hold"/>
                                        <p:tgtEl>
                                          <p:spTgt spid="6"/>
                                        </p:tgtEl>
                                        <p:attrNameLst>
                                          <p:attrName>ppt_h</p:attrName>
                                        </p:attrNameLst>
                                      </p:cBhvr>
                                      <p:tavLst>
                                        <p:tav tm="0">
                                          <p:val>
                                            <p:fltVal val="0"/>
                                          </p:val>
                                        </p:tav>
                                        <p:tav tm="100000">
                                          <p:val>
                                            <p:strVal val="#ppt_h"/>
                                          </p:val>
                                        </p:tav>
                                      </p:tavLst>
                                    </p:anim>
                                    <p:animEffect transition="in" filter="fade">
                                      <p:cBhvr>
                                        <p:cTn id="14" dur="500"/>
                                        <p:tgtEl>
                                          <p:spTgt spid="6"/>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p:cTn id="17" dur="500" fill="hold"/>
                                        <p:tgtEl>
                                          <p:spTgt spid="7"/>
                                        </p:tgtEl>
                                        <p:attrNameLst>
                                          <p:attrName>ppt_w</p:attrName>
                                        </p:attrNameLst>
                                      </p:cBhvr>
                                      <p:tavLst>
                                        <p:tav tm="0">
                                          <p:val>
                                            <p:fltVal val="0"/>
                                          </p:val>
                                        </p:tav>
                                        <p:tav tm="100000">
                                          <p:val>
                                            <p:strVal val="#ppt_w"/>
                                          </p:val>
                                        </p:tav>
                                      </p:tavLst>
                                    </p:anim>
                                    <p:anim calcmode="lin" valueType="num">
                                      <p:cBhvr>
                                        <p:cTn id="18" dur="500" fill="hold"/>
                                        <p:tgtEl>
                                          <p:spTgt spid="7"/>
                                        </p:tgtEl>
                                        <p:attrNameLst>
                                          <p:attrName>ppt_h</p:attrName>
                                        </p:attrNameLst>
                                      </p:cBhvr>
                                      <p:tavLst>
                                        <p:tav tm="0">
                                          <p:val>
                                            <p:fltVal val="0"/>
                                          </p:val>
                                        </p:tav>
                                        <p:tav tm="100000">
                                          <p:val>
                                            <p:strVal val="#ppt_h"/>
                                          </p:val>
                                        </p:tav>
                                      </p:tavLst>
                                    </p:anim>
                                    <p:animEffect transition="in" filter="fade">
                                      <p:cBhvr>
                                        <p:cTn id="19" dur="500"/>
                                        <p:tgtEl>
                                          <p:spTgt spid="7"/>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 calcmode="lin" valueType="num">
                                      <p:cBhvr>
                                        <p:cTn id="22" dur="500" fill="hold"/>
                                        <p:tgtEl>
                                          <p:spTgt spid="8"/>
                                        </p:tgtEl>
                                        <p:attrNameLst>
                                          <p:attrName>ppt_w</p:attrName>
                                        </p:attrNameLst>
                                      </p:cBhvr>
                                      <p:tavLst>
                                        <p:tav tm="0">
                                          <p:val>
                                            <p:fltVal val="0"/>
                                          </p:val>
                                        </p:tav>
                                        <p:tav tm="100000">
                                          <p:val>
                                            <p:strVal val="#ppt_w"/>
                                          </p:val>
                                        </p:tav>
                                      </p:tavLst>
                                    </p:anim>
                                    <p:anim calcmode="lin" valueType="num">
                                      <p:cBhvr>
                                        <p:cTn id="23" dur="500" fill="hold"/>
                                        <p:tgtEl>
                                          <p:spTgt spid="8"/>
                                        </p:tgtEl>
                                        <p:attrNameLst>
                                          <p:attrName>ppt_h</p:attrName>
                                        </p:attrNameLst>
                                      </p:cBhvr>
                                      <p:tavLst>
                                        <p:tav tm="0">
                                          <p:val>
                                            <p:fltVal val="0"/>
                                          </p:val>
                                        </p:tav>
                                        <p:tav tm="100000">
                                          <p:val>
                                            <p:strVal val="#ppt_h"/>
                                          </p:val>
                                        </p:tav>
                                      </p:tavLst>
                                    </p:anim>
                                    <p:animEffect transition="in" filter="fade">
                                      <p:cBhvr>
                                        <p:cTn id="24" dur="500"/>
                                        <p:tgtEl>
                                          <p:spTgt spid="8"/>
                                        </p:tgtEl>
                                      </p:cBhvr>
                                    </p:animEffect>
                                  </p:childTnLst>
                                </p:cTn>
                              </p:par>
                            </p:childTnLst>
                          </p:cTn>
                        </p:par>
                        <p:par>
                          <p:cTn id="25" fill="hold">
                            <p:stCondLst>
                              <p:cond delay="500"/>
                            </p:stCondLst>
                            <p:childTnLst>
                              <p:par>
                                <p:cTn id="26" presetID="2" presetClass="entr" presetSubtype="8" fill="hold" grpId="0" nodeType="afterEffect">
                                  <p:stCondLst>
                                    <p:cond delay="0"/>
                                  </p:stCondLst>
                                  <p:childTnLst>
                                    <p:set>
                                      <p:cBhvr>
                                        <p:cTn id="27" dur="1" fill="hold">
                                          <p:stCondLst>
                                            <p:cond delay="0"/>
                                          </p:stCondLst>
                                        </p:cTn>
                                        <p:tgtEl>
                                          <p:spTgt spid="3"/>
                                        </p:tgtEl>
                                        <p:attrNameLst>
                                          <p:attrName>style.visibility</p:attrName>
                                        </p:attrNameLst>
                                      </p:cBhvr>
                                      <p:to>
                                        <p:strVal val="visible"/>
                                      </p:to>
                                    </p:set>
                                    <p:anim calcmode="lin" valueType="num">
                                      <p:cBhvr additive="base">
                                        <p:cTn id="28" dur="500" fill="hold"/>
                                        <p:tgtEl>
                                          <p:spTgt spid="3"/>
                                        </p:tgtEl>
                                        <p:attrNameLst>
                                          <p:attrName>ppt_x</p:attrName>
                                        </p:attrNameLst>
                                      </p:cBhvr>
                                      <p:tavLst>
                                        <p:tav tm="0">
                                          <p:val>
                                            <p:strVal val="0-#ppt_w/2"/>
                                          </p:val>
                                        </p:tav>
                                        <p:tav tm="100000">
                                          <p:val>
                                            <p:strVal val="#ppt_x"/>
                                          </p:val>
                                        </p:tav>
                                      </p:tavLst>
                                    </p:anim>
                                    <p:anim calcmode="lin" valueType="num">
                                      <p:cBhvr additive="base">
                                        <p:cTn id="29"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3" grpId="0"/>
      <p:bldP spid="6" grpId="0" bldLvl="0" animBg="1"/>
      <p:bldP spid="7" grpId="0" bldLvl="0" animBg="1"/>
      <p:bldP spid="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矩形 77"/>
          <p:cNvSpPr/>
          <p:nvPr/>
        </p:nvSpPr>
        <p:spPr>
          <a:xfrm>
            <a:off x="-4286" y="96176"/>
            <a:ext cx="275273" cy="291465"/>
          </a:xfrm>
          <a:prstGeom prst="rect">
            <a:avLst/>
          </a:prstGeom>
          <a:gradFill>
            <a:gsLst>
              <a:gs pos="0">
                <a:srgbClr val="012D86"/>
              </a:gs>
              <a:gs pos="100000">
                <a:srgbClr val="0E2557"/>
              </a:gs>
            </a:gsLst>
            <a:lin ang="5400000" scaled="0"/>
          </a:gra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200" b="0" i="0" u="none" strike="noStrike" kern="0" cap="none" spc="0" normalizeH="0" baseline="0" noProof="0">
              <a:ln>
                <a:noFill/>
              </a:ln>
              <a:solidFill>
                <a:srgbClr val="397E9E"/>
              </a:solidFill>
              <a:effectLst/>
              <a:uLnTx/>
              <a:uFillTx/>
              <a:latin typeface="Century Gothic" panose="020B0502020202020204"/>
              <a:ea typeface="微软雅黑" panose="020B0503020204020204" charset="-122"/>
            </a:endParaRPr>
          </a:p>
        </p:txBody>
      </p:sp>
      <p:sp>
        <p:nvSpPr>
          <p:cNvPr id="79" name="矩形 78"/>
          <p:cNvSpPr/>
          <p:nvPr/>
        </p:nvSpPr>
        <p:spPr>
          <a:xfrm>
            <a:off x="302895" y="96176"/>
            <a:ext cx="57150" cy="290989"/>
          </a:xfrm>
          <a:prstGeom prst="rect">
            <a:avLst/>
          </a:prstGeom>
          <a:solidFill>
            <a:srgbClr val="0070C0"/>
          </a:soli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200" b="0" i="0" u="none" strike="noStrike" kern="0" cap="none" spc="0" normalizeH="0" baseline="0" noProof="0">
              <a:ln>
                <a:noFill/>
              </a:ln>
              <a:solidFill>
                <a:srgbClr val="397E9E"/>
              </a:solidFill>
              <a:effectLst/>
              <a:uLnTx/>
              <a:uFillTx/>
              <a:latin typeface="Century Gothic" panose="020B0502020202020204"/>
              <a:ea typeface="微软雅黑" panose="020B0503020204020204" charset="-122"/>
            </a:endParaRPr>
          </a:p>
        </p:txBody>
      </p:sp>
      <p:sp>
        <p:nvSpPr>
          <p:cNvPr id="80" name="文本占位符 3"/>
          <p:cNvSpPr txBox="1"/>
          <p:nvPr/>
        </p:nvSpPr>
        <p:spPr>
          <a:xfrm>
            <a:off x="323765" y="42640"/>
            <a:ext cx="2236205" cy="418556"/>
          </a:xfrm>
          <a:prstGeom prst="rect">
            <a:avLst/>
          </a:prstGeom>
        </p:spPr>
        <p:txBody>
          <a:bodyPr anchor="ctr"/>
          <a:lstStyle>
            <a:lvl1pPr marL="0" indent="0" algn="l" defTabSz="963930" rtl="0" eaLnBrk="1" latinLnBrk="0" hangingPunct="1">
              <a:lnSpc>
                <a:spcPct val="90000"/>
              </a:lnSpc>
              <a:spcBef>
                <a:spcPts val="1055"/>
              </a:spcBef>
              <a:buFont typeface="Arial" panose="020B0604020202020204" pitchFamily="34" charset="0"/>
              <a:buNone/>
              <a:defRPr sz="2955" b="1" kern="1200">
                <a:solidFill>
                  <a:schemeClr val="tx1"/>
                </a:solidFill>
                <a:latin typeface="+mn-lt"/>
                <a:ea typeface="+mn-ea"/>
                <a:cs typeface="+mn-cs"/>
              </a:defRPr>
            </a:lvl1pPr>
            <a:lvl2pPr marL="723265" indent="-241300" algn="l" defTabSz="963930" rtl="0" eaLnBrk="1" latinLnBrk="0" hangingPunct="1">
              <a:lnSpc>
                <a:spcPct val="90000"/>
              </a:lnSpc>
              <a:spcBef>
                <a:spcPts val="525"/>
              </a:spcBef>
              <a:buFont typeface="Arial" panose="020B0604020202020204" pitchFamily="34" charset="0"/>
              <a:buChar char="•"/>
              <a:defRPr sz="2530" kern="1200">
                <a:solidFill>
                  <a:schemeClr val="tx1"/>
                </a:solidFill>
                <a:latin typeface="+mn-lt"/>
                <a:ea typeface="+mn-ea"/>
                <a:cs typeface="+mn-cs"/>
              </a:defRPr>
            </a:lvl2pPr>
            <a:lvl3pPr marL="1205230" indent="-241300" algn="l" defTabSz="963930" rtl="0" eaLnBrk="1" latinLnBrk="0" hangingPunct="1">
              <a:lnSpc>
                <a:spcPct val="90000"/>
              </a:lnSpc>
              <a:spcBef>
                <a:spcPts val="525"/>
              </a:spcBef>
              <a:buFont typeface="Arial" panose="020B0604020202020204" pitchFamily="34" charset="0"/>
              <a:buChar char="•"/>
              <a:defRPr sz="2110" kern="1200">
                <a:solidFill>
                  <a:schemeClr val="tx1"/>
                </a:solidFill>
                <a:latin typeface="+mn-lt"/>
                <a:ea typeface="+mn-ea"/>
                <a:cs typeface="+mn-cs"/>
              </a:defRPr>
            </a:lvl3pPr>
            <a:lvl4pPr marL="168783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4pPr>
            <a:lvl5pPr marL="216979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5pPr>
            <a:lvl6pPr marL="26517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6pPr>
            <a:lvl7pPr marL="31343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7pPr>
            <a:lvl8pPr marL="361632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8pPr>
            <a:lvl9pPr marL="409829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9pPr>
          </a:lstStyle>
          <a:p>
            <a:pPr algn="l">
              <a:lnSpc>
                <a:spcPct val="100000"/>
              </a:lnSpc>
            </a:pPr>
            <a:r>
              <a:rPr kumimoji="1" lang="zh-CN" altLang="en-US" sz="1500" b="0" dirty="0">
                <a:solidFill>
                  <a:schemeClr val="tx1">
                    <a:lumMod val="65000"/>
                    <a:lumOff val="35000"/>
                  </a:schemeClr>
                </a:solidFill>
                <a:latin typeface="微软雅黑" panose="020B0503020204020204" charset="-122"/>
                <a:ea typeface="微软雅黑" panose="020B0503020204020204" charset="-122"/>
              </a:rPr>
              <a:t>测试用例编写依据</a:t>
            </a:r>
            <a:endParaRPr kumimoji="1" lang="zh-CN" altLang="en-US" sz="1500" b="0" dirty="0">
              <a:solidFill>
                <a:schemeClr val="tx1">
                  <a:lumMod val="65000"/>
                  <a:lumOff val="35000"/>
                </a:schemeClr>
              </a:solidFill>
              <a:latin typeface="微软雅黑" panose="020B0503020204020204" charset="-122"/>
              <a:ea typeface="微软雅黑" panose="020B0503020204020204" charset="-122"/>
            </a:endParaRPr>
          </a:p>
        </p:txBody>
      </p:sp>
      <p:sp>
        <p:nvSpPr>
          <p:cNvPr id="17" name="文本框 16"/>
          <p:cNvSpPr txBox="1"/>
          <p:nvPr/>
        </p:nvSpPr>
        <p:spPr>
          <a:xfrm>
            <a:off x="870585" y="539750"/>
            <a:ext cx="7500620" cy="4246245"/>
          </a:xfrm>
          <a:prstGeom prst="rect">
            <a:avLst/>
          </a:prstGeom>
          <a:noFill/>
        </p:spPr>
        <p:txBody>
          <a:bodyPr wrap="square" rtlCol="0">
            <a:spAutoFit/>
          </a:bodyPr>
          <a:p>
            <a:pPr indent="457200" fontAlgn="auto">
              <a:lnSpc>
                <a:spcPct val="150000"/>
              </a:lnSpc>
            </a:pPr>
            <a:r>
              <a:rPr lang="zh-CN" altLang="en-US"/>
              <a:t>一般说来，测试需求就是为了达到测试目标，项目中需要测试什么。测试过程中所有活动都可以追溯到</a:t>
            </a:r>
            <a:r>
              <a:rPr lang="zh-CN" altLang="en-US" b="1"/>
              <a:t>测试需求</a:t>
            </a:r>
            <a:r>
              <a:rPr lang="zh-CN" altLang="en-US"/>
              <a:t>。制定测试计划时，需要明确以下</a:t>
            </a:r>
            <a:r>
              <a:rPr lang="zh-CN" altLang="en-US" b="1"/>
              <a:t>基本要素：明确测试需求（测试的目标内容）；测试方法；测试的进度安排；明确测试的环境是什么。其他因素</a:t>
            </a:r>
            <a:r>
              <a:rPr lang="zh-CN" altLang="en-US"/>
              <a:t>：测试中需要的技能、工具以及相应的专业背景知识，测试中可能遇到的风险等。</a:t>
            </a:r>
            <a:r>
              <a:rPr lang="zh-CN" altLang="en-US">
                <a:solidFill>
                  <a:srgbClr val="FF0000"/>
                </a:solidFill>
              </a:rPr>
              <a:t>测试需求是测试计划的基础与重点。测试方案、用例、内容都要以测试需求为基础。  </a:t>
            </a:r>
            <a:endParaRPr lang="en-US" altLang="zh-CN">
              <a:solidFill>
                <a:srgbClr val="FF0000"/>
              </a:solidFill>
            </a:endParaRPr>
          </a:p>
          <a:p>
            <a:pPr indent="457200" fontAlgn="auto">
              <a:lnSpc>
                <a:spcPct val="150000"/>
              </a:lnSpc>
            </a:pPr>
            <a:r>
              <a:rPr lang="zh-CN" altLang="en-US" b="1">
                <a:solidFill>
                  <a:schemeClr val="tx1"/>
                </a:solidFill>
              </a:rPr>
              <a:t>测试用例的编写应该覆盖所有的测试需求</a:t>
            </a:r>
            <a:r>
              <a:rPr lang="zh-CN" altLang="en-US">
                <a:solidFill>
                  <a:schemeClr val="tx1"/>
                </a:solidFill>
              </a:rPr>
              <a:t>，而测试需求是由软件需求转换而来，因此所有测试用例的执行结果最终都会追溯到软件需求，因此测试用例的编写依据主要是</a:t>
            </a:r>
            <a:r>
              <a:rPr lang="zh-CN" altLang="en-US">
                <a:solidFill>
                  <a:srgbClr val="FF0000"/>
                </a:solidFill>
              </a:rPr>
              <a:t>软件需求</a:t>
            </a:r>
            <a:r>
              <a:rPr lang="zh-CN" altLang="en-US">
                <a:solidFill>
                  <a:schemeClr val="tx1"/>
                </a:solidFill>
              </a:rPr>
              <a:t>。此外，还应遵守相关的编写规则、规范等。 </a:t>
            </a:r>
            <a:endParaRPr lang="zh-CN" altLang="en-US">
              <a:solidFill>
                <a:schemeClr val="tx1"/>
              </a:solidFill>
            </a:endParaRPr>
          </a:p>
        </p:txBody>
      </p:sp>
    </p:spTree>
  </p:cSld>
  <p:clrMapOvr>
    <a:masterClrMapping/>
  </p:clrMapOvr>
  <p:transition advTm="1310">
    <p:random/>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矩形 77"/>
          <p:cNvSpPr/>
          <p:nvPr/>
        </p:nvSpPr>
        <p:spPr>
          <a:xfrm>
            <a:off x="-4286" y="96176"/>
            <a:ext cx="275273" cy="291465"/>
          </a:xfrm>
          <a:prstGeom prst="rect">
            <a:avLst/>
          </a:prstGeom>
          <a:gradFill>
            <a:gsLst>
              <a:gs pos="0">
                <a:srgbClr val="012D86"/>
              </a:gs>
              <a:gs pos="100000">
                <a:srgbClr val="0E2557"/>
              </a:gs>
            </a:gsLst>
            <a:lin ang="5400000" scaled="0"/>
          </a:gra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200" b="0" i="0" u="none" strike="noStrike" kern="0" cap="none" spc="0" normalizeH="0" baseline="0" noProof="0">
              <a:ln>
                <a:noFill/>
              </a:ln>
              <a:solidFill>
                <a:srgbClr val="397E9E"/>
              </a:solidFill>
              <a:effectLst/>
              <a:uLnTx/>
              <a:uFillTx/>
              <a:latin typeface="Century Gothic" panose="020B0502020202020204"/>
              <a:ea typeface="微软雅黑" panose="020B0503020204020204" charset="-122"/>
            </a:endParaRPr>
          </a:p>
        </p:txBody>
      </p:sp>
      <p:sp>
        <p:nvSpPr>
          <p:cNvPr id="79" name="矩形 78"/>
          <p:cNvSpPr/>
          <p:nvPr/>
        </p:nvSpPr>
        <p:spPr>
          <a:xfrm>
            <a:off x="302895" y="96176"/>
            <a:ext cx="57150" cy="290989"/>
          </a:xfrm>
          <a:prstGeom prst="rect">
            <a:avLst/>
          </a:prstGeom>
          <a:solidFill>
            <a:srgbClr val="0070C0"/>
          </a:soli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200" b="0" i="0" u="none" strike="noStrike" kern="0" cap="none" spc="0" normalizeH="0" baseline="0" noProof="0">
              <a:ln>
                <a:noFill/>
              </a:ln>
              <a:solidFill>
                <a:srgbClr val="397E9E"/>
              </a:solidFill>
              <a:effectLst/>
              <a:uLnTx/>
              <a:uFillTx/>
              <a:latin typeface="Century Gothic" panose="020B0502020202020204"/>
              <a:ea typeface="微软雅黑" panose="020B0503020204020204" charset="-122"/>
            </a:endParaRPr>
          </a:p>
        </p:txBody>
      </p:sp>
      <p:sp>
        <p:nvSpPr>
          <p:cNvPr id="80" name="文本占位符 3"/>
          <p:cNvSpPr txBox="1"/>
          <p:nvPr/>
        </p:nvSpPr>
        <p:spPr>
          <a:xfrm>
            <a:off x="323765" y="42640"/>
            <a:ext cx="2236205" cy="418556"/>
          </a:xfrm>
          <a:prstGeom prst="rect">
            <a:avLst/>
          </a:prstGeom>
        </p:spPr>
        <p:txBody>
          <a:bodyPr anchor="ctr"/>
          <a:lstStyle>
            <a:lvl1pPr marL="0" indent="0" algn="l" defTabSz="963930" rtl="0" eaLnBrk="1" latinLnBrk="0" hangingPunct="1">
              <a:lnSpc>
                <a:spcPct val="90000"/>
              </a:lnSpc>
              <a:spcBef>
                <a:spcPts val="1055"/>
              </a:spcBef>
              <a:buFont typeface="Arial" panose="020B0604020202020204" pitchFamily="34" charset="0"/>
              <a:buNone/>
              <a:defRPr sz="2955" b="1" kern="1200">
                <a:solidFill>
                  <a:schemeClr val="tx1"/>
                </a:solidFill>
                <a:latin typeface="+mn-lt"/>
                <a:ea typeface="+mn-ea"/>
                <a:cs typeface="+mn-cs"/>
              </a:defRPr>
            </a:lvl1pPr>
            <a:lvl2pPr marL="723265" indent="-241300" algn="l" defTabSz="963930" rtl="0" eaLnBrk="1" latinLnBrk="0" hangingPunct="1">
              <a:lnSpc>
                <a:spcPct val="90000"/>
              </a:lnSpc>
              <a:spcBef>
                <a:spcPts val="525"/>
              </a:spcBef>
              <a:buFont typeface="Arial" panose="020B0604020202020204" pitchFamily="34" charset="0"/>
              <a:buChar char="•"/>
              <a:defRPr sz="2530" kern="1200">
                <a:solidFill>
                  <a:schemeClr val="tx1"/>
                </a:solidFill>
                <a:latin typeface="+mn-lt"/>
                <a:ea typeface="+mn-ea"/>
                <a:cs typeface="+mn-cs"/>
              </a:defRPr>
            </a:lvl2pPr>
            <a:lvl3pPr marL="1205230" indent="-241300" algn="l" defTabSz="963930" rtl="0" eaLnBrk="1" latinLnBrk="0" hangingPunct="1">
              <a:lnSpc>
                <a:spcPct val="90000"/>
              </a:lnSpc>
              <a:spcBef>
                <a:spcPts val="525"/>
              </a:spcBef>
              <a:buFont typeface="Arial" panose="020B0604020202020204" pitchFamily="34" charset="0"/>
              <a:buChar char="•"/>
              <a:defRPr sz="2110" kern="1200">
                <a:solidFill>
                  <a:schemeClr val="tx1"/>
                </a:solidFill>
                <a:latin typeface="+mn-lt"/>
                <a:ea typeface="+mn-ea"/>
                <a:cs typeface="+mn-cs"/>
              </a:defRPr>
            </a:lvl3pPr>
            <a:lvl4pPr marL="168783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4pPr>
            <a:lvl5pPr marL="216979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5pPr>
            <a:lvl6pPr marL="26517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6pPr>
            <a:lvl7pPr marL="31343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7pPr>
            <a:lvl8pPr marL="361632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8pPr>
            <a:lvl9pPr marL="409829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9pPr>
          </a:lstStyle>
          <a:p>
            <a:pPr algn="l">
              <a:lnSpc>
                <a:spcPct val="100000"/>
              </a:lnSpc>
            </a:pPr>
            <a:r>
              <a:rPr kumimoji="1" lang="zh-CN" altLang="en-US" sz="1500" b="0" dirty="0">
                <a:solidFill>
                  <a:schemeClr val="tx1">
                    <a:lumMod val="65000"/>
                    <a:lumOff val="35000"/>
                  </a:schemeClr>
                </a:solidFill>
                <a:latin typeface="微软雅黑" panose="020B0503020204020204" charset="-122"/>
                <a:ea typeface="微软雅黑" panose="020B0503020204020204" charset="-122"/>
              </a:rPr>
              <a:t>测试用例开发原则</a:t>
            </a:r>
            <a:endParaRPr kumimoji="1" lang="zh-CN" altLang="en-US" sz="1500" b="0" dirty="0">
              <a:solidFill>
                <a:schemeClr val="tx1">
                  <a:lumMod val="65000"/>
                  <a:lumOff val="35000"/>
                </a:schemeClr>
              </a:solidFill>
              <a:latin typeface="微软雅黑" panose="020B0503020204020204" charset="-122"/>
              <a:ea typeface="微软雅黑" panose="020B0503020204020204" charset="-122"/>
            </a:endParaRPr>
          </a:p>
        </p:txBody>
      </p:sp>
      <p:sp>
        <p:nvSpPr>
          <p:cNvPr id="4" name="Shape 1869"/>
          <p:cNvSpPr/>
          <p:nvPr/>
        </p:nvSpPr>
        <p:spPr>
          <a:xfrm rot="10800000">
            <a:off x="2934845" y="935029"/>
            <a:ext cx="3274313" cy="1633397"/>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cubicBezTo>
                  <a:pt x="8036" y="0"/>
                  <a:pt x="5272" y="2114"/>
                  <a:pt x="3163" y="6342"/>
                </a:cubicBezTo>
                <a:cubicBezTo>
                  <a:pt x="1060" y="10557"/>
                  <a:pt x="7" y="16076"/>
                  <a:pt x="0" y="21600"/>
                </a:cubicBezTo>
                <a:lnTo>
                  <a:pt x="21600" y="21600"/>
                </a:lnTo>
                <a:cubicBezTo>
                  <a:pt x="21593" y="16076"/>
                  <a:pt x="20540" y="10557"/>
                  <a:pt x="18437" y="6342"/>
                </a:cubicBezTo>
                <a:cubicBezTo>
                  <a:pt x="16328" y="2114"/>
                  <a:pt x="13564" y="0"/>
                  <a:pt x="10800" y="0"/>
                </a:cubicBezTo>
                <a:close/>
              </a:path>
            </a:pathLst>
          </a:custGeom>
          <a:blipFill rotWithShape="1">
            <a:blip r:embed="rId1"/>
            <a:stretch>
              <a:fillRect/>
            </a:stretch>
          </a:blipFill>
          <a:ln w="12700">
            <a:miter lim="400000"/>
          </a:ln>
        </p:spPr>
        <p:txBody>
          <a:bodyPr lIns="14286" tIns="14286" rIns="14286" bIns="14286" anchor="ctr"/>
          <a:lstStyle/>
          <a:p>
            <a:pPr>
              <a:lnSpc>
                <a:spcPct val="120000"/>
              </a:lnSpc>
            </a:pPr>
            <a:endParaRPr sz="1350" dirty="0">
              <a:solidFill>
                <a:srgbClr val="53585F"/>
              </a:solidFill>
              <a:latin typeface="微软雅黑" panose="020B0503020204020204" charset="-122"/>
              <a:ea typeface="微软雅黑" panose="020B0503020204020204" charset="-122"/>
              <a:sym typeface="Arial" panose="020B0604020202020204" pitchFamily="34" charset="0"/>
            </a:endParaRPr>
          </a:p>
        </p:txBody>
      </p:sp>
      <p:sp>
        <p:nvSpPr>
          <p:cNvPr id="6" name="Text Placeholder 4"/>
          <p:cNvSpPr txBox="1"/>
          <p:nvPr/>
        </p:nvSpPr>
        <p:spPr>
          <a:xfrm>
            <a:off x="323850" y="1828165"/>
            <a:ext cx="1781810" cy="1359535"/>
          </a:xfrm>
          <a:prstGeom prst="rect">
            <a:avLst/>
          </a:prstGeom>
        </p:spPr>
        <p:txBody>
          <a:bodyPr wrap="square" lIns="68543" tIns="34272" rIns="68543" bIns="34272">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83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defTabSz="914400">
              <a:lnSpc>
                <a:spcPct val="150000"/>
              </a:lnSpc>
              <a:buFont typeface="Arial" panose="020B0604020202020204" pitchFamily="34" charset="0"/>
              <a:buNone/>
            </a:pPr>
            <a:r>
              <a:rPr lang="zh-CN" altLang="id-ID" sz="1400" dirty="0">
                <a:solidFill>
                  <a:schemeClr val="tx1"/>
                </a:solidFill>
                <a:latin typeface="微软雅黑" panose="020B0503020204020204" charset="-122"/>
                <a:ea typeface="微软雅黑" panose="020B0503020204020204" charset="-122"/>
                <a:cs typeface="Segoe UI Semilight" panose="020B0402040204020203" pitchFamily="34" charset="0"/>
                <a:sym typeface="Arial" panose="020B0604020202020204" pitchFamily="34" charset="0"/>
              </a:rPr>
              <a:t>测试用例编写的主要依据为项目提供的需求说明书和相关技术规范文档；</a:t>
            </a:r>
            <a:r>
              <a:rPr lang="zh-CN" altLang="id-ID" sz="1400" dirty="0">
                <a:solidFill>
                  <a:schemeClr val="tx1">
                    <a:lumMod val="50000"/>
                    <a:lumOff val="50000"/>
                  </a:schemeClr>
                </a:solidFill>
                <a:latin typeface="微软雅黑" panose="020B0503020204020204" charset="-122"/>
                <a:ea typeface="微软雅黑" panose="020B0503020204020204" charset="-122"/>
                <a:cs typeface="Segoe UI Semilight" panose="020B0402040204020203" pitchFamily="34" charset="0"/>
                <a:sym typeface="Arial" panose="020B0604020202020204" pitchFamily="34" charset="0"/>
              </a:rPr>
              <a:t> </a:t>
            </a:r>
            <a:endParaRPr lang="zh-CN" altLang="id-ID" sz="1400" dirty="0">
              <a:solidFill>
                <a:schemeClr val="tx1">
                  <a:lumMod val="50000"/>
                  <a:lumOff val="50000"/>
                </a:schemeClr>
              </a:solidFill>
              <a:latin typeface="微软雅黑" panose="020B0503020204020204" charset="-122"/>
              <a:ea typeface="微软雅黑" panose="020B0503020204020204" charset="-122"/>
              <a:cs typeface="Segoe UI Semilight" panose="020B0402040204020203" pitchFamily="34" charset="0"/>
              <a:sym typeface="Arial" panose="020B0604020202020204" pitchFamily="34" charset="0"/>
            </a:endParaRPr>
          </a:p>
        </p:txBody>
      </p:sp>
      <p:sp>
        <p:nvSpPr>
          <p:cNvPr id="7" name="Shape 1851"/>
          <p:cNvSpPr/>
          <p:nvPr/>
        </p:nvSpPr>
        <p:spPr>
          <a:xfrm>
            <a:off x="302617" y="1105277"/>
            <a:ext cx="914400" cy="332105"/>
          </a:xfrm>
          <a:prstGeom prst="rect">
            <a:avLst/>
          </a:prstGeom>
          <a:noFill/>
        </p:spPr>
        <p:txBody>
          <a:bodyPr wrap="none" lIns="0" tIns="0" rIns="0" bIns="0" rtlCol="0">
            <a:spAutoFit/>
          </a:bodyPr>
          <a:lstStyle/>
          <a:p>
            <a:pPr algn="r">
              <a:lnSpc>
                <a:spcPct val="120000"/>
              </a:lnSpc>
            </a:pPr>
            <a:r>
              <a:rPr lang="zh-CN" b="1" dirty="0">
                <a:solidFill>
                  <a:schemeClr val="tx1">
                    <a:lumMod val="65000"/>
                    <a:lumOff val="35000"/>
                  </a:schemeClr>
                </a:solidFill>
                <a:latin typeface="Arial" panose="020B0604020202020204" pitchFamily="34" charset="0"/>
                <a:ea typeface="微软雅黑" panose="020B0503020204020204" charset="-122"/>
                <a:cs typeface="+mn-ea"/>
                <a:sym typeface="Arial" panose="020B0604020202020204" pitchFamily="34" charset="0"/>
              </a:rPr>
              <a:t>依据原则</a:t>
            </a:r>
            <a:endParaRPr lang="zh-CN" b="1" dirty="0">
              <a:solidFill>
                <a:schemeClr val="tx1">
                  <a:lumMod val="65000"/>
                  <a:lumOff val="35000"/>
                </a:schemeClr>
              </a:solidFill>
              <a:latin typeface="Arial" panose="020B0604020202020204" pitchFamily="34" charset="0"/>
              <a:ea typeface="微软雅黑" panose="020B0503020204020204" charset="-122"/>
              <a:cs typeface="+mn-ea"/>
              <a:sym typeface="Arial" panose="020B0604020202020204" pitchFamily="34" charset="0"/>
            </a:endParaRPr>
          </a:p>
        </p:txBody>
      </p:sp>
      <p:sp>
        <p:nvSpPr>
          <p:cNvPr id="8" name="Shape 1852"/>
          <p:cNvSpPr/>
          <p:nvPr/>
        </p:nvSpPr>
        <p:spPr>
          <a:xfrm>
            <a:off x="1431474" y="934514"/>
            <a:ext cx="673914" cy="673951"/>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1"/>
          </a:solidFill>
          <a:ln w="12700" cap="flat">
            <a:noFill/>
            <a:miter lim="400000"/>
          </a:ln>
          <a:effectLst/>
        </p:spPr>
        <p:txBody>
          <a:bodyPr wrap="square" lIns="19048" tIns="19048" rIns="19048" bIns="19048" numCol="1" anchor="ctr">
            <a:noAutofit/>
          </a:bodyPr>
          <a:lstStyle/>
          <a:p>
            <a:pPr>
              <a:lnSpc>
                <a:spcPct val="120000"/>
              </a:lnSpc>
            </a:pPr>
            <a:endParaRPr sz="1350" dirty="0">
              <a:solidFill>
                <a:srgbClr val="53585F"/>
              </a:solidFill>
              <a:latin typeface="微软雅黑" panose="020B0503020204020204" charset="-122"/>
              <a:ea typeface="微软雅黑" panose="020B0503020204020204" charset="-122"/>
              <a:sym typeface="Arial" panose="020B0604020202020204" pitchFamily="34" charset="0"/>
            </a:endParaRPr>
          </a:p>
        </p:txBody>
      </p:sp>
      <p:sp>
        <p:nvSpPr>
          <p:cNvPr id="10" name="Shape 1855"/>
          <p:cNvSpPr/>
          <p:nvPr/>
        </p:nvSpPr>
        <p:spPr>
          <a:xfrm>
            <a:off x="1333500" y="3758565"/>
            <a:ext cx="2782570" cy="1359535"/>
          </a:xfrm>
          <a:prstGeom prst="rect">
            <a:avLst/>
          </a:prstGeom>
        </p:spPr>
        <p:txBody>
          <a:bodyPr wrap="square" lIns="68543" tIns="34272" rIns="68543" bIns="34272">
            <a:spAutoFit/>
          </a:bodyPr>
          <a:lstStyle/>
          <a:p>
            <a:pPr algn="ctr">
              <a:lnSpc>
                <a:spcPct val="150000"/>
              </a:lnSpc>
            </a:pPr>
            <a:r>
              <a:rPr sz="1400" dirty="0">
                <a:solidFill>
                  <a:schemeClr val="tx1"/>
                </a:solidFill>
                <a:latin typeface="微软雅黑" panose="020B0503020204020204" charset="-122"/>
                <a:ea typeface="微软雅黑" panose="020B0503020204020204" charset="-122"/>
                <a:cs typeface="Segoe UI Semilight" panose="020B0402040204020203" pitchFamily="34" charset="0"/>
                <a:sym typeface="Arial" panose="020B0604020202020204" pitchFamily="34" charset="0"/>
              </a:rPr>
              <a:t>对于需求说明书和相关技术规范中要求的主要功能点进行全覆盖测试，要求所有功能均能正常实现；</a:t>
            </a:r>
            <a:endParaRPr sz="1400" dirty="0">
              <a:solidFill>
                <a:schemeClr val="tx1"/>
              </a:solidFill>
              <a:latin typeface="微软雅黑" panose="020B0503020204020204" charset="-122"/>
              <a:ea typeface="微软雅黑" panose="020B0503020204020204" charset="-122"/>
              <a:cs typeface="Segoe UI Semilight" panose="020B0402040204020203" pitchFamily="34" charset="0"/>
              <a:sym typeface="Arial" panose="020B0604020202020204" pitchFamily="34" charset="0"/>
            </a:endParaRPr>
          </a:p>
        </p:txBody>
      </p:sp>
      <p:sp>
        <p:nvSpPr>
          <p:cNvPr id="11" name="Shape 1856"/>
          <p:cNvSpPr/>
          <p:nvPr/>
        </p:nvSpPr>
        <p:spPr>
          <a:xfrm>
            <a:off x="2779877" y="3173688"/>
            <a:ext cx="1143000" cy="332105"/>
          </a:xfrm>
          <a:prstGeom prst="rect">
            <a:avLst/>
          </a:prstGeom>
          <a:noFill/>
        </p:spPr>
        <p:txBody>
          <a:bodyPr wrap="none" lIns="0" tIns="0" rIns="0" bIns="0" rtlCol="0">
            <a:spAutoFit/>
          </a:bodyPr>
          <a:lstStyle/>
          <a:p>
            <a:pPr algn="r">
              <a:lnSpc>
                <a:spcPct val="120000"/>
              </a:lnSpc>
            </a:pPr>
            <a:r>
              <a:rPr lang="zh-CN" b="1" dirty="0">
                <a:solidFill>
                  <a:schemeClr val="tx1">
                    <a:lumMod val="65000"/>
                    <a:lumOff val="35000"/>
                  </a:schemeClr>
                </a:solidFill>
                <a:latin typeface="Arial" panose="020B0604020202020204" pitchFamily="34" charset="0"/>
                <a:ea typeface="微软雅黑" panose="020B0503020204020204" charset="-122"/>
                <a:cs typeface="+mn-ea"/>
                <a:sym typeface="Arial" panose="020B0604020202020204" pitchFamily="34" charset="0"/>
              </a:rPr>
              <a:t>全覆盖原则</a:t>
            </a:r>
            <a:endParaRPr lang="zh-CN" b="1" dirty="0">
              <a:solidFill>
                <a:schemeClr val="tx1">
                  <a:lumMod val="65000"/>
                  <a:lumOff val="35000"/>
                </a:schemeClr>
              </a:solidFill>
              <a:latin typeface="Arial" panose="020B0604020202020204" pitchFamily="34" charset="0"/>
              <a:ea typeface="微软雅黑" panose="020B0503020204020204" charset="-122"/>
              <a:cs typeface="+mn-ea"/>
              <a:sym typeface="Arial" panose="020B0604020202020204" pitchFamily="34" charset="0"/>
            </a:endParaRPr>
          </a:p>
        </p:txBody>
      </p:sp>
      <p:sp>
        <p:nvSpPr>
          <p:cNvPr id="13" name="Shape 1859"/>
          <p:cNvSpPr/>
          <p:nvPr/>
        </p:nvSpPr>
        <p:spPr>
          <a:xfrm>
            <a:off x="4333875" y="3758565"/>
            <a:ext cx="4455160" cy="1359535"/>
          </a:xfrm>
          <a:prstGeom prst="rect">
            <a:avLst/>
          </a:prstGeom>
        </p:spPr>
        <p:txBody>
          <a:bodyPr wrap="square" lIns="68543" tIns="34272" rIns="68543" bIns="34272">
            <a:spAutoFit/>
          </a:bodyPr>
          <a:lstStyle/>
          <a:p>
            <a:pPr algn="ctr">
              <a:lnSpc>
                <a:spcPct val="150000"/>
              </a:lnSpc>
            </a:pPr>
            <a:r>
              <a:rPr sz="1400" dirty="0">
                <a:solidFill>
                  <a:schemeClr val="tx1"/>
                </a:solidFill>
                <a:latin typeface="微软雅黑" panose="020B0503020204020204" charset="-122"/>
                <a:ea typeface="微软雅黑" panose="020B0503020204020204" charset="-122"/>
                <a:cs typeface="Segoe UI Semilight" panose="020B0402040204020203" pitchFamily="34" charset="0"/>
                <a:sym typeface="Arial" panose="020B0604020202020204" pitchFamily="34" charset="0"/>
              </a:rPr>
              <a:t>所有测试案例的编写要求规范，对于所有被测的功能点，应用程序均应该按照需求说明书和相关技术规范中的给定形式，在规定的边界值范围内使用相应的工具、资源和数据执行其功能；</a:t>
            </a:r>
            <a:r>
              <a:rPr sz="1400" dirty="0">
                <a:solidFill>
                  <a:schemeClr val="tx1">
                    <a:lumMod val="50000"/>
                    <a:lumOff val="50000"/>
                  </a:schemeClr>
                </a:solidFill>
                <a:latin typeface="微软雅黑" panose="020B0503020204020204" charset="-122"/>
                <a:ea typeface="微软雅黑" panose="020B0503020204020204" charset="-122"/>
                <a:cs typeface="Segoe UI Semilight" panose="020B0402040204020203" pitchFamily="34" charset="0"/>
                <a:sym typeface="Arial" panose="020B0604020202020204" pitchFamily="34" charset="0"/>
              </a:rPr>
              <a:t> </a:t>
            </a:r>
            <a:endParaRPr sz="1400" dirty="0">
              <a:solidFill>
                <a:schemeClr val="tx1">
                  <a:lumMod val="50000"/>
                  <a:lumOff val="50000"/>
                </a:schemeClr>
              </a:solidFill>
              <a:latin typeface="微软雅黑" panose="020B0503020204020204" charset="-122"/>
              <a:ea typeface="微软雅黑" panose="020B0503020204020204" charset="-122"/>
              <a:cs typeface="Segoe UI Semilight" panose="020B0402040204020203" pitchFamily="34" charset="0"/>
              <a:sym typeface="Arial" panose="020B0604020202020204" pitchFamily="34" charset="0"/>
            </a:endParaRPr>
          </a:p>
        </p:txBody>
      </p:sp>
      <p:sp>
        <p:nvSpPr>
          <p:cNvPr id="14" name="Shape 1860"/>
          <p:cNvSpPr/>
          <p:nvPr/>
        </p:nvSpPr>
        <p:spPr>
          <a:xfrm>
            <a:off x="5575375" y="3116394"/>
            <a:ext cx="914400" cy="332105"/>
          </a:xfrm>
          <a:prstGeom prst="rect">
            <a:avLst/>
          </a:prstGeom>
          <a:noFill/>
        </p:spPr>
        <p:txBody>
          <a:bodyPr wrap="none" lIns="0" tIns="0" rIns="0" bIns="0" rtlCol="0">
            <a:spAutoFit/>
          </a:bodyPr>
          <a:lstStyle/>
          <a:p>
            <a:pPr algn="r">
              <a:lnSpc>
                <a:spcPct val="120000"/>
              </a:lnSpc>
            </a:pPr>
            <a:r>
              <a:rPr lang="zh-CN" altLang="en-US" b="1" dirty="0">
                <a:solidFill>
                  <a:schemeClr val="tx1">
                    <a:lumMod val="65000"/>
                    <a:lumOff val="35000"/>
                  </a:schemeClr>
                </a:solidFill>
                <a:latin typeface="Arial" panose="020B0604020202020204" pitchFamily="34" charset="0"/>
                <a:ea typeface="微软雅黑" panose="020B0503020204020204" charset="-122"/>
                <a:cs typeface="+mn-ea"/>
                <a:sym typeface="Arial" panose="020B0604020202020204" pitchFamily="34" charset="0"/>
              </a:rPr>
              <a:t>规范原则</a:t>
            </a:r>
            <a:endParaRPr lang="zh-CN" altLang="en-US" b="1" dirty="0">
              <a:solidFill>
                <a:schemeClr val="tx1">
                  <a:lumMod val="65000"/>
                  <a:lumOff val="35000"/>
                </a:schemeClr>
              </a:solidFill>
              <a:latin typeface="Arial" panose="020B0604020202020204" pitchFamily="34" charset="0"/>
              <a:ea typeface="微软雅黑" panose="020B0503020204020204" charset="-122"/>
              <a:cs typeface="+mn-ea"/>
              <a:sym typeface="Arial" panose="020B0604020202020204" pitchFamily="34" charset="0"/>
            </a:endParaRPr>
          </a:p>
        </p:txBody>
      </p:sp>
      <p:sp>
        <p:nvSpPr>
          <p:cNvPr id="15" name="Shape 1861"/>
          <p:cNvSpPr/>
          <p:nvPr/>
        </p:nvSpPr>
        <p:spPr>
          <a:xfrm>
            <a:off x="4779405" y="2985559"/>
            <a:ext cx="675337" cy="675374"/>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3"/>
          </a:solidFill>
          <a:ln w="12700" cap="flat">
            <a:noFill/>
            <a:miter lim="400000"/>
          </a:ln>
          <a:effectLst/>
        </p:spPr>
        <p:txBody>
          <a:bodyPr wrap="square" lIns="19048" tIns="19048" rIns="19048" bIns="19048" numCol="1" anchor="ctr">
            <a:noAutofit/>
          </a:bodyPr>
          <a:lstStyle/>
          <a:p>
            <a:pPr>
              <a:lnSpc>
                <a:spcPct val="120000"/>
              </a:lnSpc>
            </a:pPr>
            <a:endParaRPr sz="1350" dirty="0">
              <a:solidFill>
                <a:srgbClr val="53585F"/>
              </a:solidFill>
              <a:latin typeface="微软雅黑" panose="020B0503020204020204" charset="-122"/>
              <a:ea typeface="微软雅黑" panose="020B0503020204020204" charset="-122"/>
              <a:sym typeface="Arial" panose="020B0604020202020204" pitchFamily="34" charset="0"/>
            </a:endParaRPr>
          </a:p>
        </p:txBody>
      </p:sp>
      <p:sp>
        <p:nvSpPr>
          <p:cNvPr id="17" name="Shape 1864"/>
          <p:cNvSpPr/>
          <p:nvPr/>
        </p:nvSpPr>
        <p:spPr>
          <a:xfrm>
            <a:off x="6699885" y="1825625"/>
            <a:ext cx="1987550" cy="1359535"/>
          </a:xfrm>
          <a:prstGeom prst="rect">
            <a:avLst/>
          </a:prstGeom>
        </p:spPr>
        <p:txBody>
          <a:bodyPr wrap="square" lIns="68543" tIns="34272" rIns="68543" bIns="34272">
            <a:spAutoFit/>
          </a:bodyPr>
          <a:lstStyle/>
          <a:p>
            <a:pPr algn="ctr">
              <a:lnSpc>
                <a:spcPct val="150000"/>
              </a:lnSpc>
            </a:pPr>
            <a:r>
              <a:rPr sz="1400" dirty="0">
                <a:solidFill>
                  <a:schemeClr val="tx1"/>
                </a:solidFill>
                <a:latin typeface="微软雅黑" panose="020B0503020204020204" charset="-122"/>
                <a:ea typeface="微软雅黑" panose="020B0503020204020204" charset="-122"/>
                <a:cs typeface="Segoe UI Semilight" panose="020B0402040204020203" pitchFamily="34" charset="0"/>
                <a:sym typeface="Arial" panose="020B0604020202020204" pitchFamily="34" charset="0"/>
              </a:rPr>
              <a:t>测试不仅仅针对系统功能特性进行测试，对系统的其他质量特性也进行全面的测试与评估</a:t>
            </a:r>
            <a:r>
              <a:rPr lang="zh-CN" altLang="en-US" sz="1400" dirty="0">
                <a:solidFill>
                  <a:schemeClr val="tx1"/>
                </a:solidFill>
                <a:latin typeface="微软雅黑" panose="020B0503020204020204" charset="-122"/>
                <a:ea typeface="微软雅黑" panose="020B0503020204020204" charset="-122"/>
                <a:cs typeface="Segoe UI Semilight" panose="020B0402040204020203" pitchFamily="34" charset="0"/>
                <a:sym typeface="Arial" panose="020B0604020202020204" pitchFamily="34" charset="0"/>
              </a:rPr>
              <a:t>。</a:t>
            </a:r>
            <a:endParaRPr lang="zh-CN" altLang="en-US" sz="1400" dirty="0">
              <a:solidFill>
                <a:schemeClr val="tx1"/>
              </a:solidFill>
              <a:latin typeface="微软雅黑" panose="020B0503020204020204" charset="-122"/>
              <a:ea typeface="微软雅黑" panose="020B0503020204020204" charset="-122"/>
              <a:cs typeface="Segoe UI Semilight" panose="020B0402040204020203" pitchFamily="34" charset="0"/>
              <a:sym typeface="Arial" panose="020B0604020202020204" pitchFamily="34" charset="0"/>
            </a:endParaRPr>
          </a:p>
        </p:txBody>
      </p:sp>
      <p:sp>
        <p:nvSpPr>
          <p:cNvPr id="18" name="Shape 1865"/>
          <p:cNvSpPr/>
          <p:nvPr/>
        </p:nvSpPr>
        <p:spPr>
          <a:xfrm>
            <a:off x="7667425" y="1119883"/>
            <a:ext cx="914400" cy="332105"/>
          </a:xfrm>
          <a:prstGeom prst="rect">
            <a:avLst/>
          </a:prstGeom>
          <a:noFill/>
        </p:spPr>
        <p:txBody>
          <a:bodyPr wrap="none" lIns="0" tIns="0" rIns="0" bIns="0" rtlCol="0">
            <a:spAutoFit/>
          </a:bodyPr>
          <a:lstStyle/>
          <a:p>
            <a:pPr algn="r">
              <a:lnSpc>
                <a:spcPct val="120000"/>
              </a:lnSpc>
            </a:pPr>
            <a:r>
              <a:rPr lang="zh-CN" altLang="en-US" b="1" dirty="0">
                <a:solidFill>
                  <a:schemeClr val="tx1">
                    <a:lumMod val="65000"/>
                    <a:lumOff val="35000"/>
                  </a:schemeClr>
                </a:solidFill>
                <a:latin typeface="Arial" panose="020B0604020202020204" pitchFamily="34" charset="0"/>
                <a:ea typeface="微软雅黑" panose="020B0503020204020204" charset="-122"/>
                <a:cs typeface="+mn-ea"/>
                <a:sym typeface="Arial" panose="020B0604020202020204" pitchFamily="34" charset="0"/>
              </a:rPr>
              <a:t>全面原则</a:t>
            </a:r>
            <a:endParaRPr lang="zh-CN" altLang="en-US" b="1" dirty="0">
              <a:solidFill>
                <a:schemeClr val="tx1">
                  <a:lumMod val="65000"/>
                  <a:lumOff val="35000"/>
                </a:schemeClr>
              </a:solidFill>
              <a:latin typeface="Arial" panose="020B0604020202020204" pitchFamily="34" charset="0"/>
              <a:ea typeface="微软雅黑" panose="020B0503020204020204" charset="-122"/>
              <a:cs typeface="+mn-ea"/>
              <a:sym typeface="Arial" panose="020B0604020202020204" pitchFamily="34" charset="0"/>
            </a:endParaRPr>
          </a:p>
        </p:txBody>
      </p:sp>
      <p:sp>
        <p:nvSpPr>
          <p:cNvPr id="19" name="Shape 1866"/>
          <p:cNvSpPr/>
          <p:nvPr/>
        </p:nvSpPr>
        <p:spPr>
          <a:xfrm>
            <a:off x="6914585" y="934437"/>
            <a:ext cx="675337" cy="675374"/>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4"/>
          </a:solidFill>
          <a:ln w="12700" cap="flat">
            <a:noFill/>
            <a:miter lim="400000"/>
          </a:ln>
          <a:effectLst/>
        </p:spPr>
        <p:txBody>
          <a:bodyPr wrap="square" lIns="19048" tIns="19048" rIns="19048" bIns="19048" numCol="1" anchor="ctr">
            <a:noAutofit/>
          </a:bodyPr>
          <a:lstStyle/>
          <a:p>
            <a:pPr>
              <a:lnSpc>
                <a:spcPct val="120000"/>
              </a:lnSpc>
            </a:pPr>
            <a:endParaRPr sz="1350" dirty="0">
              <a:solidFill>
                <a:srgbClr val="53585F"/>
              </a:solidFill>
              <a:latin typeface="微软雅黑" panose="020B0503020204020204" charset="-122"/>
              <a:ea typeface="微软雅黑" panose="020B0503020204020204" charset="-122"/>
              <a:sym typeface="Arial" panose="020B0604020202020204" pitchFamily="34" charset="0"/>
            </a:endParaRPr>
          </a:p>
        </p:txBody>
      </p:sp>
      <p:sp>
        <p:nvSpPr>
          <p:cNvPr id="20" name="Shape 1857"/>
          <p:cNvSpPr/>
          <p:nvPr/>
        </p:nvSpPr>
        <p:spPr>
          <a:xfrm>
            <a:off x="1988699" y="2983341"/>
            <a:ext cx="678453" cy="678491"/>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2"/>
          </a:solidFill>
          <a:ln w="12700">
            <a:miter lim="400000"/>
          </a:ln>
        </p:spPr>
        <p:txBody>
          <a:bodyPr lIns="19048" tIns="19048" rIns="19048" bIns="19048" anchor="ctr"/>
          <a:lstStyle/>
          <a:p>
            <a:pPr>
              <a:lnSpc>
                <a:spcPct val="120000"/>
              </a:lnSpc>
            </a:pPr>
            <a:endParaRPr sz="1350" dirty="0">
              <a:solidFill>
                <a:srgbClr val="53585F"/>
              </a:solidFill>
              <a:latin typeface="微软雅黑" panose="020B0503020204020204" charset="-122"/>
              <a:ea typeface="微软雅黑" panose="020B0503020204020204" charset="-122"/>
              <a:sym typeface="Arial" panose="020B0604020202020204" pitchFamily="34" charset="0"/>
            </a:endParaRPr>
          </a:p>
        </p:txBody>
      </p:sp>
      <p:sp>
        <p:nvSpPr>
          <p:cNvPr id="22" name="Shape 1867"/>
          <p:cNvSpPr/>
          <p:nvPr/>
        </p:nvSpPr>
        <p:spPr>
          <a:xfrm>
            <a:off x="7132985" y="1147934"/>
            <a:ext cx="238537" cy="249648"/>
          </a:xfrm>
          <a:custGeom>
            <a:avLst/>
            <a:gdLst/>
            <a:ahLst/>
            <a:cxnLst>
              <a:cxn ang="0">
                <a:pos x="wd2" y="hd2"/>
              </a:cxn>
              <a:cxn ang="5400000">
                <a:pos x="wd2" y="hd2"/>
              </a:cxn>
              <a:cxn ang="10800000">
                <a:pos x="wd2" y="hd2"/>
              </a:cxn>
              <a:cxn ang="16200000">
                <a:pos x="wd2" y="hd2"/>
              </a:cxn>
            </a:cxnLst>
            <a:rect l="0" t="0" r="r" b="b"/>
            <a:pathLst>
              <a:path w="20781" h="20933" extrusionOk="0">
                <a:moveTo>
                  <a:pt x="18450" y="13962"/>
                </a:moveTo>
                <a:cubicBezTo>
                  <a:pt x="18104" y="14098"/>
                  <a:pt x="15778" y="12331"/>
                  <a:pt x="14291" y="9001"/>
                </a:cubicBezTo>
                <a:cubicBezTo>
                  <a:pt x="12804" y="5669"/>
                  <a:pt x="12992" y="2625"/>
                  <a:pt x="13337" y="2491"/>
                </a:cubicBezTo>
                <a:cubicBezTo>
                  <a:pt x="13683" y="2355"/>
                  <a:pt x="15952" y="4486"/>
                  <a:pt x="17438" y="7816"/>
                </a:cubicBezTo>
                <a:cubicBezTo>
                  <a:pt x="18925" y="11146"/>
                  <a:pt x="18797" y="13826"/>
                  <a:pt x="18450" y="13962"/>
                </a:cubicBezTo>
                <a:close/>
                <a:moveTo>
                  <a:pt x="19117" y="7012"/>
                </a:moveTo>
                <a:cubicBezTo>
                  <a:pt x="17204" y="2727"/>
                  <a:pt x="14125" y="-537"/>
                  <a:pt x="12567" y="74"/>
                </a:cubicBezTo>
                <a:cubicBezTo>
                  <a:pt x="9922" y="1108"/>
                  <a:pt x="14143" y="6078"/>
                  <a:pt x="1154" y="11160"/>
                </a:cubicBezTo>
                <a:cubicBezTo>
                  <a:pt x="32" y="11600"/>
                  <a:pt x="-253" y="13356"/>
                  <a:pt x="217" y="14406"/>
                </a:cubicBezTo>
                <a:cubicBezTo>
                  <a:pt x="685" y="15456"/>
                  <a:pt x="2220" y="16502"/>
                  <a:pt x="3342" y="16062"/>
                </a:cubicBezTo>
                <a:cubicBezTo>
                  <a:pt x="3537" y="15987"/>
                  <a:pt x="4250" y="15766"/>
                  <a:pt x="4250" y="15766"/>
                </a:cubicBezTo>
                <a:cubicBezTo>
                  <a:pt x="5051" y="16802"/>
                  <a:pt x="5889" y="16187"/>
                  <a:pt x="6186" y="16845"/>
                </a:cubicBezTo>
                <a:cubicBezTo>
                  <a:pt x="6544" y="17635"/>
                  <a:pt x="7322" y="19353"/>
                  <a:pt x="7586" y="19939"/>
                </a:cubicBezTo>
                <a:cubicBezTo>
                  <a:pt x="7850" y="20522"/>
                  <a:pt x="8450" y="21063"/>
                  <a:pt x="8885" y="20905"/>
                </a:cubicBezTo>
                <a:cubicBezTo>
                  <a:pt x="9318" y="20745"/>
                  <a:pt x="10797" y="20203"/>
                  <a:pt x="11362" y="19997"/>
                </a:cubicBezTo>
                <a:cubicBezTo>
                  <a:pt x="11927" y="19790"/>
                  <a:pt x="12062" y="19306"/>
                  <a:pt x="11889" y="18922"/>
                </a:cubicBezTo>
                <a:cubicBezTo>
                  <a:pt x="11703" y="18510"/>
                  <a:pt x="10939" y="18390"/>
                  <a:pt x="10721" y="17908"/>
                </a:cubicBezTo>
                <a:cubicBezTo>
                  <a:pt x="10503" y="17428"/>
                  <a:pt x="9791" y="15886"/>
                  <a:pt x="9586" y="15400"/>
                </a:cubicBezTo>
                <a:cubicBezTo>
                  <a:pt x="9308" y="14739"/>
                  <a:pt x="9899" y="14201"/>
                  <a:pt x="10759" y="14116"/>
                </a:cubicBezTo>
                <a:cubicBezTo>
                  <a:pt x="16671" y="13522"/>
                  <a:pt x="17775" y="17037"/>
                  <a:pt x="19789" y="16249"/>
                </a:cubicBezTo>
                <a:cubicBezTo>
                  <a:pt x="21347" y="15640"/>
                  <a:pt x="21030" y="11296"/>
                  <a:pt x="19117" y="7012"/>
                </a:cubicBezTo>
                <a:close/>
              </a:path>
            </a:pathLst>
          </a:custGeom>
          <a:solidFill>
            <a:srgbClr val="FFFFFF"/>
          </a:solidFill>
          <a:ln w="12700" cap="flat">
            <a:noFill/>
            <a:miter lim="400000"/>
          </a:ln>
          <a:effectLst/>
        </p:spPr>
        <p:txBody>
          <a:bodyPr wrap="square" lIns="0" tIns="0" rIns="0" bIns="0" numCol="1" anchor="ctr">
            <a:noAutofit/>
          </a:bodyPr>
          <a:lstStyle/>
          <a:p>
            <a:pPr>
              <a:lnSpc>
                <a:spcPct val="120000"/>
              </a:lnSpc>
            </a:pPr>
            <a:endParaRPr sz="1350" dirty="0">
              <a:solidFill>
                <a:srgbClr val="53585F"/>
              </a:solidFill>
              <a:latin typeface="微软雅黑" panose="020B0503020204020204" charset="-122"/>
              <a:ea typeface="微软雅黑" panose="020B0503020204020204" charset="-122"/>
              <a:sym typeface="Arial" panose="020B0604020202020204" pitchFamily="34" charset="0"/>
            </a:endParaRPr>
          </a:p>
        </p:txBody>
      </p:sp>
      <p:pic>
        <p:nvPicPr>
          <p:cNvPr id="3" name="图片 2" descr="3476611"/>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229100" y="1740535"/>
            <a:ext cx="685800" cy="827405"/>
          </a:xfrm>
          <a:prstGeom prst="rect">
            <a:avLst/>
          </a:prstGeom>
        </p:spPr>
      </p:pic>
      <p:sp>
        <p:nvSpPr>
          <p:cNvPr id="5" name="Shape 1867"/>
          <p:cNvSpPr/>
          <p:nvPr/>
        </p:nvSpPr>
        <p:spPr>
          <a:xfrm>
            <a:off x="1648301" y="1146784"/>
            <a:ext cx="238601" cy="250031"/>
          </a:xfrm>
          <a:custGeom>
            <a:avLst/>
            <a:gdLst/>
            <a:ahLst/>
            <a:cxnLst>
              <a:cxn ang="0">
                <a:pos x="wd2" y="hd2"/>
              </a:cxn>
              <a:cxn ang="5400000">
                <a:pos x="wd2" y="hd2"/>
              </a:cxn>
              <a:cxn ang="10800000">
                <a:pos x="wd2" y="hd2"/>
              </a:cxn>
              <a:cxn ang="16200000">
                <a:pos x="wd2" y="hd2"/>
              </a:cxn>
            </a:cxnLst>
            <a:rect l="0" t="0" r="r" b="b"/>
            <a:pathLst>
              <a:path w="20781" h="20933" extrusionOk="0">
                <a:moveTo>
                  <a:pt x="18450" y="13962"/>
                </a:moveTo>
                <a:cubicBezTo>
                  <a:pt x="18104" y="14098"/>
                  <a:pt x="15778" y="12331"/>
                  <a:pt x="14291" y="9001"/>
                </a:cubicBezTo>
                <a:cubicBezTo>
                  <a:pt x="12804" y="5669"/>
                  <a:pt x="12992" y="2625"/>
                  <a:pt x="13337" y="2491"/>
                </a:cubicBezTo>
                <a:cubicBezTo>
                  <a:pt x="13683" y="2355"/>
                  <a:pt x="15952" y="4486"/>
                  <a:pt x="17438" y="7816"/>
                </a:cubicBezTo>
                <a:cubicBezTo>
                  <a:pt x="18925" y="11146"/>
                  <a:pt x="18797" y="13826"/>
                  <a:pt x="18450" y="13962"/>
                </a:cubicBezTo>
                <a:close/>
                <a:moveTo>
                  <a:pt x="19117" y="7012"/>
                </a:moveTo>
                <a:cubicBezTo>
                  <a:pt x="17204" y="2727"/>
                  <a:pt x="14125" y="-537"/>
                  <a:pt x="12567" y="74"/>
                </a:cubicBezTo>
                <a:cubicBezTo>
                  <a:pt x="9922" y="1108"/>
                  <a:pt x="14143" y="6078"/>
                  <a:pt x="1154" y="11160"/>
                </a:cubicBezTo>
                <a:cubicBezTo>
                  <a:pt x="32" y="11600"/>
                  <a:pt x="-253" y="13356"/>
                  <a:pt x="217" y="14406"/>
                </a:cubicBezTo>
                <a:cubicBezTo>
                  <a:pt x="685" y="15456"/>
                  <a:pt x="2220" y="16502"/>
                  <a:pt x="3342" y="16062"/>
                </a:cubicBezTo>
                <a:cubicBezTo>
                  <a:pt x="3537" y="15987"/>
                  <a:pt x="4250" y="15766"/>
                  <a:pt x="4250" y="15766"/>
                </a:cubicBezTo>
                <a:cubicBezTo>
                  <a:pt x="5051" y="16802"/>
                  <a:pt x="5889" y="16187"/>
                  <a:pt x="6186" y="16845"/>
                </a:cubicBezTo>
                <a:cubicBezTo>
                  <a:pt x="6544" y="17635"/>
                  <a:pt x="7322" y="19353"/>
                  <a:pt x="7586" y="19939"/>
                </a:cubicBezTo>
                <a:cubicBezTo>
                  <a:pt x="7850" y="20522"/>
                  <a:pt x="8450" y="21063"/>
                  <a:pt x="8885" y="20905"/>
                </a:cubicBezTo>
                <a:cubicBezTo>
                  <a:pt x="9318" y="20745"/>
                  <a:pt x="10797" y="20203"/>
                  <a:pt x="11362" y="19997"/>
                </a:cubicBezTo>
                <a:cubicBezTo>
                  <a:pt x="11927" y="19790"/>
                  <a:pt x="12062" y="19306"/>
                  <a:pt x="11889" y="18922"/>
                </a:cubicBezTo>
                <a:cubicBezTo>
                  <a:pt x="11703" y="18510"/>
                  <a:pt x="10939" y="18390"/>
                  <a:pt x="10721" y="17908"/>
                </a:cubicBezTo>
                <a:cubicBezTo>
                  <a:pt x="10503" y="17428"/>
                  <a:pt x="9791" y="15886"/>
                  <a:pt x="9586" y="15400"/>
                </a:cubicBezTo>
                <a:cubicBezTo>
                  <a:pt x="9308" y="14739"/>
                  <a:pt x="9899" y="14201"/>
                  <a:pt x="10759" y="14116"/>
                </a:cubicBezTo>
                <a:cubicBezTo>
                  <a:pt x="16671" y="13522"/>
                  <a:pt x="17775" y="17037"/>
                  <a:pt x="19789" y="16249"/>
                </a:cubicBezTo>
                <a:cubicBezTo>
                  <a:pt x="21347" y="15640"/>
                  <a:pt x="21030" y="11296"/>
                  <a:pt x="19117" y="7012"/>
                </a:cubicBezTo>
                <a:close/>
              </a:path>
            </a:pathLst>
          </a:custGeom>
          <a:solidFill>
            <a:srgbClr val="FFFFFF"/>
          </a:solidFill>
          <a:ln w="12700" cap="flat">
            <a:noFill/>
            <a:miter lim="400000"/>
          </a:ln>
          <a:effectLst/>
        </p:spPr>
        <p:txBody>
          <a:bodyPr wrap="square" lIns="0" tIns="0" rIns="0" bIns="0" numCol="1" anchor="ctr">
            <a:noAutofit/>
          </a:bodyPr>
          <a:p>
            <a:pPr>
              <a:lnSpc>
                <a:spcPct val="120000"/>
              </a:lnSpc>
            </a:pPr>
            <a:endParaRPr sz="1350" dirty="0">
              <a:solidFill>
                <a:srgbClr val="53585F"/>
              </a:solidFill>
              <a:latin typeface="微软雅黑" panose="020B0503020204020204" charset="-122"/>
              <a:ea typeface="微软雅黑" panose="020B0503020204020204" charset="-122"/>
              <a:sym typeface="Arial" panose="020B0604020202020204" pitchFamily="34" charset="0"/>
            </a:endParaRPr>
          </a:p>
        </p:txBody>
      </p:sp>
      <p:sp>
        <p:nvSpPr>
          <p:cNvPr id="23" name="Shape 1867"/>
          <p:cNvSpPr/>
          <p:nvPr/>
        </p:nvSpPr>
        <p:spPr>
          <a:xfrm>
            <a:off x="2208401" y="3187872"/>
            <a:ext cx="238537" cy="249648"/>
          </a:xfrm>
          <a:custGeom>
            <a:avLst/>
            <a:gdLst/>
            <a:ahLst/>
            <a:cxnLst>
              <a:cxn ang="0">
                <a:pos x="wd2" y="hd2"/>
              </a:cxn>
              <a:cxn ang="5400000">
                <a:pos x="wd2" y="hd2"/>
              </a:cxn>
              <a:cxn ang="10800000">
                <a:pos x="wd2" y="hd2"/>
              </a:cxn>
              <a:cxn ang="16200000">
                <a:pos x="wd2" y="hd2"/>
              </a:cxn>
            </a:cxnLst>
            <a:rect l="0" t="0" r="r" b="b"/>
            <a:pathLst>
              <a:path w="20781" h="20933" extrusionOk="0">
                <a:moveTo>
                  <a:pt x="18450" y="13962"/>
                </a:moveTo>
                <a:cubicBezTo>
                  <a:pt x="18104" y="14098"/>
                  <a:pt x="15778" y="12331"/>
                  <a:pt x="14291" y="9001"/>
                </a:cubicBezTo>
                <a:cubicBezTo>
                  <a:pt x="12804" y="5669"/>
                  <a:pt x="12992" y="2625"/>
                  <a:pt x="13337" y="2491"/>
                </a:cubicBezTo>
                <a:cubicBezTo>
                  <a:pt x="13683" y="2355"/>
                  <a:pt x="15952" y="4486"/>
                  <a:pt x="17438" y="7816"/>
                </a:cubicBezTo>
                <a:cubicBezTo>
                  <a:pt x="18925" y="11146"/>
                  <a:pt x="18797" y="13826"/>
                  <a:pt x="18450" y="13962"/>
                </a:cubicBezTo>
                <a:close/>
                <a:moveTo>
                  <a:pt x="19117" y="7012"/>
                </a:moveTo>
                <a:cubicBezTo>
                  <a:pt x="17204" y="2727"/>
                  <a:pt x="14125" y="-537"/>
                  <a:pt x="12567" y="74"/>
                </a:cubicBezTo>
                <a:cubicBezTo>
                  <a:pt x="9922" y="1108"/>
                  <a:pt x="14143" y="6078"/>
                  <a:pt x="1154" y="11160"/>
                </a:cubicBezTo>
                <a:cubicBezTo>
                  <a:pt x="32" y="11600"/>
                  <a:pt x="-253" y="13356"/>
                  <a:pt x="217" y="14406"/>
                </a:cubicBezTo>
                <a:cubicBezTo>
                  <a:pt x="685" y="15456"/>
                  <a:pt x="2220" y="16502"/>
                  <a:pt x="3342" y="16062"/>
                </a:cubicBezTo>
                <a:cubicBezTo>
                  <a:pt x="3537" y="15987"/>
                  <a:pt x="4250" y="15766"/>
                  <a:pt x="4250" y="15766"/>
                </a:cubicBezTo>
                <a:cubicBezTo>
                  <a:pt x="5051" y="16802"/>
                  <a:pt x="5889" y="16187"/>
                  <a:pt x="6186" y="16845"/>
                </a:cubicBezTo>
                <a:cubicBezTo>
                  <a:pt x="6544" y="17635"/>
                  <a:pt x="7322" y="19353"/>
                  <a:pt x="7586" y="19939"/>
                </a:cubicBezTo>
                <a:cubicBezTo>
                  <a:pt x="7850" y="20522"/>
                  <a:pt x="8450" y="21063"/>
                  <a:pt x="8885" y="20905"/>
                </a:cubicBezTo>
                <a:cubicBezTo>
                  <a:pt x="9318" y="20745"/>
                  <a:pt x="10797" y="20203"/>
                  <a:pt x="11362" y="19997"/>
                </a:cubicBezTo>
                <a:cubicBezTo>
                  <a:pt x="11927" y="19790"/>
                  <a:pt x="12062" y="19306"/>
                  <a:pt x="11889" y="18922"/>
                </a:cubicBezTo>
                <a:cubicBezTo>
                  <a:pt x="11703" y="18510"/>
                  <a:pt x="10939" y="18390"/>
                  <a:pt x="10721" y="17908"/>
                </a:cubicBezTo>
                <a:cubicBezTo>
                  <a:pt x="10503" y="17428"/>
                  <a:pt x="9791" y="15886"/>
                  <a:pt x="9586" y="15400"/>
                </a:cubicBezTo>
                <a:cubicBezTo>
                  <a:pt x="9308" y="14739"/>
                  <a:pt x="9899" y="14201"/>
                  <a:pt x="10759" y="14116"/>
                </a:cubicBezTo>
                <a:cubicBezTo>
                  <a:pt x="16671" y="13522"/>
                  <a:pt x="17775" y="17037"/>
                  <a:pt x="19789" y="16249"/>
                </a:cubicBezTo>
                <a:cubicBezTo>
                  <a:pt x="21347" y="15640"/>
                  <a:pt x="21030" y="11296"/>
                  <a:pt x="19117" y="7012"/>
                </a:cubicBezTo>
                <a:close/>
              </a:path>
            </a:pathLst>
          </a:custGeom>
          <a:solidFill>
            <a:srgbClr val="FFFFFF"/>
          </a:solidFill>
          <a:ln w="12700" cap="flat">
            <a:noFill/>
            <a:miter lim="400000"/>
          </a:ln>
          <a:effectLst/>
        </p:spPr>
        <p:txBody>
          <a:bodyPr wrap="square" lIns="0" tIns="0" rIns="0" bIns="0" numCol="1" anchor="ctr">
            <a:noAutofit/>
          </a:bodyPr>
          <a:lstStyle/>
          <a:p>
            <a:pPr>
              <a:lnSpc>
                <a:spcPct val="120000"/>
              </a:lnSpc>
            </a:pPr>
            <a:endParaRPr sz="1350" dirty="0">
              <a:solidFill>
                <a:srgbClr val="53585F"/>
              </a:solidFill>
              <a:latin typeface="微软雅黑" panose="020B0503020204020204" charset="-122"/>
              <a:ea typeface="微软雅黑" panose="020B0503020204020204" charset="-122"/>
              <a:sym typeface="Arial" panose="020B0604020202020204" pitchFamily="34" charset="0"/>
            </a:endParaRPr>
          </a:p>
        </p:txBody>
      </p:sp>
      <p:sp>
        <p:nvSpPr>
          <p:cNvPr id="24" name="Shape 1867"/>
          <p:cNvSpPr/>
          <p:nvPr/>
        </p:nvSpPr>
        <p:spPr>
          <a:xfrm>
            <a:off x="4997797" y="3198984"/>
            <a:ext cx="238537" cy="249648"/>
          </a:xfrm>
          <a:custGeom>
            <a:avLst/>
            <a:gdLst/>
            <a:ahLst/>
            <a:cxnLst>
              <a:cxn ang="0">
                <a:pos x="wd2" y="hd2"/>
              </a:cxn>
              <a:cxn ang="5400000">
                <a:pos x="wd2" y="hd2"/>
              </a:cxn>
              <a:cxn ang="10800000">
                <a:pos x="wd2" y="hd2"/>
              </a:cxn>
              <a:cxn ang="16200000">
                <a:pos x="wd2" y="hd2"/>
              </a:cxn>
            </a:cxnLst>
            <a:rect l="0" t="0" r="r" b="b"/>
            <a:pathLst>
              <a:path w="20781" h="20933" extrusionOk="0">
                <a:moveTo>
                  <a:pt x="18450" y="13962"/>
                </a:moveTo>
                <a:cubicBezTo>
                  <a:pt x="18104" y="14098"/>
                  <a:pt x="15778" y="12331"/>
                  <a:pt x="14291" y="9001"/>
                </a:cubicBezTo>
                <a:cubicBezTo>
                  <a:pt x="12804" y="5669"/>
                  <a:pt x="12992" y="2625"/>
                  <a:pt x="13337" y="2491"/>
                </a:cubicBezTo>
                <a:cubicBezTo>
                  <a:pt x="13683" y="2355"/>
                  <a:pt x="15952" y="4486"/>
                  <a:pt x="17438" y="7816"/>
                </a:cubicBezTo>
                <a:cubicBezTo>
                  <a:pt x="18925" y="11146"/>
                  <a:pt x="18797" y="13826"/>
                  <a:pt x="18450" y="13962"/>
                </a:cubicBezTo>
                <a:close/>
                <a:moveTo>
                  <a:pt x="19117" y="7012"/>
                </a:moveTo>
                <a:cubicBezTo>
                  <a:pt x="17204" y="2727"/>
                  <a:pt x="14125" y="-537"/>
                  <a:pt x="12567" y="74"/>
                </a:cubicBezTo>
                <a:cubicBezTo>
                  <a:pt x="9922" y="1108"/>
                  <a:pt x="14143" y="6078"/>
                  <a:pt x="1154" y="11160"/>
                </a:cubicBezTo>
                <a:cubicBezTo>
                  <a:pt x="32" y="11600"/>
                  <a:pt x="-253" y="13356"/>
                  <a:pt x="217" y="14406"/>
                </a:cubicBezTo>
                <a:cubicBezTo>
                  <a:pt x="685" y="15456"/>
                  <a:pt x="2220" y="16502"/>
                  <a:pt x="3342" y="16062"/>
                </a:cubicBezTo>
                <a:cubicBezTo>
                  <a:pt x="3537" y="15987"/>
                  <a:pt x="4250" y="15766"/>
                  <a:pt x="4250" y="15766"/>
                </a:cubicBezTo>
                <a:cubicBezTo>
                  <a:pt x="5051" y="16802"/>
                  <a:pt x="5889" y="16187"/>
                  <a:pt x="6186" y="16845"/>
                </a:cubicBezTo>
                <a:cubicBezTo>
                  <a:pt x="6544" y="17635"/>
                  <a:pt x="7322" y="19353"/>
                  <a:pt x="7586" y="19939"/>
                </a:cubicBezTo>
                <a:cubicBezTo>
                  <a:pt x="7850" y="20522"/>
                  <a:pt x="8450" y="21063"/>
                  <a:pt x="8885" y="20905"/>
                </a:cubicBezTo>
                <a:cubicBezTo>
                  <a:pt x="9318" y="20745"/>
                  <a:pt x="10797" y="20203"/>
                  <a:pt x="11362" y="19997"/>
                </a:cubicBezTo>
                <a:cubicBezTo>
                  <a:pt x="11927" y="19790"/>
                  <a:pt x="12062" y="19306"/>
                  <a:pt x="11889" y="18922"/>
                </a:cubicBezTo>
                <a:cubicBezTo>
                  <a:pt x="11703" y="18510"/>
                  <a:pt x="10939" y="18390"/>
                  <a:pt x="10721" y="17908"/>
                </a:cubicBezTo>
                <a:cubicBezTo>
                  <a:pt x="10503" y="17428"/>
                  <a:pt x="9791" y="15886"/>
                  <a:pt x="9586" y="15400"/>
                </a:cubicBezTo>
                <a:cubicBezTo>
                  <a:pt x="9308" y="14739"/>
                  <a:pt x="9899" y="14201"/>
                  <a:pt x="10759" y="14116"/>
                </a:cubicBezTo>
                <a:cubicBezTo>
                  <a:pt x="16671" y="13522"/>
                  <a:pt x="17775" y="17037"/>
                  <a:pt x="19789" y="16249"/>
                </a:cubicBezTo>
                <a:cubicBezTo>
                  <a:pt x="21347" y="15640"/>
                  <a:pt x="21030" y="11296"/>
                  <a:pt x="19117" y="7012"/>
                </a:cubicBezTo>
                <a:close/>
              </a:path>
            </a:pathLst>
          </a:custGeom>
          <a:solidFill>
            <a:srgbClr val="FFFFFF"/>
          </a:solidFill>
          <a:ln w="12700" cap="flat">
            <a:noFill/>
            <a:miter lim="400000"/>
          </a:ln>
          <a:effectLst/>
        </p:spPr>
        <p:txBody>
          <a:bodyPr wrap="square" lIns="0" tIns="0" rIns="0" bIns="0" numCol="1" anchor="ctr">
            <a:noAutofit/>
          </a:bodyPr>
          <a:lstStyle/>
          <a:p>
            <a:pPr>
              <a:lnSpc>
                <a:spcPct val="120000"/>
              </a:lnSpc>
            </a:pPr>
            <a:endParaRPr sz="1350" dirty="0">
              <a:solidFill>
                <a:srgbClr val="53585F"/>
              </a:solidFill>
              <a:latin typeface="微软雅黑" panose="020B0503020204020204" charset="-122"/>
              <a:ea typeface="微软雅黑" panose="020B0503020204020204" charset="-122"/>
              <a:sym typeface="Arial" panose="020B0604020202020204" pitchFamily="34" charset="0"/>
            </a:endParaRPr>
          </a:p>
        </p:txBody>
      </p:sp>
    </p:spTree>
  </p:cSld>
  <p:clrMapOvr>
    <a:masterClrMapping/>
  </p:clrMapOvr>
  <p:transition advTm="5569">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500"/>
                                        <p:tgtEl>
                                          <p:spTgt spid="1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2"/>
                                        </p:tgtEl>
                                        <p:attrNameLst>
                                          <p:attrName>style.visibility</p:attrName>
                                        </p:attrNameLst>
                                      </p:cBhvr>
                                      <p:to>
                                        <p:strVal val="visible"/>
                                      </p:to>
                                    </p:set>
                                    <p:animEffect transition="in" filter="fade">
                                      <p:cBhvr>
                                        <p:cTn id="13" dur="500"/>
                                        <p:tgtEl>
                                          <p:spTgt spid="22"/>
                                        </p:tgtEl>
                                      </p:cBhvr>
                                    </p:animEffect>
                                  </p:childTnLst>
                                </p:cTn>
                              </p:par>
                              <p:par>
                                <p:cTn id="14" presetID="18" presetClass="entr" presetSubtype="6" fill="hold" grpId="0"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strips(downRight)">
                                      <p:cBhvr>
                                        <p:cTn id="16" dur="500"/>
                                        <p:tgtEl>
                                          <p:spTgt spid="18"/>
                                        </p:tgtEl>
                                      </p:cBhvr>
                                    </p:animEffect>
                                  </p:childTnLst>
                                </p:cTn>
                              </p:par>
                              <p:par>
                                <p:cTn id="17" presetID="18" presetClass="entr" presetSubtype="6"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strips(downRight)">
                                      <p:cBhvr>
                                        <p:cTn id="19" dur="500"/>
                                        <p:tgtEl>
                                          <p:spTgt spid="17"/>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500"/>
                                        <p:tgtEl>
                                          <p:spTgt spid="15"/>
                                        </p:tgtEl>
                                      </p:cBhvr>
                                    </p:animEffect>
                                  </p:childTnLst>
                                </p:cTn>
                              </p:par>
                              <p:par>
                                <p:cTn id="23" presetID="18" presetClass="entr" presetSubtype="6"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strips(downRight)">
                                      <p:cBhvr>
                                        <p:cTn id="25" dur="500"/>
                                        <p:tgtEl>
                                          <p:spTgt spid="14"/>
                                        </p:tgtEl>
                                      </p:cBhvr>
                                    </p:animEffect>
                                  </p:childTnLst>
                                </p:cTn>
                              </p:par>
                              <p:par>
                                <p:cTn id="26" presetID="18" presetClass="entr" presetSubtype="6" fill="hold" grpId="0"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strips(downRight)">
                                      <p:cBhvr>
                                        <p:cTn id="28" dur="500"/>
                                        <p:tgtEl>
                                          <p:spTgt spid="13"/>
                                        </p:tgtEl>
                                      </p:cBhvr>
                                    </p:animEffect>
                                  </p:childTnLst>
                                </p:cTn>
                              </p:par>
                              <p:par>
                                <p:cTn id="29" presetID="18" presetClass="entr" presetSubtype="6"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strips(downRight)">
                                      <p:cBhvr>
                                        <p:cTn id="31" dur="500"/>
                                        <p:tgtEl>
                                          <p:spTgt spid="11"/>
                                        </p:tgtEl>
                                      </p:cBhvr>
                                    </p:animEffect>
                                  </p:childTnLst>
                                </p:cTn>
                              </p:par>
                              <p:par>
                                <p:cTn id="32" presetID="18" presetClass="entr" presetSubtype="6" fill="hold" grpId="0" nodeType="with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strips(downRight)">
                                      <p:cBhvr>
                                        <p:cTn id="34" dur="500"/>
                                        <p:tgtEl>
                                          <p:spTgt spid="10"/>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fade">
                                      <p:cBhvr>
                                        <p:cTn id="37" dur="500"/>
                                        <p:tgtEl>
                                          <p:spTgt spid="8"/>
                                        </p:tgtEl>
                                      </p:cBhvr>
                                    </p:animEffect>
                                  </p:childTnLst>
                                </p:cTn>
                              </p:par>
                              <p:par>
                                <p:cTn id="38" presetID="18" presetClass="entr" presetSubtype="6" fill="hold" grpId="0" nodeType="withEffect">
                                  <p:stCondLst>
                                    <p:cond delay="0"/>
                                  </p:stCondLst>
                                  <p:childTnLst>
                                    <p:set>
                                      <p:cBhvr>
                                        <p:cTn id="39" dur="1" fill="hold">
                                          <p:stCondLst>
                                            <p:cond delay="0"/>
                                          </p:stCondLst>
                                        </p:cTn>
                                        <p:tgtEl>
                                          <p:spTgt spid="7"/>
                                        </p:tgtEl>
                                        <p:attrNameLst>
                                          <p:attrName>style.visibility</p:attrName>
                                        </p:attrNameLst>
                                      </p:cBhvr>
                                      <p:to>
                                        <p:strVal val="visible"/>
                                      </p:to>
                                    </p:set>
                                    <p:animEffect transition="in" filter="strips(downRight)">
                                      <p:cBhvr>
                                        <p:cTn id="40" dur="500"/>
                                        <p:tgtEl>
                                          <p:spTgt spid="7"/>
                                        </p:tgtEl>
                                      </p:cBhvr>
                                    </p:animEffect>
                                  </p:childTnLst>
                                </p:cTn>
                              </p:par>
                              <p:par>
                                <p:cTn id="41" presetID="18" presetClass="entr" presetSubtype="6" fill="hold" grpId="0" nodeType="withEffect">
                                  <p:stCondLst>
                                    <p:cond delay="0"/>
                                  </p:stCondLst>
                                  <p:childTnLst>
                                    <p:set>
                                      <p:cBhvr>
                                        <p:cTn id="42" dur="1" fill="hold">
                                          <p:stCondLst>
                                            <p:cond delay="0"/>
                                          </p:stCondLst>
                                        </p:cTn>
                                        <p:tgtEl>
                                          <p:spTgt spid="6">
                                            <p:txEl>
                                              <p:pRg st="0" end="0"/>
                                            </p:txEl>
                                          </p:spTgt>
                                        </p:tgtEl>
                                        <p:attrNameLst>
                                          <p:attrName>style.visibility</p:attrName>
                                        </p:attrNameLst>
                                      </p:cBhvr>
                                      <p:to>
                                        <p:strVal val="visible"/>
                                      </p:to>
                                    </p:set>
                                    <p:animEffect transition="in" filter="strips(downRight)">
                                      <p:cBhvr>
                                        <p:cTn id="43" dur="500"/>
                                        <p:tgtEl>
                                          <p:spTgt spid="6">
                                            <p:txEl>
                                              <p:pRg st="0" end="0"/>
                                            </p:txEl>
                                          </p:spTgt>
                                        </p:tgtEl>
                                      </p:cBhvr>
                                    </p:animEffect>
                                  </p:childTnLst>
                                </p:cTn>
                              </p:par>
                              <p:par>
                                <p:cTn id="44" presetID="1" presetClass="entr" presetSubtype="0" fill="hold" grpId="0" nodeType="withEffect">
                                  <p:stCondLst>
                                    <p:cond delay="0"/>
                                  </p:stCondLst>
                                  <p:childTnLst>
                                    <p:set>
                                      <p:cBhvr>
                                        <p:cTn id="45" dur="1" fill="hold">
                                          <p:stCondLst>
                                            <p:cond delay="0"/>
                                          </p:stCondLst>
                                        </p:cTn>
                                        <p:tgtEl>
                                          <p:spTgt spid="20"/>
                                        </p:tgtEl>
                                        <p:attrNameLst>
                                          <p:attrName>style.visibility</p:attrName>
                                        </p:attrNameLst>
                                      </p:cBhvr>
                                      <p:to>
                                        <p:strVal val="visible"/>
                                      </p:to>
                                    </p:set>
                                  </p:childTnLst>
                                </p:cTn>
                              </p:par>
                              <p:par>
                                <p:cTn id="46" presetID="27" presetClass="emph" presetSubtype="0" fill="remove" grpId="1" nodeType="withEffect">
                                  <p:stCondLst>
                                    <p:cond delay="0"/>
                                  </p:stCondLst>
                                  <p:childTnLst>
                                    <p:animClr clrSpc="rgb" dir="cw">
                                      <p:cBhvr override="childStyle">
                                        <p:cTn id="47" dur="250" autoRev="1" fill="remove"/>
                                        <p:tgtEl>
                                          <p:spTgt spid="20"/>
                                        </p:tgtEl>
                                        <p:attrNameLst>
                                          <p:attrName>style.color</p:attrName>
                                        </p:attrNameLst>
                                      </p:cBhvr>
                                      <p:to>
                                        <a:schemeClr val="bg1"/>
                                      </p:to>
                                    </p:animClr>
                                    <p:animClr clrSpc="rgb" dir="cw">
                                      <p:cBhvr>
                                        <p:cTn id="48" dur="250" autoRev="1" fill="remove"/>
                                        <p:tgtEl>
                                          <p:spTgt spid="20"/>
                                        </p:tgtEl>
                                        <p:attrNameLst>
                                          <p:attrName>fillcolor</p:attrName>
                                        </p:attrNameLst>
                                      </p:cBhvr>
                                      <p:to>
                                        <a:schemeClr val="bg1"/>
                                      </p:to>
                                    </p:animClr>
                                    <p:set>
                                      <p:cBhvr>
                                        <p:cTn id="49" dur="250" autoRev="1" fill="remove"/>
                                        <p:tgtEl>
                                          <p:spTgt spid="20"/>
                                        </p:tgtEl>
                                        <p:attrNameLst>
                                          <p:attrName>fill.type</p:attrName>
                                        </p:attrNameLst>
                                      </p:cBhvr>
                                      <p:to>
                                        <p:strVal val="solid"/>
                                      </p:to>
                                    </p:set>
                                    <p:set>
                                      <p:cBhvr>
                                        <p:cTn id="50" dur="250" autoRev="1" fill="remove"/>
                                        <p:tgtEl>
                                          <p:spTgt spid="20"/>
                                        </p:tgtEl>
                                        <p:attrNameLst>
                                          <p:attrName>fill.on</p:attrName>
                                        </p:attrNameLst>
                                      </p:cBhvr>
                                      <p:to>
                                        <p:strVal val="true"/>
                                      </p:to>
                                    </p:set>
                                  </p:childTnLst>
                                </p:cTn>
                              </p:par>
                              <p:par>
                                <p:cTn id="51" presetID="10" presetClass="entr" presetSubtype="0" fill="hold" grpId="0" nodeType="withEffect">
                                  <p:stCondLst>
                                    <p:cond delay="0"/>
                                  </p:stCondLst>
                                  <p:childTnLst>
                                    <p:set>
                                      <p:cBhvr>
                                        <p:cTn id="52" dur="1" fill="hold">
                                          <p:stCondLst>
                                            <p:cond delay="0"/>
                                          </p:stCondLst>
                                        </p:cTn>
                                        <p:tgtEl>
                                          <p:spTgt spid="5"/>
                                        </p:tgtEl>
                                        <p:attrNameLst>
                                          <p:attrName>style.visibility</p:attrName>
                                        </p:attrNameLst>
                                      </p:cBhvr>
                                      <p:to>
                                        <p:strVal val="visible"/>
                                      </p:to>
                                    </p:set>
                                    <p:animEffect transition="in" filter="fade">
                                      <p:cBhvr>
                                        <p:cTn id="53" dur="500"/>
                                        <p:tgtEl>
                                          <p:spTgt spid="5"/>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fade">
                                      <p:cBhvr>
                                        <p:cTn id="56" dur="500"/>
                                        <p:tgtEl>
                                          <p:spTgt spid="23"/>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4"/>
                                        </p:tgtEl>
                                        <p:attrNameLst>
                                          <p:attrName>style.visibility</p:attrName>
                                        </p:attrNameLst>
                                      </p:cBhvr>
                                      <p:to>
                                        <p:strVal val="visible"/>
                                      </p:to>
                                    </p:set>
                                    <p:animEffect transition="in" filter="fade">
                                      <p:cBhvr>
                                        <p:cTn id="59"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6" grpId="0" build="p"/>
      <p:bldP spid="7" grpId="0"/>
      <p:bldP spid="8" grpId="0" bldLvl="0" animBg="1"/>
      <p:bldP spid="10" grpId="0" animBg="1"/>
      <p:bldP spid="11" grpId="0" animBg="1"/>
      <p:bldP spid="13" grpId="0"/>
      <p:bldP spid="14" grpId="0"/>
      <p:bldP spid="15" grpId="0" bldLvl="0" animBg="1"/>
      <p:bldP spid="17" grpId="0"/>
      <p:bldP spid="18" grpId="0"/>
      <p:bldP spid="19" grpId="0" bldLvl="0" animBg="1"/>
      <p:bldP spid="20" grpId="0" bldLvl="0" animBg="1"/>
      <p:bldP spid="20" grpId="1" bldLvl="0" animBg="1"/>
      <p:bldP spid="22" grpId="0" bldLvl="0" animBg="1"/>
      <p:bldP spid="5" grpId="0" bldLvl="0" animBg="1"/>
      <p:bldP spid="23" grpId="0" bldLvl="0" animBg="1"/>
      <p:bldP spid="24" grpId="0" bldLvl="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等腰三角形 1"/>
          <p:cNvSpPr/>
          <p:nvPr/>
        </p:nvSpPr>
        <p:spPr>
          <a:xfrm rot="5400000">
            <a:off x="-266176" y="1195691"/>
            <a:ext cx="2109560" cy="1576305"/>
          </a:xfrm>
          <a:prstGeom prst="triangle">
            <a:avLst/>
          </a:prstGeom>
          <a:solidFill>
            <a:schemeClr val="accent4">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2934453" y="2163309"/>
            <a:ext cx="3840480" cy="645160"/>
          </a:xfrm>
          <a:prstGeom prst="rect">
            <a:avLst/>
          </a:prstGeom>
          <a:noFill/>
        </p:spPr>
        <p:txBody>
          <a:bodyPr wrap="none" rtlCol="0">
            <a:spAutoFit/>
          </a:bodyPr>
          <a:lstStyle/>
          <a:p>
            <a:pPr algn="l"/>
            <a:r>
              <a:rPr lang="zh-CN" altLang="en-US" sz="3600" dirty="0">
                <a:solidFill>
                  <a:schemeClr val="tx1">
                    <a:lumMod val="75000"/>
                    <a:lumOff val="25000"/>
                  </a:schemeClr>
                </a:solidFill>
                <a:latin typeface="微软雅黑" panose="020B0503020204020204" charset="-122"/>
                <a:ea typeface="微软雅黑" panose="020B0503020204020204" charset="-122"/>
              </a:rPr>
              <a:t>如何写好测试用例</a:t>
            </a:r>
            <a:endParaRPr lang="zh-CN" altLang="en-US" sz="3600" dirty="0">
              <a:solidFill>
                <a:schemeClr val="tx1">
                  <a:lumMod val="75000"/>
                  <a:lumOff val="25000"/>
                </a:schemeClr>
              </a:solidFill>
              <a:latin typeface="微软雅黑" panose="020B0503020204020204" charset="-122"/>
              <a:ea typeface="微软雅黑" panose="020B0503020204020204" charset="-122"/>
            </a:endParaRPr>
          </a:p>
        </p:txBody>
      </p:sp>
      <p:sp>
        <p:nvSpPr>
          <p:cNvPr id="6" name="等腰三角形 5"/>
          <p:cNvSpPr/>
          <p:nvPr/>
        </p:nvSpPr>
        <p:spPr>
          <a:xfrm rot="16200000" flipH="1">
            <a:off x="7788560" y="1992337"/>
            <a:ext cx="1552056" cy="1159727"/>
          </a:xfrm>
          <a:prstGeom prst="triangle">
            <a:avLst/>
          </a:prstGeom>
          <a:solidFill>
            <a:schemeClr val="accent2">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等腰三角形 6"/>
          <p:cNvSpPr/>
          <p:nvPr/>
        </p:nvSpPr>
        <p:spPr>
          <a:xfrm rot="5400000">
            <a:off x="-327381" y="1746389"/>
            <a:ext cx="2593802" cy="1938140"/>
          </a:xfrm>
          <a:prstGeom prst="triangle">
            <a:avLst/>
          </a:prstGeom>
          <a:solidFill>
            <a:schemeClr val="accent5">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35946" y="2163202"/>
            <a:ext cx="1254760" cy="1198880"/>
          </a:xfrm>
          <a:prstGeom prst="rect">
            <a:avLst/>
          </a:prstGeom>
          <a:noFill/>
        </p:spPr>
        <p:txBody>
          <a:bodyPr wrap="none" rtlCol="0">
            <a:spAutoFit/>
          </a:bodyPr>
          <a:lstStyle/>
          <a:p>
            <a:r>
              <a:rPr lang="en-US" altLang="zh-CN" sz="7200" dirty="0">
                <a:solidFill>
                  <a:schemeClr val="bg1"/>
                </a:solidFill>
                <a:latin typeface="微软雅黑" panose="020B0503020204020204" charset="-122"/>
                <a:ea typeface="微软雅黑" panose="020B0503020204020204" charset="-122"/>
              </a:rPr>
              <a:t>03</a:t>
            </a:r>
            <a:endParaRPr lang="zh-CN" altLang="en-US" sz="7200" dirty="0">
              <a:solidFill>
                <a:schemeClr val="bg1"/>
              </a:solidFill>
              <a:latin typeface="微软雅黑" panose="020B0503020204020204" charset="-122"/>
              <a:ea typeface="微软雅黑" panose="020B0503020204020204" charset="-122"/>
            </a:endParaRPr>
          </a:p>
        </p:txBody>
      </p:sp>
      <p:sp>
        <p:nvSpPr>
          <p:cNvPr id="9" name="TextBox 8"/>
          <p:cNvSpPr txBox="1"/>
          <p:nvPr/>
        </p:nvSpPr>
        <p:spPr>
          <a:xfrm>
            <a:off x="2952581" y="2732252"/>
            <a:ext cx="3758504" cy="441960"/>
          </a:xfrm>
          <a:prstGeom prst="rect">
            <a:avLst/>
          </a:prstGeom>
          <a:noFill/>
        </p:spPr>
        <p:txBody>
          <a:bodyPr wrap="square" lIns="0" tIns="0" rIns="0" bIns="0" rtlCol="0">
            <a:spAutoFit/>
          </a:bodyPr>
          <a:lstStyle>
            <a:defPPr>
              <a:defRPr lang="zh-CN"/>
            </a:defPPr>
            <a:lvl1pPr algn="just">
              <a:lnSpc>
                <a:spcPts val="1300"/>
              </a:lnSpc>
              <a:defRPr sz="1000">
                <a:solidFill>
                  <a:schemeClr val="tx1">
                    <a:lumMod val="65000"/>
                    <a:lumOff val="35000"/>
                  </a:schemeClr>
                </a:solidFill>
                <a:latin typeface="微软雅黑" panose="020B0503020204020204" charset="-122"/>
                <a:ea typeface="微软雅黑" panose="020B0503020204020204" charset="-122"/>
              </a:defRPr>
            </a:lvl1pPr>
          </a:lstStyle>
          <a:p>
            <a:pPr>
              <a:lnSpc>
                <a:spcPct val="120000"/>
              </a:lnSpc>
            </a:pPr>
            <a:r>
              <a:rPr lang="zh-CN" altLang="en-US" sz="1200" dirty="0">
                <a:solidFill>
                  <a:schemeClr val="tx1">
                    <a:lumMod val="75000"/>
                    <a:lumOff val="25000"/>
                  </a:schemeClr>
                </a:solidFill>
              </a:rPr>
              <a:t>要解决繁而复杂的测试问题，成为一名合格的测试工程师，测试用例（Test case）此时就发挥了它的重要作用。</a:t>
            </a:r>
            <a:endParaRPr lang="zh-CN" altLang="en-US" sz="1200" dirty="0">
              <a:solidFill>
                <a:schemeClr val="tx1">
                  <a:lumMod val="75000"/>
                  <a:lumOff val="25000"/>
                </a:schemeClr>
              </a:solidFill>
            </a:endParaRPr>
          </a:p>
        </p:txBody>
      </p:sp>
    </p:spTree>
  </p:cSld>
  <p:clrMapOvr>
    <a:masterClrMapping/>
  </p:clrMapOvr>
  <p:transition advTm="1731">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500" fill="hold"/>
                                        <p:tgtEl>
                                          <p:spTgt spid="6"/>
                                        </p:tgtEl>
                                        <p:attrNameLst>
                                          <p:attrName>ppt_w</p:attrName>
                                        </p:attrNameLst>
                                      </p:cBhvr>
                                      <p:tavLst>
                                        <p:tav tm="0">
                                          <p:val>
                                            <p:fltVal val="0"/>
                                          </p:val>
                                        </p:tav>
                                        <p:tav tm="100000">
                                          <p:val>
                                            <p:strVal val="#ppt_w"/>
                                          </p:val>
                                        </p:tav>
                                      </p:tavLst>
                                    </p:anim>
                                    <p:anim calcmode="lin" valueType="num">
                                      <p:cBhvr>
                                        <p:cTn id="13" dur="500" fill="hold"/>
                                        <p:tgtEl>
                                          <p:spTgt spid="6"/>
                                        </p:tgtEl>
                                        <p:attrNameLst>
                                          <p:attrName>ppt_h</p:attrName>
                                        </p:attrNameLst>
                                      </p:cBhvr>
                                      <p:tavLst>
                                        <p:tav tm="0">
                                          <p:val>
                                            <p:fltVal val="0"/>
                                          </p:val>
                                        </p:tav>
                                        <p:tav tm="100000">
                                          <p:val>
                                            <p:strVal val="#ppt_h"/>
                                          </p:val>
                                        </p:tav>
                                      </p:tavLst>
                                    </p:anim>
                                    <p:animEffect transition="in" filter="fade">
                                      <p:cBhvr>
                                        <p:cTn id="14" dur="500"/>
                                        <p:tgtEl>
                                          <p:spTgt spid="6"/>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p:cTn id="17" dur="500" fill="hold"/>
                                        <p:tgtEl>
                                          <p:spTgt spid="7"/>
                                        </p:tgtEl>
                                        <p:attrNameLst>
                                          <p:attrName>ppt_w</p:attrName>
                                        </p:attrNameLst>
                                      </p:cBhvr>
                                      <p:tavLst>
                                        <p:tav tm="0">
                                          <p:val>
                                            <p:fltVal val="0"/>
                                          </p:val>
                                        </p:tav>
                                        <p:tav tm="100000">
                                          <p:val>
                                            <p:strVal val="#ppt_w"/>
                                          </p:val>
                                        </p:tav>
                                      </p:tavLst>
                                    </p:anim>
                                    <p:anim calcmode="lin" valueType="num">
                                      <p:cBhvr>
                                        <p:cTn id="18" dur="500" fill="hold"/>
                                        <p:tgtEl>
                                          <p:spTgt spid="7"/>
                                        </p:tgtEl>
                                        <p:attrNameLst>
                                          <p:attrName>ppt_h</p:attrName>
                                        </p:attrNameLst>
                                      </p:cBhvr>
                                      <p:tavLst>
                                        <p:tav tm="0">
                                          <p:val>
                                            <p:fltVal val="0"/>
                                          </p:val>
                                        </p:tav>
                                        <p:tav tm="100000">
                                          <p:val>
                                            <p:strVal val="#ppt_h"/>
                                          </p:val>
                                        </p:tav>
                                      </p:tavLst>
                                    </p:anim>
                                    <p:animEffect transition="in" filter="fade">
                                      <p:cBhvr>
                                        <p:cTn id="19" dur="500"/>
                                        <p:tgtEl>
                                          <p:spTgt spid="7"/>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 calcmode="lin" valueType="num">
                                      <p:cBhvr>
                                        <p:cTn id="22" dur="500" fill="hold"/>
                                        <p:tgtEl>
                                          <p:spTgt spid="8"/>
                                        </p:tgtEl>
                                        <p:attrNameLst>
                                          <p:attrName>ppt_w</p:attrName>
                                        </p:attrNameLst>
                                      </p:cBhvr>
                                      <p:tavLst>
                                        <p:tav tm="0">
                                          <p:val>
                                            <p:fltVal val="0"/>
                                          </p:val>
                                        </p:tav>
                                        <p:tav tm="100000">
                                          <p:val>
                                            <p:strVal val="#ppt_w"/>
                                          </p:val>
                                        </p:tav>
                                      </p:tavLst>
                                    </p:anim>
                                    <p:anim calcmode="lin" valueType="num">
                                      <p:cBhvr>
                                        <p:cTn id="23" dur="500" fill="hold"/>
                                        <p:tgtEl>
                                          <p:spTgt spid="8"/>
                                        </p:tgtEl>
                                        <p:attrNameLst>
                                          <p:attrName>ppt_h</p:attrName>
                                        </p:attrNameLst>
                                      </p:cBhvr>
                                      <p:tavLst>
                                        <p:tav tm="0">
                                          <p:val>
                                            <p:fltVal val="0"/>
                                          </p:val>
                                        </p:tav>
                                        <p:tav tm="100000">
                                          <p:val>
                                            <p:strVal val="#ppt_h"/>
                                          </p:val>
                                        </p:tav>
                                      </p:tavLst>
                                    </p:anim>
                                    <p:animEffect transition="in" filter="fade">
                                      <p:cBhvr>
                                        <p:cTn id="24" dur="500"/>
                                        <p:tgtEl>
                                          <p:spTgt spid="8"/>
                                        </p:tgtEl>
                                      </p:cBhvr>
                                    </p:animEffect>
                                  </p:childTnLst>
                                </p:cTn>
                              </p:par>
                            </p:childTnLst>
                          </p:cTn>
                        </p:par>
                        <p:par>
                          <p:cTn id="25" fill="hold">
                            <p:stCondLst>
                              <p:cond delay="500"/>
                            </p:stCondLst>
                            <p:childTnLst>
                              <p:par>
                                <p:cTn id="26" presetID="2" presetClass="entr" presetSubtype="8" fill="hold" grpId="0" nodeType="afterEffect">
                                  <p:stCondLst>
                                    <p:cond delay="0"/>
                                  </p:stCondLst>
                                  <p:childTnLst>
                                    <p:set>
                                      <p:cBhvr>
                                        <p:cTn id="27" dur="1" fill="hold">
                                          <p:stCondLst>
                                            <p:cond delay="0"/>
                                          </p:stCondLst>
                                        </p:cTn>
                                        <p:tgtEl>
                                          <p:spTgt spid="3"/>
                                        </p:tgtEl>
                                        <p:attrNameLst>
                                          <p:attrName>style.visibility</p:attrName>
                                        </p:attrNameLst>
                                      </p:cBhvr>
                                      <p:to>
                                        <p:strVal val="visible"/>
                                      </p:to>
                                    </p:set>
                                    <p:anim calcmode="lin" valueType="num">
                                      <p:cBhvr additive="base">
                                        <p:cTn id="28" dur="500" fill="hold"/>
                                        <p:tgtEl>
                                          <p:spTgt spid="3"/>
                                        </p:tgtEl>
                                        <p:attrNameLst>
                                          <p:attrName>ppt_x</p:attrName>
                                        </p:attrNameLst>
                                      </p:cBhvr>
                                      <p:tavLst>
                                        <p:tav tm="0">
                                          <p:val>
                                            <p:strVal val="0-#ppt_w/2"/>
                                          </p:val>
                                        </p:tav>
                                        <p:tav tm="100000">
                                          <p:val>
                                            <p:strVal val="#ppt_x"/>
                                          </p:val>
                                        </p:tav>
                                      </p:tavLst>
                                    </p:anim>
                                    <p:anim calcmode="lin" valueType="num">
                                      <p:cBhvr additive="base">
                                        <p:cTn id="29" dur="500" fill="hold"/>
                                        <p:tgtEl>
                                          <p:spTgt spid="3"/>
                                        </p:tgtEl>
                                        <p:attrNameLst>
                                          <p:attrName>ppt_y</p:attrName>
                                        </p:attrNameLst>
                                      </p:cBhvr>
                                      <p:tavLst>
                                        <p:tav tm="0">
                                          <p:val>
                                            <p:strVal val="#ppt_y"/>
                                          </p:val>
                                        </p:tav>
                                        <p:tav tm="100000">
                                          <p:val>
                                            <p:strVal val="#ppt_y"/>
                                          </p:val>
                                        </p:tav>
                                      </p:tavLst>
                                    </p:anim>
                                  </p:childTnLst>
                                </p:cTn>
                              </p:par>
                              <p:par>
                                <p:cTn id="30" presetID="2" presetClass="entr" presetSubtype="8" fill="hold" grpId="0" nodeType="withEffect">
                                  <p:stCondLst>
                                    <p:cond delay="0"/>
                                  </p:stCondLst>
                                  <p:childTnLst>
                                    <p:set>
                                      <p:cBhvr>
                                        <p:cTn id="31" dur="1" fill="hold">
                                          <p:stCondLst>
                                            <p:cond delay="0"/>
                                          </p:stCondLst>
                                        </p:cTn>
                                        <p:tgtEl>
                                          <p:spTgt spid="9"/>
                                        </p:tgtEl>
                                        <p:attrNameLst>
                                          <p:attrName>style.visibility</p:attrName>
                                        </p:attrNameLst>
                                      </p:cBhvr>
                                      <p:to>
                                        <p:strVal val="visible"/>
                                      </p:to>
                                    </p:set>
                                    <p:anim calcmode="lin" valueType="num">
                                      <p:cBhvr additive="base">
                                        <p:cTn id="32" dur="500" fill="hold"/>
                                        <p:tgtEl>
                                          <p:spTgt spid="9"/>
                                        </p:tgtEl>
                                        <p:attrNameLst>
                                          <p:attrName>ppt_x</p:attrName>
                                        </p:attrNameLst>
                                      </p:cBhvr>
                                      <p:tavLst>
                                        <p:tav tm="0">
                                          <p:val>
                                            <p:strVal val="0-#ppt_w/2"/>
                                          </p:val>
                                        </p:tav>
                                        <p:tav tm="100000">
                                          <p:val>
                                            <p:strVal val="#ppt_x"/>
                                          </p:val>
                                        </p:tav>
                                      </p:tavLst>
                                    </p:anim>
                                    <p:anim calcmode="lin" valueType="num">
                                      <p:cBhvr additive="base">
                                        <p:cTn id="33" dur="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3" grpId="0"/>
      <p:bldP spid="6" grpId="0" bldLvl="0" animBg="1"/>
      <p:bldP spid="7" grpId="0" bldLvl="0" animBg="1"/>
      <p:bldP spid="8" grpId="0"/>
      <p:bldP spid="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矩形 77"/>
          <p:cNvSpPr/>
          <p:nvPr/>
        </p:nvSpPr>
        <p:spPr>
          <a:xfrm>
            <a:off x="-4286" y="96176"/>
            <a:ext cx="275273" cy="291465"/>
          </a:xfrm>
          <a:prstGeom prst="rect">
            <a:avLst/>
          </a:prstGeom>
          <a:gradFill>
            <a:gsLst>
              <a:gs pos="0">
                <a:srgbClr val="012D86"/>
              </a:gs>
              <a:gs pos="100000">
                <a:srgbClr val="0E2557"/>
              </a:gs>
            </a:gsLst>
            <a:lin ang="5400000" scaled="0"/>
          </a:gra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200" b="0" i="0" u="none" strike="noStrike" kern="0" cap="none" spc="0" normalizeH="0" baseline="0" noProof="0">
              <a:ln>
                <a:noFill/>
              </a:ln>
              <a:solidFill>
                <a:srgbClr val="397E9E"/>
              </a:solidFill>
              <a:effectLst/>
              <a:uLnTx/>
              <a:uFillTx/>
              <a:latin typeface="Century Gothic" panose="020B0502020202020204"/>
              <a:ea typeface="微软雅黑" panose="020B0503020204020204" charset="-122"/>
            </a:endParaRPr>
          </a:p>
        </p:txBody>
      </p:sp>
      <p:sp>
        <p:nvSpPr>
          <p:cNvPr id="79" name="矩形 78"/>
          <p:cNvSpPr/>
          <p:nvPr/>
        </p:nvSpPr>
        <p:spPr>
          <a:xfrm>
            <a:off x="302895" y="96176"/>
            <a:ext cx="57150" cy="290989"/>
          </a:xfrm>
          <a:prstGeom prst="rect">
            <a:avLst/>
          </a:prstGeom>
          <a:solidFill>
            <a:srgbClr val="0070C0"/>
          </a:soli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200" b="0" i="0" u="none" strike="noStrike" kern="0" cap="none" spc="0" normalizeH="0" baseline="0" noProof="0">
              <a:ln>
                <a:noFill/>
              </a:ln>
              <a:solidFill>
                <a:srgbClr val="397E9E"/>
              </a:solidFill>
              <a:effectLst/>
              <a:uLnTx/>
              <a:uFillTx/>
              <a:latin typeface="Century Gothic" panose="020B0502020202020204"/>
              <a:ea typeface="微软雅黑" panose="020B0503020204020204" charset="-122"/>
            </a:endParaRPr>
          </a:p>
        </p:txBody>
      </p:sp>
      <p:sp>
        <p:nvSpPr>
          <p:cNvPr id="80" name="文本占位符 3"/>
          <p:cNvSpPr txBox="1"/>
          <p:nvPr/>
        </p:nvSpPr>
        <p:spPr>
          <a:xfrm>
            <a:off x="323765" y="42640"/>
            <a:ext cx="2236205" cy="418556"/>
          </a:xfrm>
          <a:prstGeom prst="rect">
            <a:avLst/>
          </a:prstGeom>
        </p:spPr>
        <p:txBody>
          <a:bodyPr anchor="ctr"/>
          <a:lstStyle>
            <a:lvl1pPr marL="0" indent="0" algn="l" defTabSz="963930" rtl="0" eaLnBrk="1" latinLnBrk="0" hangingPunct="1">
              <a:lnSpc>
                <a:spcPct val="90000"/>
              </a:lnSpc>
              <a:spcBef>
                <a:spcPts val="1055"/>
              </a:spcBef>
              <a:buFont typeface="Arial" panose="020B0604020202020204" pitchFamily="34" charset="0"/>
              <a:buNone/>
              <a:defRPr sz="2955" b="1" kern="1200">
                <a:solidFill>
                  <a:schemeClr val="tx1"/>
                </a:solidFill>
                <a:latin typeface="+mn-lt"/>
                <a:ea typeface="+mn-ea"/>
                <a:cs typeface="+mn-cs"/>
              </a:defRPr>
            </a:lvl1pPr>
            <a:lvl2pPr marL="723265" indent="-241300" algn="l" defTabSz="963930" rtl="0" eaLnBrk="1" latinLnBrk="0" hangingPunct="1">
              <a:lnSpc>
                <a:spcPct val="90000"/>
              </a:lnSpc>
              <a:spcBef>
                <a:spcPts val="525"/>
              </a:spcBef>
              <a:buFont typeface="Arial" panose="020B0604020202020204" pitchFamily="34" charset="0"/>
              <a:buChar char="•"/>
              <a:defRPr sz="2530" kern="1200">
                <a:solidFill>
                  <a:schemeClr val="tx1"/>
                </a:solidFill>
                <a:latin typeface="+mn-lt"/>
                <a:ea typeface="+mn-ea"/>
                <a:cs typeface="+mn-cs"/>
              </a:defRPr>
            </a:lvl2pPr>
            <a:lvl3pPr marL="1205230" indent="-241300" algn="l" defTabSz="963930" rtl="0" eaLnBrk="1" latinLnBrk="0" hangingPunct="1">
              <a:lnSpc>
                <a:spcPct val="90000"/>
              </a:lnSpc>
              <a:spcBef>
                <a:spcPts val="525"/>
              </a:spcBef>
              <a:buFont typeface="Arial" panose="020B0604020202020204" pitchFamily="34" charset="0"/>
              <a:buChar char="•"/>
              <a:defRPr sz="2110" kern="1200">
                <a:solidFill>
                  <a:schemeClr val="tx1"/>
                </a:solidFill>
                <a:latin typeface="+mn-lt"/>
                <a:ea typeface="+mn-ea"/>
                <a:cs typeface="+mn-cs"/>
              </a:defRPr>
            </a:lvl3pPr>
            <a:lvl4pPr marL="168783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4pPr>
            <a:lvl5pPr marL="216979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5pPr>
            <a:lvl6pPr marL="26517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6pPr>
            <a:lvl7pPr marL="31343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7pPr>
            <a:lvl8pPr marL="361632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8pPr>
            <a:lvl9pPr marL="409829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9pPr>
          </a:lstStyle>
          <a:p>
            <a:pPr algn="l">
              <a:lnSpc>
                <a:spcPct val="100000"/>
              </a:lnSpc>
            </a:pPr>
            <a:r>
              <a:rPr kumimoji="1" lang="zh-CN" altLang="en-US" sz="1500" b="0" dirty="0">
                <a:solidFill>
                  <a:schemeClr val="tx1">
                    <a:lumMod val="65000"/>
                    <a:lumOff val="35000"/>
                  </a:schemeClr>
                </a:solidFill>
                <a:latin typeface="微软雅黑" panose="020B0503020204020204" charset="-122"/>
                <a:ea typeface="微软雅黑" panose="020B0503020204020204" charset="-122"/>
              </a:rPr>
              <a:t>如何写好测试用例</a:t>
            </a:r>
            <a:endParaRPr kumimoji="1" lang="zh-CN" altLang="en-US" sz="1500" b="0" dirty="0">
              <a:solidFill>
                <a:schemeClr val="tx1">
                  <a:lumMod val="65000"/>
                  <a:lumOff val="35000"/>
                </a:schemeClr>
              </a:solidFill>
              <a:latin typeface="微软雅黑" panose="020B0503020204020204" charset="-122"/>
              <a:ea typeface="微软雅黑" panose="020B0503020204020204" charset="-122"/>
            </a:endParaRPr>
          </a:p>
        </p:txBody>
      </p:sp>
      <p:sp>
        <p:nvSpPr>
          <p:cNvPr id="100" name="文本框 99"/>
          <p:cNvSpPr txBox="1"/>
          <p:nvPr/>
        </p:nvSpPr>
        <p:spPr>
          <a:xfrm>
            <a:off x="360045" y="622512"/>
            <a:ext cx="3810000" cy="3900170"/>
          </a:xfrm>
          <a:prstGeom prst="rect">
            <a:avLst/>
          </a:prstGeom>
          <a:noFill/>
          <a:ln w="9525">
            <a:noFill/>
          </a:ln>
        </p:spPr>
        <p:txBody>
          <a:bodyPr>
            <a:spAutoFit/>
          </a:bodyPr>
          <a:p>
            <a:pPr indent="629920" fontAlgn="auto">
              <a:lnSpc>
                <a:spcPct val="150000"/>
              </a:lnSpc>
            </a:pPr>
            <a:r>
              <a:rPr lang="zh-CN" sz="1500" b="0">
                <a:latin typeface="+mn-ea"/>
                <a:cs typeface="+mn-ea"/>
              </a:rPr>
              <a:t>一个</a:t>
            </a:r>
            <a:r>
              <a:rPr lang="zh-CN" sz="1500">
                <a:latin typeface="+mn-ea"/>
                <a:cs typeface="+mn-ea"/>
                <a:sym typeface="+mn-ea"/>
              </a:rPr>
              <a:t>测试用例</a:t>
            </a:r>
            <a:r>
              <a:rPr lang="zh-CN" sz="1500" b="0">
                <a:latin typeface="+mn-ea"/>
                <a:cs typeface="+mn-ea"/>
              </a:rPr>
              <a:t>的完整与否决定了工程师在整个测试过程中是否可以有效顺利的完成任务，而能够创建一个高质量的</a:t>
            </a:r>
            <a:r>
              <a:rPr lang="zh-CN" sz="1500">
                <a:latin typeface="+mn-ea"/>
                <a:cs typeface="+mn-ea"/>
                <a:sym typeface="+mn-ea"/>
              </a:rPr>
              <a:t>测试用例</a:t>
            </a:r>
            <a:r>
              <a:rPr lang="zh-CN" sz="1500" b="0">
                <a:latin typeface="+mn-ea"/>
                <a:cs typeface="+mn-ea"/>
              </a:rPr>
              <a:t>也是我们每个测试人员的职责，由此，创建</a:t>
            </a:r>
            <a:r>
              <a:rPr lang="zh-CN" sz="1500">
                <a:latin typeface="+mn-ea"/>
                <a:cs typeface="+mn-ea"/>
                <a:sym typeface="+mn-ea"/>
              </a:rPr>
              <a:t>测试用例</a:t>
            </a:r>
            <a:r>
              <a:rPr lang="zh-CN" sz="1500" b="0">
                <a:latin typeface="+mn-ea"/>
                <a:cs typeface="+mn-ea"/>
              </a:rPr>
              <a:t>也成了测试员进入上任岗位之后的必修课。       </a:t>
            </a:r>
            <a:endParaRPr lang="zh-CN" sz="1500" b="0">
              <a:latin typeface="+mn-ea"/>
              <a:cs typeface="+mn-ea"/>
            </a:endParaRPr>
          </a:p>
          <a:p>
            <a:pPr indent="629920" fontAlgn="auto">
              <a:lnSpc>
                <a:spcPct val="150000"/>
              </a:lnSpc>
            </a:pPr>
            <a:r>
              <a:rPr lang="zh-CN" sz="1500">
                <a:latin typeface="+mn-ea"/>
                <a:cs typeface="+mn-ea"/>
                <a:sym typeface="+mn-ea"/>
              </a:rPr>
              <a:t>那么如何来建立一个完整健全的测试用例呢？这就需要有一个严格的程序与规范，下面就如何写好测试用例来做一下关键字段逐一说明。</a:t>
            </a:r>
            <a:endParaRPr lang="zh-CN" altLang="en-US" sz="1500">
              <a:latin typeface="+mn-ea"/>
              <a:cs typeface="+mn-ea"/>
            </a:endParaRPr>
          </a:p>
          <a:p>
            <a:pPr indent="304800" fontAlgn="auto">
              <a:lnSpc>
                <a:spcPct val="150000"/>
              </a:lnSpc>
            </a:pPr>
            <a:endParaRPr lang="zh-CN" altLang="en-US" sz="1500">
              <a:latin typeface="+mn-ea"/>
              <a:cs typeface="+mn-ea"/>
            </a:endParaRPr>
          </a:p>
        </p:txBody>
      </p:sp>
      <p:pic>
        <p:nvPicPr>
          <p:cNvPr id="2" name="图片 1" descr="14982672_201711301127411Gbo9"/>
          <p:cNvPicPr>
            <a:picLocks noChangeAspect="1"/>
          </p:cNvPicPr>
          <p:nvPr/>
        </p:nvPicPr>
        <p:blipFill>
          <a:blip r:embed="rId1"/>
          <a:srcRect l="150" r="7670" b="16236"/>
          <a:stretch>
            <a:fillRect/>
          </a:stretch>
        </p:blipFill>
        <p:spPr>
          <a:xfrm>
            <a:off x="4453255" y="1130935"/>
            <a:ext cx="4558030" cy="2882900"/>
          </a:xfrm>
          <a:prstGeom prst="rect">
            <a:avLst/>
          </a:prstGeom>
          <a:effectLst>
            <a:outerShdw blurRad="50800" dist="50800" dir="5400000" algn="ctr" rotWithShape="0">
              <a:srgbClr val="000000">
                <a:alpha val="0"/>
              </a:srgbClr>
            </a:outerShdw>
            <a:softEdge rad="12700"/>
          </a:effectLst>
        </p:spPr>
      </p:pic>
    </p:spTree>
  </p:cSld>
  <p:clrMapOvr>
    <a:masterClrMapping/>
  </p:clrMapOvr>
  <p:transition advTm="1310">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32" fill="hold" nodeType="withEffect">
                                  <p:stCondLst>
                                    <p:cond delay="0"/>
                                  </p:stCondLst>
                                  <p:childTnLst>
                                    <p:set>
                                      <p:cBhvr>
                                        <p:cTn id="6" dur="1000" fill="hold">
                                          <p:stCondLst>
                                            <p:cond delay="0"/>
                                          </p:stCondLst>
                                        </p:cTn>
                                        <p:tgtEl>
                                          <p:spTgt spid="2"/>
                                        </p:tgtEl>
                                        <p:attrNameLst>
                                          <p:attrName>style.visibility</p:attrName>
                                        </p:attrNameLst>
                                      </p:cBhvr>
                                      <p:to>
                                        <p:strVal val="visible"/>
                                      </p:to>
                                    </p:set>
                                    <p:animEffect transition="in" filter="box(out)">
                                      <p:cBhvr>
                                        <p:cTn id="7" dur="1000"/>
                                        <p:tgtEl>
                                          <p:spTgt spid="2"/>
                                        </p:tgtEl>
                                      </p:cBhvr>
                                    </p:animEffect>
                                  </p:childTnLst>
                                </p:cTn>
                              </p:par>
                              <p:par>
                                <p:cTn id="8" presetID="2" presetClass="entr" presetSubtype="8" fill="hold" grpId="0" nodeType="withEffect">
                                  <p:stCondLst>
                                    <p:cond delay="0"/>
                                  </p:stCondLst>
                                  <p:childTnLst>
                                    <p:set>
                                      <p:cBhvr>
                                        <p:cTn id="9" dur="1" fill="hold">
                                          <p:stCondLst>
                                            <p:cond delay="0"/>
                                          </p:stCondLst>
                                        </p:cTn>
                                        <p:tgtEl>
                                          <p:spTgt spid="100"/>
                                        </p:tgtEl>
                                        <p:attrNameLst>
                                          <p:attrName>style.visibility</p:attrName>
                                        </p:attrNameLst>
                                      </p:cBhvr>
                                      <p:to>
                                        <p:strVal val="visible"/>
                                      </p:to>
                                    </p:set>
                                    <p:anim calcmode="lin" valueType="num">
                                      <p:cBhvr additive="base">
                                        <p:cTn id="10" dur="500" fill="hold"/>
                                        <p:tgtEl>
                                          <p:spTgt spid="100"/>
                                        </p:tgtEl>
                                        <p:attrNameLst>
                                          <p:attrName>ppt_x</p:attrName>
                                        </p:attrNameLst>
                                      </p:cBhvr>
                                      <p:tavLst>
                                        <p:tav tm="0">
                                          <p:val>
                                            <p:strVal val="0-#ppt_w/2"/>
                                          </p:val>
                                        </p:tav>
                                        <p:tav tm="100000">
                                          <p:val>
                                            <p:strVal val="#ppt_x"/>
                                          </p:val>
                                        </p:tav>
                                      </p:tavLst>
                                    </p:anim>
                                    <p:anim calcmode="lin" valueType="num">
                                      <p:cBhvr additive="base">
                                        <p:cTn id="11" dur="500" fill="hold"/>
                                        <p:tgtEl>
                                          <p:spTgt spid="10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矩形 77"/>
          <p:cNvSpPr/>
          <p:nvPr/>
        </p:nvSpPr>
        <p:spPr>
          <a:xfrm>
            <a:off x="-4286" y="96176"/>
            <a:ext cx="275273" cy="291465"/>
          </a:xfrm>
          <a:prstGeom prst="rect">
            <a:avLst/>
          </a:prstGeom>
          <a:gradFill>
            <a:gsLst>
              <a:gs pos="0">
                <a:srgbClr val="012D86"/>
              </a:gs>
              <a:gs pos="100000">
                <a:srgbClr val="0E2557"/>
              </a:gs>
            </a:gsLst>
            <a:lin ang="5400000" scaled="0"/>
          </a:gra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200" b="0" i="0" u="none" strike="noStrike" kern="0" cap="none" spc="0" normalizeH="0" baseline="0" noProof="0">
              <a:ln>
                <a:noFill/>
              </a:ln>
              <a:solidFill>
                <a:srgbClr val="397E9E"/>
              </a:solidFill>
              <a:effectLst/>
              <a:uLnTx/>
              <a:uFillTx/>
              <a:latin typeface="Century Gothic" panose="020B0502020202020204"/>
              <a:ea typeface="微软雅黑" panose="020B0503020204020204" charset="-122"/>
            </a:endParaRPr>
          </a:p>
        </p:txBody>
      </p:sp>
      <p:sp>
        <p:nvSpPr>
          <p:cNvPr id="79" name="矩形 78"/>
          <p:cNvSpPr/>
          <p:nvPr/>
        </p:nvSpPr>
        <p:spPr>
          <a:xfrm>
            <a:off x="302895" y="96176"/>
            <a:ext cx="57150" cy="290989"/>
          </a:xfrm>
          <a:prstGeom prst="rect">
            <a:avLst/>
          </a:prstGeom>
          <a:solidFill>
            <a:srgbClr val="0070C0"/>
          </a:soli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200" b="0" i="0" u="none" strike="noStrike" kern="0" cap="none" spc="0" normalizeH="0" baseline="0" noProof="0">
              <a:ln>
                <a:noFill/>
              </a:ln>
              <a:solidFill>
                <a:srgbClr val="397E9E"/>
              </a:solidFill>
              <a:effectLst/>
              <a:uLnTx/>
              <a:uFillTx/>
              <a:latin typeface="Century Gothic" panose="020B0502020202020204"/>
              <a:ea typeface="微软雅黑" panose="020B0503020204020204" charset="-122"/>
            </a:endParaRPr>
          </a:p>
        </p:txBody>
      </p:sp>
      <p:sp>
        <p:nvSpPr>
          <p:cNvPr id="80" name="文本占位符 3"/>
          <p:cNvSpPr txBox="1"/>
          <p:nvPr/>
        </p:nvSpPr>
        <p:spPr>
          <a:xfrm>
            <a:off x="323765" y="42640"/>
            <a:ext cx="2236205" cy="418556"/>
          </a:xfrm>
          <a:prstGeom prst="rect">
            <a:avLst/>
          </a:prstGeom>
        </p:spPr>
        <p:txBody>
          <a:bodyPr anchor="ctr"/>
          <a:lstStyle>
            <a:lvl1pPr marL="0" indent="0" algn="l" defTabSz="963930" rtl="0" eaLnBrk="1" latinLnBrk="0" hangingPunct="1">
              <a:lnSpc>
                <a:spcPct val="90000"/>
              </a:lnSpc>
              <a:spcBef>
                <a:spcPts val="1055"/>
              </a:spcBef>
              <a:buFont typeface="Arial" panose="020B0604020202020204" pitchFamily="34" charset="0"/>
              <a:buNone/>
              <a:defRPr sz="2955" b="1" kern="1200">
                <a:solidFill>
                  <a:schemeClr val="tx1"/>
                </a:solidFill>
                <a:latin typeface="+mn-lt"/>
                <a:ea typeface="+mn-ea"/>
                <a:cs typeface="+mn-cs"/>
              </a:defRPr>
            </a:lvl1pPr>
            <a:lvl2pPr marL="723265" indent="-241300" algn="l" defTabSz="963930" rtl="0" eaLnBrk="1" latinLnBrk="0" hangingPunct="1">
              <a:lnSpc>
                <a:spcPct val="90000"/>
              </a:lnSpc>
              <a:spcBef>
                <a:spcPts val="525"/>
              </a:spcBef>
              <a:buFont typeface="Arial" panose="020B0604020202020204" pitchFamily="34" charset="0"/>
              <a:buChar char="•"/>
              <a:defRPr sz="2530" kern="1200">
                <a:solidFill>
                  <a:schemeClr val="tx1"/>
                </a:solidFill>
                <a:latin typeface="+mn-lt"/>
                <a:ea typeface="+mn-ea"/>
                <a:cs typeface="+mn-cs"/>
              </a:defRPr>
            </a:lvl2pPr>
            <a:lvl3pPr marL="1205230" indent="-241300" algn="l" defTabSz="963930" rtl="0" eaLnBrk="1" latinLnBrk="0" hangingPunct="1">
              <a:lnSpc>
                <a:spcPct val="90000"/>
              </a:lnSpc>
              <a:spcBef>
                <a:spcPts val="525"/>
              </a:spcBef>
              <a:buFont typeface="Arial" panose="020B0604020202020204" pitchFamily="34" charset="0"/>
              <a:buChar char="•"/>
              <a:defRPr sz="2110" kern="1200">
                <a:solidFill>
                  <a:schemeClr val="tx1"/>
                </a:solidFill>
                <a:latin typeface="+mn-lt"/>
                <a:ea typeface="+mn-ea"/>
                <a:cs typeface="+mn-cs"/>
              </a:defRPr>
            </a:lvl3pPr>
            <a:lvl4pPr marL="168783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4pPr>
            <a:lvl5pPr marL="216979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5pPr>
            <a:lvl6pPr marL="26517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6pPr>
            <a:lvl7pPr marL="31343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7pPr>
            <a:lvl8pPr marL="361632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8pPr>
            <a:lvl9pPr marL="409829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9pPr>
          </a:lstStyle>
          <a:p>
            <a:pPr algn="l">
              <a:lnSpc>
                <a:spcPct val="100000"/>
              </a:lnSpc>
            </a:pPr>
            <a:r>
              <a:rPr kumimoji="1" lang="zh-CN" altLang="en-US" sz="1500" b="0" dirty="0">
                <a:solidFill>
                  <a:schemeClr val="tx1">
                    <a:lumMod val="65000"/>
                    <a:lumOff val="35000"/>
                  </a:schemeClr>
                </a:solidFill>
                <a:latin typeface="微软雅黑" panose="020B0503020204020204" charset="-122"/>
                <a:ea typeface="微软雅黑" panose="020B0503020204020204" charset="-122"/>
                <a:sym typeface="+mn-ea"/>
              </a:rPr>
              <a:t>如何写好测试用例</a:t>
            </a:r>
            <a:endParaRPr kumimoji="1" lang="zh-CN" altLang="en-US" sz="1500" b="0" dirty="0">
              <a:solidFill>
                <a:schemeClr val="tx1">
                  <a:lumMod val="65000"/>
                  <a:lumOff val="35000"/>
                </a:schemeClr>
              </a:solidFill>
              <a:latin typeface="微软雅黑" panose="020B0503020204020204" charset="-122"/>
              <a:ea typeface="微软雅黑" panose="020B0503020204020204" charset="-122"/>
            </a:endParaRPr>
          </a:p>
        </p:txBody>
      </p:sp>
      <p:grpSp>
        <p:nvGrpSpPr>
          <p:cNvPr id="91" name="组合 90"/>
          <p:cNvGrpSpPr/>
          <p:nvPr/>
        </p:nvGrpSpPr>
        <p:grpSpPr>
          <a:xfrm>
            <a:off x="631190" y="976630"/>
            <a:ext cx="2746375" cy="3847465"/>
            <a:chOff x="1517303" y="1296754"/>
            <a:chExt cx="2412975" cy="4439752"/>
          </a:xfrm>
        </p:grpSpPr>
        <p:sp>
          <p:nvSpPr>
            <p:cNvPr id="92" name="圆角矩形 91"/>
            <p:cNvSpPr/>
            <p:nvPr/>
          </p:nvSpPr>
          <p:spPr>
            <a:xfrm>
              <a:off x="1517303" y="1296754"/>
              <a:ext cx="2303205" cy="4439752"/>
            </a:xfrm>
            <a:prstGeom prst="roundRect">
              <a:avLst>
                <a:gd name="adj" fmla="val 5531"/>
              </a:avLst>
            </a:prstGeom>
            <a:pattFill prst="dkDnDiag">
              <a:fgClr>
                <a:schemeClr val="bg1"/>
              </a:fgClr>
              <a:bgClr>
                <a:srgbClr val="F9F9F9"/>
              </a:bgClr>
            </a:pattFill>
            <a:ln>
              <a:noFill/>
            </a:ln>
            <a:effectLst>
              <a:outerShdw dist="1778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nvGrpSpPr>
            <p:cNvPr id="93" name="组合 92"/>
            <p:cNvGrpSpPr/>
            <p:nvPr/>
          </p:nvGrpSpPr>
          <p:grpSpPr>
            <a:xfrm>
              <a:off x="2002721" y="1605930"/>
              <a:ext cx="1332368" cy="1332368"/>
              <a:chOff x="2002721" y="1605930"/>
              <a:chExt cx="1332368" cy="1332368"/>
            </a:xfrm>
          </p:grpSpPr>
          <p:grpSp>
            <p:nvGrpSpPr>
              <p:cNvPr id="105" name="组合 104"/>
              <p:cNvGrpSpPr/>
              <p:nvPr/>
            </p:nvGrpSpPr>
            <p:grpSpPr>
              <a:xfrm>
                <a:off x="2002721" y="1605930"/>
                <a:ext cx="1332368" cy="1332368"/>
                <a:chOff x="1236675" y="2423160"/>
                <a:chExt cx="1950720" cy="1950720"/>
              </a:xfrm>
            </p:grpSpPr>
            <p:sp>
              <p:nvSpPr>
                <p:cNvPr id="107" name="椭圆 106"/>
                <p:cNvSpPr/>
                <p:nvPr/>
              </p:nvSpPr>
              <p:spPr>
                <a:xfrm>
                  <a:off x="1236675" y="2423160"/>
                  <a:ext cx="1950720" cy="1950720"/>
                </a:xfrm>
                <a:prstGeom prst="ellipse">
                  <a:avLst/>
                </a:prstGeom>
                <a:solidFill>
                  <a:schemeClr val="bg1"/>
                </a:solidFill>
                <a:ln>
                  <a:noFill/>
                </a:ln>
                <a:effectLst>
                  <a:outerShdw dist="101600" dir="2700000" algn="tl" rotWithShape="0">
                    <a:prstClr val="black">
                      <a:alpha val="1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8" name="椭圆 107"/>
                <p:cNvSpPr/>
                <p:nvPr/>
              </p:nvSpPr>
              <p:spPr>
                <a:xfrm>
                  <a:off x="1414428" y="2592937"/>
                  <a:ext cx="1595213" cy="1611166"/>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
            <p:nvSpPr>
              <p:cNvPr id="106" name="椭圆 105"/>
              <p:cNvSpPr/>
              <p:nvPr/>
            </p:nvSpPr>
            <p:spPr>
              <a:xfrm>
                <a:off x="2251694" y="1854903"/>
                <a:ext cx="834422" cy="834422"/>
              </a:xfrm>
              <a:prstGeom prst="ellipse">
                <a:avLst/>
              </a:prstGeom>
              <a:ln>
                <a:noFill/>
              </a:ln>
              <a:effectLst>
                <a:innerShdw dist="101600" dir="13500000">
                  <a:schemeClr val="accent1">
                    <a:lumMod val="50000"/>
                    <a:alpha val="5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2800" b="1">
                    <a:solidFill>
                      <a:srgbClr val="0070C0"/>
                    </a:solidFill>
                  </a:rPr>
                  <a:t>1</a:t>
                </a:r>
                <a:endParaRPr lang="en-US" altLang="zh-CN" sz="2800" b="1">
                  <a:solidFill>
                    <a:srgbClr val="0070C0"/>
                  </a:solidFill>
                </a:endParaRPr>
              </a:p>
            </p:txBody>
          </p:sp>
        </p:grpSp>
        <p:grpSp>
          <p:nvGrpSpPr>
            <p:cNvPr id="95" name="组合 94"/>
            <p:cNvGrpSpPr/>
            <p:nvPr/>
          </p:nvGrpSpPr>
          <p:grpSpPr>
            <a:xfrm>
              <a:off x="1523921" y="3102243"/>
              <a:ext cx="2406357" cy="1596634"/>
              <a:chOff x="1657271" y="3006993"/>
              <a:chExt cx="2406357" cy="1596634"/>
            </a:xfrm>
          </p:grpSpPr>
          <p:sp>
            <p:nvSpPr>
              <p:cNvPr id="103" name="文本框 108"/>
              <p:cNvSpPr txBox="1"/>
              <p:nvPr/>
            </p:nvSpPr>
            <p:spPr bwMode="auto">
              <a:xfrm>
                <a:off x="1657271" y="3752900"/>
                <a:ext cx="2406357" cy="850727"/>
              </a:xfrm>
              <a:prstGeom prst="rect">
                <a:avLst/>
              </a:prstGeom>
              <a:noFill/>
            </p:spPr>
            <p:txBody>
              <a:bodyPr wrap="square">
                <a:spAutoFit/>
              </a:bodyPr>
              <a:p>
                <a:pPr algn="l"/>
                <a:r>
                  <a:rPr lang="zh-CN" altLang="en-US" sz="1400" dirty="0">
                    <a:solidFill>
                      <a:srgbClr val="0F1836"/>
                    </a:solidFill>
                    <a:latin typeface="华文中宋" panose="02010600040101010101" charset="-122"/>
                    <a:ea typeface="华文中宋" panose="02010600040101010101" charset="-122"/>
                  </a:rPr>
                  <a:t>标题应以一句话来概括，主要写的是测试方向。模块名称使用全拼显示，第一个字母应该大写。</a:t>
                </a:r>
                <a:endParaRPr lang="zh-CN" altLang="en-US" sz="1400" dirty="0">
                  <a:solidFill>
                    <a:srgbClr val="0F1836"/>
                  </a:solidFill>
                  <a:latin typeface="华文中宋" panose="02010600040101010101" charset="-122"/>
                  <a:ea typeface="华文中宋" panose="02010600040101010101" charset="-122"/>
                </a:endParaRPr>
              </a:p>
            </p:txBody>
          </p:sp>
          <p:sp>
            <p:nvSpPr>
              <p:cNvPr id="104" name="文本框 109"/>
              <p:cNvSpPr txBox="1"/>
              <p:nvPr/>
            </p:nvSpPr>
            <p:spPr bwMode="auto">
              <a:xfrm>
                <a:off x="1898876" y="3006993"/>
                <a:ext cx="1922797" cy="360192"/>
              </a:xfrm>
              <a:prstGeom prst="rect">
                <a:avLst/>
              </a:prstGeom>
              <a:noFill/>
            </p:spPr>
            <p:txBody>
              <a:bodyPr>
                <a:spAutoFit/>
              </a:bodyPr>
              <a:p>
                <a:pPr algn="ctr">
                  <a:defRPr/>
                </a:pPr>
                <a:r>
                  <a:rPr lang="zh-CN" altLang="en-US" dirty="0">
                    <a:solidFill>
                      <a:srgbClr val="3992DB"/>
                    </a:solidFill>
                    <a:latin typeface="时尚中黑简体" panose="01010104010101010101" pitchFamily="2" charset="-122"/>
                    <a:ea typeface="时尚中黑简体" panose="01010104010101010101" pitchFamily="2" charset="-122"/>
                  </a:rPr>
                  <a:t>标题</a:t>
                </a:r>
                <a:endParaRPr lang="zh-CN" altLang="en-US" dirty="0">
                  <a:solidFill>
                    <a:srgbClr val="3992DB"/>
                  </a:solidFill>
                  <a:latin typeface="时尚中黑简体" panose="01010104010101010101" pitchFamily="2" charset="-122"/>
                  <a:ea typeface="时尚中黑简体" panose="01010104010101010101" pitchFamily="2" charset="-122"/>
                </a:endParaRPr>
              </a:p>
            </p:txBody>
          </p:sp>
        </p:grpSp>
        <p:cxnSp>
          <p:nvCxnSpPr>
            <p:cNvPr id="2" name="直接连接符 1"/>
            <p:cNvCxnSpPr/>
            <p:nvPr/>
          </p:nvCxnSpPr>
          <p:spPr>
            <a:xfrm>
              <a:off x="1710281" y="3593673"/>
              <a:ext cx="1937303"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97" name="直接连接符 96"/>
            <p:cNvCxnSpPr/>
            <p:nvPr/>
          </p:nvCxnSpPr>
          <p:spPr>
            <a:xfrm>
              <a:off x="1700121" y="5495286"/>
              <a:ext cx="1937303"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sp>
        <p:nvSpPr>
          <p:cNvPr id="5" name="文本框 4"/>
          <p:cNvSpPr txBox="1"/>
          <p:nvPr/>
        </p:nvSpPr>
        <p:spPr>
          <a:xfrm>
            <a:off x="3733800" y="984568"/>
            <a:ext cx="5080000" cy="3830955"/>
          </a:xfrm>
          <a:prstGeom prst="rect">
            <a:avLst/>
          </a:prstGeom>
          <a:noFill/>
          <a:ln w="9525">
            <a:noFill/>
          </a:ln>
        </p:spPr>
        <p:txBody>
          <a:bodyPr>
            <a:spAutoFit/>
          </a:bodyPr>
          <a:p>
            <a:pPr indent="0" algn="l" fontAlgn="auto">
              <a:lnSpc>
                <a:spcPct val="150000"/>
              </a:lnSpc>
            </a:pPr>
            <a:r>
              <a:rPr lang="zh-CN" b="0">
                <a:solidFill>
                  <a:srgbClr val="0F1836"/>
                </a:solidFill>
                <a:latin typeface="微软雅黑" panose="020B0503020204020204" charset="-122"/>
                <a:ea typeface="微软雅黑" panose="020B0503020204020204" charset="-122"/>
                <a:cs typeface="微软雅黑" panose="020B0503020204020204" charset="-122"/>
              </a:rPr>
              <a:t>例如：涉及到具体功能的：</a:t>
            </a:r>
            <a:r>
              <a:rPr lang="en-US" b="0">
                <a:solidFill>
                  <a:srgbClr val="0F1836"/>
                </a:solidFill>
                <a:latin typeface="微软雅黑" panose="020B0503020204020204" charset="-122"/>
                <a:ea typeface="微软雅黑" panose="020B0503020204020204" charset="-122"/>
                <a:cs typeface="微软雅黑" panose="020B0503020204020204" charset="-122"/>
              </a:rPr>
              <a:t>Camera_ Color Mode</a:t>
            </a:r>
            <a:r>
              <a:rPr lang="zh-CN" b="0">
                <a:solidFill>
                  <a:srgbClr val="0F1836"/>
                </a:solidFill>
                <a:latin typeface="微软雅黑" panose="020B0503020204020204" charset="-122"/>
                <a:ea typeface="微软雅黑" panose="020B0503020204020204" charset="-122"/>
                <a:cs typeface="微软雅黑" panose="020B0503020204020204" charset="-122"/>
              </a:rPr>
              <a:t>；</a:t>
            </a:r>
            <a:r>
              <a:rPr lang="en-US" b="0">
                <a:solidFill>
                  <a:srgbClr val="0F1836"/>
                </a:solidFill>
                <a:latin typeface="微软雅黑" panose="020B0503020204020204" charset="-122"/>
                <a:ea typeface="微软雅黑" panose="020B0503020204020204" charset="-122"/>
                <a:cs typeface="微软雅黑" panose="020B0503020204020204" charset="-122"/>
              </a:rPr>
              <a:t>Camera_ Capture Mode.</a:t>
            </a:r>
            <a:r>
              <a:rPr lang="zh-CN" b="0">
                <a:solidFill>
                  <a:srgbClr val="0F1836"/>
                </a:solidFill>
                <a:latin typeface="微软雅黑" panose="020B0503020204020204" charset="-122"/>
                <a:ea typeface="微软雅黑" panose="020B0503020204020204" charset="-122"/>
                <a:cs typeface="微软雅黑" panose="020B0503020204020204" charset="-122"/>
              </a:rPr>
              <a:t>涉及到某个选项的：</a:t>
            </a:r>
            <a:r>
              <a:rPr lang="en-US" b="0">
                <a:solidFill>
                  <a:srgbClr val="0F1836"/>
                </a:solidFill>
                <a:latin typeface="微软雅黑" panose="020B0503020204020204" charset="-122"/>
                <a:ea typeface="微软雅黑" panose="020B0503020204020204" charset="-122"/>
                <a:cs typeface="微软雅黑" panose="020B0503020204020204" charset="-122"/>
              </a:rPr>
              <a:t>Camera_ Size of picture</a:t>
            </a:r>
            <a:r>
              <a:rPr lang="zh-CN" b="0">
                <a:solidFill>
                  <a:srgbClr val="0F1836"/>
                </a:solidFill>
                <a:latin typeface="微软雅黑" panose="020B0503020204020204" charset="-122"/>
                <a:ea typeface="微软雅黑" panose="020B0503020204020204" charset="-122"/>
                <a:cs typeface="微软雅黑" panose="020B0503020204020204" charset="-122"/>
              </a:rPr>
              <a:t>；</a:t>
            </a:r>
            <a:r>
              <a:rPr lang="en-US" b="0">
                <a:solidFill>
                  <a:srgbClr val="0F1836"/>
                </a:solidFill>
                <a:latin typeface="微软雅黑" panose="020B0503020204020204" charset="-122"/>
                <a:ea typeface="微软雅黑" panose="020B0503020204020204" charset="-122"/>
                <a:cs typeface="微软雅黑" panose="020B0503020204020204" charset="-122"/>
              </a:rPr>
              <a:t>Camera_ Mark and unmark image</a:t>
            </a:r>
            <a:r>
              <a:rPr lang="zh-CN" b="0">
                <a:solidFill>
                  <a:srgbClr val="0F1836"/>
                </a:solidFill>
                <a:latin typeface="微软雅黑" panose="020B0503020204020204" charset="-122"/>
                <a:ea typeface="微软雅黑" panose="020B0503020204020204" charset="-122"/>
                <a:cs typeface="微软雅黑" panose="020B0503020204020204" charset="-122"/>
              </a:rPr>
              <a:t>涉及到显示，路径：</a:t>
            </a:r>
            <a:r>
              <a:rPr lang="en-US" b="0">
                <a:solidFill>
                  <a:srgbClr val="0F1836"/>
                </a:solidFill>
                <a:latin typeface="微软雅黑" panose="020B0503020204020204" charset="-122"/>
                <a:ea typeface="微软雅黑" panose="020B0503020204020204" charset="-122"/>
                <a:cs typeface="微软雅黑" panose="020B0503020204020204" charset="-122"/>
              </a:rPr>
              <a:t>Camera_ Display of images</a:t>
            </a:r>
            <a:r>
              <a:rPr lang="zh-CN" b="0">
                <a:solidFill>
                  <a:srgbClr val="0F1836"/>
                </a:solidFill>
                <a:latin typeface="微软雅黑" panose="020B0503020204020204" charset="-122"/>
                <a:ea typeface="微软雅黑" panose="020B0503020204020204" charset="-122"/>
                <a:cs typeface="微软雅黑" panose="020B0503020204020204" charset="-122"/>
              </a:rPr>
              <a:t>；</a:t>
            </a:r>
            <a:r>
              <a:rPr lang="en-US" b="0">
                <a:solidFill>
                  <a:srgbClr val="0F1836"/>
                </a:solidFill>
                <a:latin typeface="微软雅黑" panose="020B0503020204020204" charset="-122"/>
                <a:ea typeface="微软雅黑" panose="020B0503020204020204" charset="-122"/>
                <a:cs typeface="微软雅黑" panose="020B0503020204020204" charset="-122"/>
              </a:rPr>
              <a:t>Camera_ Access to the Camera.</a:t>
            </a:r>
            <a:r>
              <a:rPr lang="zh-CN" b="0">
                <a:solidFill>
                  <a:srgbClr val="0F1836"/>
                </a:solidFill>
                <a:latin typeface="微软雅黑" panose="020B0503020204020204" charset="-122"/>
                <a:ea typeface="微软雅黑" panose="020B0503020204020204" charset="-122"/>
                <a:cs typeface="微软雅黑" panose="020B0503020204020204" charset="-122"/>
              </a:rPr>
              <a:t>涉及到菜单列表的：</a:t>
            </a:r>
            <a:r>
              <a:rPr lang="en-US" b="0">
                <a:solidFill>
                  <a:srgbClr val="0F1836"/>
                </a:solidFill>
                <a:latin typeface="微软雅黑" panose="020B0503020204020204" charset="-122"/>
                <a:ea typeface="微软雅黑" panose="020B0503020204020204" charset="-122"/>
                <a:cs typeface="微软雅黑" panose="020B0503020204020204" charset="-122"/>
              </a:rPr>
              <a:t>Camera_ Contextual menu after picture taken</a:t>
            </a:r>
            <a:r>
              <a:rPr lang="zh-CN" b="0">
                <a:solidFill>
                  <a:srgbClr val="0F1836"/>
                </a:solidFill>
                <a:latin typeface="微软雅黑" panose="020B0503020204020204" charset="-122"/>
                <a:ea typeface="微软雅黑" panose="020B0503020204020204" charset="-122"/>
                <a:cs typeface="微软雅黑" panose="020B0503020204020204" charset="-122"/>
              </a:rPr>
              <a:t>。</a:t>
            </a:r>
            <a:endParaRPr lang="zh-CN" altLang="en-US" b="0">
              <a:solidFill>
                <a:srgbClr val="0F1836"/>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ransition advTm="10857">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1"/>
                                        </p:tgtEl>
                                        <p:attrNameLst>
                                          <p:attrName>style.visibility</p:attrName>
                                        </p:attrNameLst>
                                      </p:cBhvr>
                                      <p:to>
                                        <p:strVal val="visible"/>
                                      </p:to>
                                    </p:set>
                                    <p:anim calcmode="lin" valueType="num">
                                      <p:cBhvr additive="base">
                                        <p:cTn id="7" dur="500" fill="hold"/>
                                        <p:tgtEl>
                                          <p:spTgt spid="91"/>
                                        </p:tgtEl>
                                        <p:attrNameLst>
                                          <p:attrName>ppt_x</p:attrName>
                                        </p:attrNameLst>
                                      </p:cBhvr>
                                      <p:tavLst>
                                        <p:tav tm="0">
                                          <p:val>
                                            <p:strVal val="#ppt_x"/>
                                          </p:val>
                                        </p:tav>
                                        <p:tav tm="100000">
                                          <p:val>
                                            <p:strVal val="#ppt_x"/>
                                          </p:val>
                                        </p:tav>
                                      </p:tavLst>
                                    </p:anim>
                                    <p:anim calcmode="lin" valueType="num">
                                      <p:cBhvr additive="base">
                                        <p:cTn id="8" dur="500" fill="hold"/>
                                        <p:tgtEl>
                                          <p:spTgt spid="91"/>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ppt_x"/>
                                          </p:val>
                                        </p:tav>
                                        <p:tav tm="100000">
                                          <p:val>
                                            <p:strVal val="#ppt_x"/>
                                          </p:val>
                                        </p:tav>
                                      </p:tavLst>
                                    </p:anim>
                                    <p:anim calcmode="lin" valueType="num">
                                      <p:cBhvr additive="base">
                                        <p:cTn id="13"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矩形 77"/>
          <p:cNvSpPr/>
          <p:nvPr/>
        </p:nvSpPr>
        <p:spPr>
          <a:xfrm>
            <a:off x="-4286" y="96176"/>
            <a:ext cx="275273" cy="291465"/>
          </a:xfrm>
          <a:prstGeom prst="rect">
            <a:avLst/>
          </a:prstGeom>
          <a:gradFill>
            <a:gsLst>
              <a:gs pos="0">
                <a:srgbClr val="012D86"/>
              </a:gs>
              <a:gs pos="100000">
                <a:srgbClr val="0E2557"/>
              </a:gs>
            </a:gsLst>
            <a:lin ang="5400000" scaled="0"/>
          </a:gra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200" b="0" i="0" u="none" strike="noStrike" kern="0" cap="none" spc="0" normalizeH="0" baseline="0" noProof="0">
              <a:ln>
                <a:noFill/>
              </a:ln>
              <a:solidFill>
                <a:srgbClr val="397E9E"/>
              </a:solidFill>
              <a:effectLst/>
              <a:uLnTx/>
              <a:uFillTx/>
              <a:latin typeface="Century Gothic" panose="020B0502020202020204"/>
              <a:ea typeface="微软雅黑" panose="020B0503020204020204" charset="-122"/>
            </a:endParaRPr>
          </a:p>
        </p:txBody>
      </p:sp>
      <p:sp>
        <p:nvSpPr>
          <p:cNvPr id="79" name="矩形 78"/>
          <p:cNvSpPr/>
          <p:nvPr/>
        </p:nvSpPr>
        <p:spPr>
          <a:xfrm>
            <a:off x="302895" y="96176"/>
            <a:ext cx="57150" cy="290989"/>
          </a:xfrm>
          <a:prstGeom prst="rect">
            <a:avLst/>
          </a:prstGeom>
          <a:solidFill>
            <a:srgbClr val="0070C0"/>
          </a:soli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200" b="0" i="0" u="none" strike="noStrike" kern="0" cap="none" spc="0" normalizeH="0" baseline="0" noProof="0">
              <a:ln>
                <a:noFill/>
              </a:ln>
              <a:solidFill>
                <a:srgbClr val="397E9E"/>
              </a:solidFill>
              <a:effectLst/>
              <a:uLnTx/>
              <a:uFillTx/>
              <a:latin typeface="Century Gothic" panose="020B0502020202020204"/>
              <a:ea typeface="微软雅黑" panose="020B0503020204020204" charset="-122"/>
            </a:endParaRPr>
          </a:p>
        </p:txBody>
      </p:sp>
      <p:sp>
        <p:nvSpPr>
          <p:cNvPr id="80" name="文本占位符 3"/>
          <p:cNvSpPr txBox="1"/>
          <p:nvPr/>
        </p:nvSpPr>
        <p:spPr>
          <a:xfrm>
            <a:off x="323765" y="42640"/>
            <a:ext cx="2236205" cy="418556"/>
          </a:xfrm>
          <a:prstGeom prst="rect">
            <a:avLst/>
          </a:prstGeom>
        </p:spPr>
        <p:txBody>
          <a:bodyPr anchor="ctr"/>
          <a:lstStyle>
            <a:lvl1pPr marL="0" indent="0" algn="l" defTabSz="963930" rtl="0" eaLnBrk="1" latinLnBrk="0" hangingPunct="1">
              <a:lnSpc>
                <a:spcPct val="90000"/>
              </a:lnSpc>
              <a:spcBef>
                <a:spcPts val="1055"/>
              </a:spcBef>
              <a:buFont typeface="Arial" panose="020B0604020202020204" pitchFamily="34" charset="0"/>
              <a:buNone/>
              <a:defRPr sz="2955" b="1" kern="1200">
                <a:solidFill>
                  <a:schemeClr val="tx1"/>
                </a:solidFill>
                <a:latin typeface="+mn-lt"/>
                <a:ea typeface="+mn-ea"/>
                <a:cs typeface="+mn-cs"/>
              </a:defRPr>
            </a:lvl1pPr>
            <a:lvl2pPr marL="723265" indent="-241300" algn="l" defTabSz="963930" rtl="0" eaLnBrk="1" latinLnBrk="0" hangingPunct="1">
              <a:lnSpc>
                <a:spcPct val="90000"/>
              </a:lnSpc>
              <a:spcBef>
                <a:spcPts val="525"/>
              </a:spcBef>
              <a:buFont typeface="Arial" panose="020B0604020202020204" pitchFamily="34" charset="0"/>
              <a:buChar char="•"/>
              <a:defRPr sz="2530" kern="1200">
                <a:solidFill>
                  <a:schemeClr val="tx1"/>
                </a:solidFill>
                <a:latin typeface="+mn-lt"/>
                <a:ea typeface="+mn-ea"/>
                <a:cs typeface="+mn-cs"/>
              </a:defRPr>
            </a:lvl2pPr>
            <a:lvl3pPr marL="1205230" indent="-241300" algn="l" defTabSz="963930" rtl="0" eaLnBrk="1" latinLnBrk="0" hangingPunct="1">
              <a:lnSpc>
                <a:spcPct val="90000"/>
              </a:lnSpc>
              <a:spcBef>
                <a:spcPts val="525"/>
              </a:spcBef>
              <a:buFont typeface="Arial" panose="020B0604020202020204" pitchFamily="34" charset="0"/>
              <a:buChar char="•"/>
              <a:defRPr sz="2110" kern="1200">
                <a:solidFill>
                  <a:schemeClr val="tx1"/>
                </a:solidFill>
                <a:latin typeface="+mn-lt"/>
                <a:ea typeface="+mn-ea"/>
                <a:cs typeface="+mn-cs"/>
              </a:defRPr>
            </a:lvl3pPr>
            <a:lvl4pPr marL="168783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4pPr>
            <a:lvl5pPr marL="216979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5pPr>
            <a:lvl6pPr marL="26517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6pPr>
            <a:lvl7pPr marL="31343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7pPr>
            <a:lvl8pPr marL="361632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8pPr>
            <a:lvl9pPr marL="409829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9pPr>
          </a:lstStyle>
          <a:p>
            <a:pPr algn="l">
              <a:lnSpc>
                <a:spcPct val="100000"/>
              </a:lnSpc>
            </a:pPr>
            <a:r>
              <a:rPr kumimoji="1" lang="zh-CN" altLang="en-US" sz="1500" b="0" dirty="0">
                <a:solidFill>
                  <a:schemeClr val="tx1">
                    <a:lumMod val="65000"/>
                    <a:lumOff val="35000"/>
                  </a:schemeClr>
                </a:solidFill>
                <a:latin typeface="微软雅黑" panose="020B0503020204020204" charset="-122"/>
                <a:ea typeface="微软雅黑" panose="020B0503020204020204" charset="-122"/>
                <a:sym typeface="+mn-ea"/>
              </a:rPr>
              <a:t>如何写好测试用例</a:t>
            </a:r>
            <a:endParaRPr kumimoji="1" lang="zh-CN" altLang="en-US" sz="1500" b="0" dirty="0">
              <a:solidFill>
                <a:schemeClr val="tx1">
                  <a:lumMod val="65000"/>
                  <a:lumOff val="35000"/>
                </a:schemeClr>
              </a:solidFill>
              <a:latin typeface="微软雅黑" panose="020B0503020204020204" charset="-122"/>
              <a:ea typeface="微软雅黑" panose="020B0503020204020204" charset="-122"/>
            </a:endParaRPr>
          </a:p>
        </p:txBody>
      </p:sp>
      <p:pic>
        <p:nvPicPr>
          <p:cNvPr id="3" name="图片 2" descr="t01cef810cd8b2f4cd4"/>
          <p:cNvPicPr>
            <a:picLocks noChangeAspect="1"/>
          </p:cNvPicPr>
          <p:nvPr/>
        </p:nvPicPr>
        <p:blipFill>
          <a:blip r:embed="rId1"/>
          <a:stretch>
            <a:fillRect/>
          </a:stretch>
        </p:blipFill>
        <p:spPr>
          <a:xfrm>
            <a:off x="446723" y="1405387"/>
            <a:ext cx="3810000" cy="2333625"/>
          </a:xfrm>
          <a:prstGeom prst="rect">
            <a:avLst/>
          </a:prstGeom>
        </p:spPr>
      </p:pic>
      <p:sp>
        <p:nvSpPr>
          <p:cNvPr id="4" name="文本框 3"/>
          <p:cNvSpPr txBox="1"/>
          <p:nvPr/>
        </p:nvSpPr>
        <p:spPr>
          <a:xfrm>
            <a:off x="5216208" y="944854"/>
            <a:ext cx="2501265" cy="460375"/>
          </a:xfrm>
          <a:prstGeom prst="rect">
            <a:avLst/>
          </a:prstGeom>
          <a:noFill/>
        </p:spPr>
        <p:txBody>
          <a:bodyPr wrap="square" rtlCol="0">
            <a:spAutoFit/>
          </a:bodyPr>
          <a:p>
            <a:pPr algn="ctr"/>
            <a:r>
              <a:rPr lang="en-US" altLang="zh-CN" sz="2400" b="1">
                <a:latin typeface="+mj-ea"/>
                <a:ea typeface="+mj-ea"/>
                <a:cs typeface="+mj-ea"/>
              </a:rPr>
              <a:t>2.</a:t>
            </a:r>
            <a:r>
              <a:rPr lang="zh-CN" altLang="en-US" sz="2400" b="1">
                <a:latin typeface="+mj-ea"/>
                <a:ea typeface="+mj-ea"/>
                <a:cs typeface="+mj-ea"/>
              </a:rPr>
              <a:t>摘要</a:t>
            </a:r>
            <a:endParaRPr lang="zh-CN" altLang="en-US" sz="2400" b="1">
              <a:latin typeface="+mj-ea"/>
              <a:ea typeface="+mj-ea"/>
              <a:cs typeface="+mj-ea"/>
            </a:endParaRPr>
          </a:p>
        </p:txBody>
      </p:sp>
      <p:sp>
        <p:nvSpPr>
          <p:cNvPr id="16" name="文本框 15"/>
          <p:cNvSpPr txBox="1"/>
          <p:nvPr/>
        </p:nvSpPr>
        <p:spPr>
          <a:xfrm>
            <a:off x="4545330" y="1603031"/>
            <a:ext cx="4092416" cy="3415030"/>
          </a:xfrm>
          <a:prstGeom prst="rect">
            <a:avLst/>
          </a:prstGeom>
          <a:noFill/>
        </p:spPr>
        <p:txBody>
          <a:bodyPr wrap="square" rtlCol="0">
            <a:spAutoFit/>
          </a:bodyPr>
          <a:p>
            <a:pPr indent="457200" fontAlgn="auto">
              <a:lnSpc>
                <a:spcPct val="150000"/>
              </a:lnSpc>
            </a:pPr>
            <a:r>
              <a:rPr lang="zh-CN" altLang="en-US"/>
              <a:t>创建好标题后，摘要就需要对测试用例的标题展开描述，一般两到三句，主要描述测试用例需要验证软件的某个功能、选项、显示等问题，或是在不正当操作后软件不会发生异常现象。如果是协议方面的测试用例，则需写明验证的功能点。</a:t>
            </a:r>
            <a:endParaRPr lang="zh-CN" altLang="en-US"/>
          </a:p>
          <a:p>
            <a:pPr indent="457200" fontAlgn="auto">
              <a:lnSpc>
                <a:spcPct val="150000"/>
              </a:lnSpc>
            </a:pPr>
            <a:endParaRPr lang="zh-CN" altLang="en-US"/>
          </a:p>
        </p:txBody>
      </p:sp>
    </p:spTree>
  </p:cSld>
  <p:clrMapOvr>
    <a:masterClrMapping/>
  </p:clrMapOvr>
  <p:transition advTm="10857">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anim calcmode="lin" valueType="num">
                                      <p:cBhvr additive="base">
                                        <p:cTn id="15" dur="500" fill="hold"/>
                                        <p:tgtEl>
                                          <p:spTgt spid="16"/>
                                        </p:tgtEl>
                                        <p:attrNameLst>
                                          <p:attrName>ppt_x</p:attrName>
                                        </p:attrNameLst>
                                      </p:cBhvr>
                                      <p:tavLst>
                                        <p:tav tm="0">
                                          <p:val>
                                            <p:strVal val="#ppt_x"/>
                                          </p:val>
                                        </p:tav>
                                        <p:tav tm="100000">
                                          <p:val>
                                            <p:strVal val="#ppt_x"/>
                                          </p:val>
                                        </p:tav>
                                      </p:tavLst>
                                    </p:anim>
                                    <p:anim calcmode="lin" valueType="num">
                                      <p:cBhvr additive="base">
                                        <p:cTn id="16"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矩形 77"/>
          <p:cNvSpPr/>
          <p:nvPr/>
        </p:nvSpPr>
        <p:spPr>
          <a:xfrm>
            <a:off x="-4286" y="96176"/>
            <a:ext cx="275273" cy="291465"/>
          </a:xfrm>
          <a:prstGeom prst="rect">
            <a:avLst/>
          </a:prstGeom>
          <a:gradFill>
            <a:gsLst>
              <a:gs pos="0">
                <a:srgbClr val="012D86"/>
              </a:gs>
              <a:gs pos="100000">
                <a:srgbClr val="0E2557"/>
              </a:gs>
            </a:gsLst>
            <a:lin ang="5400000" scaled="0"/>
          </a:gra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200" b="0" i="0" u="none" strike="noStrike" kern="0" cap="none" spc="0" normalizeH="0" baseline="0" noProof="0">
              <a:ln>
                <a:noFill/>
              </a:ln>
              <a:solidFill>
                <a:srgbClr val="397E9E"/>
              </a:solidFill>
              <a:effectLst/>
              <a:uLnTx/>
              <a:uFillTx/>
              <a:latin typeface="Century Gothic" panose="020B0502020202020204"/>
              <a:ea typeface="微软雅黑" panose="020B0503020204020204" charset="-122"/>
            </a:endParaRPr>
          </a:p>
        </p:txBody>
      </p:sp>
      <p:sp>
        <p:nvSpPr>
          <p:cNvPr id="79" name="矩形 78"/>
          <p:cNvSpPr/>
          <p:nvPr/>
        </p:nvSpPr>
        <p:spPr>
          <a:xfrm>
            <a:off x="302895" y="96176"/>
            <a:ext cx="57150" cy="290989"/>
          </a:xfrm>
          <a:prstGeom prst="rect">
            <a:avLst/>
          </a:prstGeom>
          <a:solidFill>
            <a:srgbClr val="0070C0"/>
          </a:soli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200" b="0" i="0" u="none" strike="noStrike" kern="0" cap="none" spc="0" normalizeH="0" baseline="0" noProof="0">
              <a:ln>
                <a:noFill/>
              </a:ln>
              <a:solidFill>
                <a:srgbClr val="397E9E"/>
              </a:solidFill>
              <a:effectLst/>
              <a:uLnTx/>
              <a:uFillTx/>
              <a:latin typeface="Century Gothic" panose="020B0502020202020204"/>
              <a:ea typeface="微软雅黑" panose="020B0503020204020204" charset="-122"/>
            </a:endParaRPr>
          </a:p>
        </p:txBody>
      </p:sp>
      <p:sp>
        <p:nvSpPr>
          <p:cNvPr id="80" name="文本占位符 3"/>
          <p:cNvSpPr txBox="1"/>
          <p:nvPr/>
        </p:nvSpPr>
        <p:spPr>
          <a:xfrm>
            <a:off x="323765" y="42640"/>
            <a:ext cx="2236205" cy="418556"/>
          </a:xfrm>
          <a:prstGeom prst="rect">
            <a:avLst/>
          </a:prstGeom>
        </p:spPr>
        <p:txBody>
          <a:bodyPr anchor="ctr"/>
          <a:lstStyle>
            <a:lvl1pPr marL="0" indent="0" algn="l" defTabSz="963930" rtl="0" eaLnBrk="1" latinLnBrk="0" hangingPunct="1">
              <a:lnSpc>
                <a:spcPct val="90000"/>
              </a:lnSpc>
              <a:spcBef>
                <a:spcPts val="1055"/>
              </a:spcBef>
              <a:buFont typeface="Arial" panose="020B0604020202020204" pitchFamily="34" charset="0"/>
              <a:buNone/>
              <a:defRPr sz="2955" b="1" kern="1200">
                <a:solidFill>
                  <a:schemeClr val="tx1"/>
                </a:solidFill>
                <a:latin typeface="+mn-lt"/>
                <a:ea typeface="+mn-ea"/>
                <a:cs typeface="+mn-cs"/>
              </a:defRPr>
            </a:lvl1pPr>
            <a:lvl2pPr marL="723265" indent="-241300" algn="l" defTabSz="963930" rtl="0" eaLnBrk="1" latinLnBrk="0" hangingPunct="1">
              <a:lnSpc>
                <a:spcPct val="90000"/>
              </a:lnSpc>
              <a:spcBef>
                <a:spcPts val="525"/>
              </a:spcBef>
              <a:buFont typeface="Arial" panose="020B0604020202020204" pitchFamily="34" charset="0"/>
              <a:buChar char="•"/>
              <a:defRPr sz="2530" kern="1200">
                <a:solidFill>
                  <a:schemeClr val="tx1"/>
                </a:solidFill>
                <a:latin typeface="+mn-lt"/>
                <a:ea typeface="+mn-ea"/>
                <a:cs typeface="+mn-cs"/>
              </a:defRPr>
            </a:lvl2pPr>
            <a:lvl3pPr marL="1205230" indent="-241300" algn="l" defTabSz="963930" rtl="0" eaLnBrk="1" latinLnBrk="0" hangingPunct="1">
              <a:lnSpc>
                <a:spcPct val="90000"/>
              </a:lnSpc>
              <a:spcBef>
                <a:spcPts val="525"/>
              </a:spcBef>
              <a:buFont typeface="Arial" panose="020B0604020202020204" pitchFamily="34" charset="0"/>
              <a:buChar char="•"/>
              <a:defRPr sz="2110" kern="1200">
                <a:solidFill>
                  <a:schemeClr val="tx1"/>
                </a:solidFill>
                <a:latin typeface="+mn-lt"/>
                <a:ea typeface="+mn-ea"/>
                <a:cs typeface="+mn-cs"/>
              </a:defRPr>
            </a:lvl3pPr>
            <a:lvl4pPr marL="168783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4pPr>
            <a:lvl5pPr marL="216979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5pPr>
            <a:lvl6pPr marL="26517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6pPr>
            <a:lvl7pPr marL="31343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7pPr>
            <a:lvl8pPr marL="361632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8pPr>
            <a:lvl9pPr marL="409829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9pPr>
          </a:lstStyle>
          <a:p>
            <a:pPr algn="l">
              <a:lnSpc>
                <a:spcPct val="100000"/>
              </a:lnSpc>
            </a:pPr>
            <a:r>
              <a:rPr kumimoji="1" lang="zh-CN" altLang="en-US" sz="1500" b="0" dirty="0">
                <a:solidFill>
                  <a:schemeClr val="tx1">
                    <a:lumMod val="65000"/>
                    <a:lumOff val="35000"/>
                  </a:schemeClr>
                </a:solidFill>
                <a:latin typeface="微软雅黑" panose="020B0503020204020204" charset="-122"/>
                <a:ea typeface="微软雅黑" panose="020B0503020204020204" charset="-122"/>
                <a:sym typeface="+mn-ea"/>
              </a:rPr>
              <a:t>如何写好测试用例</a:t>
            </a:r>
            <a:endParaRPr kumimoji="1" lang="zh-CN" altLang="en-US" sz="1500" b="0" dirty="0">
              <a:solidFill>
                <a:schemeClr val="tx1">
                  <a:lumMod val="65000"/>
                  <a:lumOff val="35000"/>
                </a:schemeClr>
              </a:solidFill>
              <a:latin typeface="微软雅黑" panose="020B0503020204020204" charset="-122"/>
              <a:ea typeface="微软雅黑" panose="020B0503020204020204" charset="-122"/>
            </a:endParaRPr>
          </a:p>
        </p:txBody>
      </p:sp>
      <p:sp>
        <p:nvSpPr>
          <p:cNvPr id="4" name="文本框 3"/>
          <p:cNvSpPr txBox="1"/>
          <p:nvPr/>
        </p:nvSpPr>
        <p:spPr>
          <a:xfrm>
            <a:off x="3321050" y="637831"/>
            <a:ext cx="2501265" cy="460375"/>
          </a:xfrm>
          <a:prstGeom prst="rect">
            <a:avLst/>
          </a:prstGeom>
          <a:noFill/>
        </p:spPr>
        <p:txBody>
          <a:bodyPr wrap="square" rtlCol="0">
            <a:spAutoFit/>
          </a:bodyPr>
          <a:p>
            <a:pPr algn="ctr"/>
            <a:r>
              <a:rPr lang="en-US" altLang="zh-CN" sz="2400" b="1">
                <a:latin typeface="+mj-ea"/>
                <a:ea typeface="+mj-ea"/>
                <a:cs typeface="+mj-ea"/>
              </a:rPr>
              <a:t>3.</a:t>
            </a:r>
            <a:r>
              <a:rPr lang="zh-CN" altLang="en-US" sz="2400" b="1">
                <a:latin typeface="+mj-ea"/>
                <a:ea typeface="+mj-ea"/>
                <a:cs typeface="+mj-ea"/>
              </a:rPr>
              <a:t>步骤</a:t>
            </a:r>
            <a:endParaRPr lang="zh-CN" altLang="en-US" sz="2400" b="1">
              <a:latin typeface="+mj-ea"/>
              <a:ea typeface="+mj-ea"/>
              <a:cs typeface="+mj-ea"/>
            </a:endParaRPr>
          </a:p>
        </p:txBody>
      </p:sp>
      <p:sp>
        <p:nvSpPr>
          <p:cNvPr id="16" name="文本框 15"/>
          <p:cNvSpPr txBox="1"/>
          <p:nvPr/>
        </p:nvSpPr>
        <p:spPr>
          <a:xfrm>
            <a:off x="977900" y="1205230"/>
            <a:ext cx="7187565" cy="3661410"/>
          </a:xfrm>
          <a:prstGeom prst="rect">
            <a:avLst/>
          </a:prstGeom>
          <a:noFill/>
        </p:spPr>
        <p:txBody>
          <a:bodyPr wrap="square" rtlCol="0">
            <a:spAutoFit/>
          </a:bodyPr>
          <a:p>
            <a:pPr indent="457200" fontAlgn="auto">
              <a:lnSpc>
                <a:spcPct val="150000"/>
              </a:lnSpc>
            </a:pPr>
            <a:r>
              <a:rPr lang="zh-CN" altLang="en-US" sz="1600"/>
              <a:t>对测试用例操作步骤的具体描述，也是重点需要关注的地方，请尽量详尽。</a:t>
            </a:r>
            <a:endParaRPr lang="zh-CN" altLang="en-US" sz="1600"/>
          </a:p>
          <a:p>
            <a:pPr indent="457200" fontAlgn="auto">
              <a:lnSpc>
                <a:spcPct val="150000"/>
              </a:lnSpc>
            </a:pPr>
            <a:r>
              <a:rPr lang="zh-CN" altLang="en-US" sz="1600"/>
              <a:t>此栏大致可以分为四个部分：</a:t>
            </a:r>
            <a:endParaRPr lang="zh-CN" altLang="en-US" sz="1600"/>
          </a:p>
          <a:p>
            <a:pPr indent="457200" fontAlgn="auto">
              <a:lnSpc>
                <a:spcPct val="150000"/>
              </a:lnSpc>
            </a:pPr>
            <a:r>
              <a:rPr lang="zh-CN" altLang="en-US" sz="1600"/>
              <a:t>（</a:t>
            </a:r>
            <a:r>
              <a:rPr lang="en-US" altLang="zh-CN" sz="1600"/>
              <a:t>1</a:t>
            </a:r>
            <a:r>
              <a:rPr lang="zh-CN" altLang="en-US" sz="1600"/>
              <a:t>）前提条件（Pre-Condition）需注明在执行此条CASE前，需要做哪些前期准备。</a:t>
            </a:r>
            <a:endParaRPr lang="zh-CN" altLang="en-US" sz="1600"/>
          </a:p>
          <a:p>
            <a:pPr indent="457200" fontAlgn="auto">
              <a:lnSpc>
                <a:spcPct val="150000"/>
              </a:lnSpc>
            </a:pPr>
            <a:r>
              <a:rPr lang="zh-CN" altLang="en-US" sz="1600"/>
              <a:t>（</a:t>
            </a:r>
            <a:r>
              <a:rPr lang="en-US" altLang="zh-CN" sz="1600"/>
              <a:t>2</a:t>
            </a:r>
            <a:r>
              <a:rPr lang="zh-CN" altLang="en-US" sz="1600"/>
              <a:t>）描述（Description）测试用例的测试步骤，需要在此详细描述，并以1.2.3.4.5.6….步分别写明。</a:t>
            </a:r>
            <a:endParaRPr lang="zh-CN" altLang="en-US" sz="1600"/>
          </a:p>
          <a:p>
            <a:pPr indent="457200" fontAlgn="auto">
              <a:lnSpc>
                <a:spcPct val="150000"/>
              </a:lnSpc>
            </a:pPr>
            <a:r>
              <a:rPr lang="zh-CN" altLang="en-US" sz="1600" b="1">
                <a:solidFill>
                  <a:srgbClr val="FF0000"/>
                </a:solidFill>
              </a:rPr>
              <a:t>    注意：</a:t>
            </a:r>
            <a:endParaRPr lang="zh-CN" altLang="en-US" sz="1600" b="1">
              <a:solidFill>
                <a:srgbClr val="FF0000"/>
              </a:solidFill>
            </a:endParaRPr>
          </a:p>
          <a:p>
            <a:pPr indent="457200" fontAlgn="auto">
              <a:lnSpc>
                <a:spcPct val="100000"/>
              </a:lnSpc>
            </a:pPr>
            <a:r>
              <a:rPr lang="zh-CN" altLang="en-US" sz="1600" b="1">
                <a:solidFill>
                  <a:srgbClr val="0070C0"/>
                </a:solidFill>
              </a:rPr>
              <a:t>a. 测试步骤的颗粒度以模块的功能点为依据，能适应到其他类似项目。</a:t>
            </a:r>
            <a:endParaRPr lang="zh-CN" altLang="en-US" sz="1600" b="1">
              <a:solidFill>
                <a:srgbClr val="0070C0"/>
              </a:solidFill>
            </a:endParaRPr>
          </a:p>
          <a:p>
            <a:pPr indent="457200" fontAlgn="auto">
              <a:lnSpc>
                <a:spcPct val="100000"/>
              </a:lnSpc>
            </a:pPr>
            <a:r>
              <a:rPr lang="zh-CN" altLang="en-US" sz="1600" b="1">
                <a:solidFill>
                  <a:srgbClr val="0070C0"/>
                </a:solidFill>
              </a:rPr>
              <a:t>b. 有些测试用例会分成很多的类型，比如基本测试用例（Basic Ca</a:t>
            </a:r>
            <a:r>
              <a:rPr lang="en-US" altLang="zh-CN" sz="1600" b="1">
                <a:solidFill>
                  <a:srgbClr val="0070C0"/>
                </a:solidFill>
              </a:rPr>
              <a:t>se),</a:t>
            </a:r>
            <a:r>
              <a:rPr lang="zh-CN" altLang="en-US" sz="1600" b="1">
                <a:solidFill>
                  <a:srgbClr val="0070C0"/>
                </a:solidFill>
              </a:rPr>
              <a:t>权限测试用例（Limitation Case），交互测试用例（Interaction Case）,压力测试用例（ intensive test case）等。</a:t>
            </a:r>
            <a:endParaRPr lang="zh-CN" altLang="en-US" sz="1600" b="1">
              <a:solidFill>
                <a:srgbClr val="0070C0"/>
              </a:solidFill>
            </a:endParaRPr>
          </a:p>
        </p:txBody>
      </p:sp>
      <p:sp>
        <p:nvSpPr>
          <p:cNvPr id="2" name="线形标注 1 1"/>
          <p:cNvSpPr/>
          <p:nvPr/>
        </p:nvSpPr>
        <p:spPr>
          <a:xfrm>
            <a:off x="4351655" y="1638935"/>
            <a:ext cx="1172210" cy="391160"/>
          </a:xfrm>
          <a:prstGeom prst="borderCallout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350"/>
              <a:t>非必要项</a:t>
            </a:r>
            <a:endParaRPr lang="zh-CN" altLang="en-US" sz="1350"/>
          </a:p>
        </p:txBody>
      </p:sp>
      <p:sp>
        <p:nvSpPr>
          <p:cNvPr id="5" name="线形标注 1 4"/>
          <p:cNvSpPr/>
          <p:nvPr/>
        </p:nvSpPr>
        <p:spPr>
          <a:xfrm>
            <a:off x="3566795" y="2378710"/>
            <a:ext cx="1212215" cy="337820"/>
          </a:xfrm>
          <a:prstGeom prst="borderCallout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350"/>
              <a:t>必要项</a:t>
            </a:r>
            <a:endParaRPr lang="zh-CN" altLang="en-US" sz="1350"/>
          </a:p>
        </p:txBody>
      </p:sp>
    </p:spTree>
  </p:cSld>
  <p:clrMapOvr>
    <a:masterClrMapping/>
  </p:clrMapOvr>
  <p:transition advTm="10857">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0-#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6"/>
                                        </p:tgtEl>
                                        <p:attrNameLst>
                                          <p:attrName>style.visibility</p:attrName>
                                        </p:attrNameLst>
                                      </p:cBhvr>
                                      <p:to>
                                        <p:strVal val="visible"/>
                                      </p:to>
                                    </p:set>
                                    <p:anim calcmode="lin" valueType="num">
                                      <p:cBhvr additive="base">
                                        <p:cTn id="11" dur="500" fill="hold"/>
                                        <p:tgtEl>
                                          <p:spTgt spid="16"/>
                                        </p:tgtEl>
                                        <p:attrNameLst>
                                          <p:attrName>ppt_x</p:attrName>
                                        </p:attrNameLst>
                                      </p:cBhvr>
                                      <p:tavLst>
                                        <p:tav tm="0">
                                          <p:val>
                                            <p:strVal val="#ppt_x"/>
                                          </p:val>
                                        </p:tav>
                                        <p:tav tm="100000">
                                          <p:val>
                                            <p:strVal val="#ppt_x"/>
                                          </p:val>
                                        </p:tav>
                                      </p:tavLst>
                                    </p:anim>
                                    <p:anim calcmode="lin" valueType="num">
                                      <p:cBhvr additive="base">
                                        <p:cTn id="12" dur="500" fill="hold"/>
                                        <p:tgtEl>
                                          <p:spTgt spid="16"/>
                                        </p:tgtEl>
                                        <p:attrNameLst>
                                          <p:attrName>ppt_y</p:attrName>
                                        </p:attrNameLst>
                                      </p:cBhvr>
                                      <p:tavLst>
                                        <p:tav tm="0">
                                          <p:val>
                                            <p:strVal val="1+#ppt_h/2"/>
                                          </p:val>
                                        </p:tav>
                                        <p:tav tm="100000">
                                          <p:val>
                                            <p:strVal val="#ppt_y"/>
                                          </p:val>
                                        </p:tav>
                                      </p:tavLst>
                                    </p:anim>
                                  </p:childTnLst>
                                </p:cTn>
                              </p:par>
                            </p:childTnLst>
                          </p:cTn>
                        </p:par>
                        <p:par>
                          <p:cTn id="13" fill="hold">
                            <p:stCondLst>
                              <p:cond delay="500"/>
                            </p:stCondLst>
                            <p:childTnLst>
                              <p:par>
                                <p:cTn id="14" presetID="2" presetClass="entr" presetSubtype="4" fill="hold" grpId="0" nodeType="afterEffect">
                                  <p:stCondLst>
                                    <p:cond delay="0"/>
                                  </p:stCondLst>
                                  <p:childTnLst>
                                    <p:set>
                                      <p:cBhvr>
                                        <p:cTn id="15" dur="1" fill="hold">
                                          <p:stCondLst>
                                            <p:cond delay="0"/>
                                          </p:stCondLst>
                                        </p:cTn>
                                        <p:tgtEl>
                                          <p:spTgt spid="2"/>
                                        </p:tgtEl>
                                        <p:attrNameLst>
                                          <p:attrName>style.visibility</p:attrName>
                                        </p:attrNameLst>
                                      </p:cBhvr>
                                      <p:to>
                                        <p:strVal val="visible"/>
                                      </p:to>
                                    </p:set>
                                    <p:anim calcmode="lin" valueType="num">
                                      <p:cBhvr additive="base">
                                        <p:cTn id="16" dur="500" fill="hold"/>
                                        <p:tgtEl>
                                          <p:spTgt spid="2"/>
                                        </p:tgtEl>
                                        <p:attrNameLst>
                                          <p:attrName>ppt_x</p:attrName>
                                        </p:attrNameLst>
                                      </p:cBhvr>
                                      <p:tavLst>
                                        <p:tav tm="0">
                                          <p:val>
                                            <p:strVal val="#ppt_x"/>
                                          </p:val>
                                        </p:tav>
                                        <p:tav tm="100000">
                                          <p:val>
                                            <p:strVal val="#ppt_x"/>
                                          </p:val>
                                        </p:tav>
                                      </p:tavLst>
                                    </p:anim>
                                    <p:anim calcmode="lin" valueType="num">
                                      <p:cBhvr additive="base">
                                        <p:cTn id="17" dur="500" fill="hold"/>
                                        <p:tgtEl>
                                          <p:spTgt spid="2"/>
                                        </p:tgtEl>
                                        <p:attrNameLst>
                                          <p:attrName>ppt_y</p:attrName>
                                        </p:attrNameLst>
                                      </p:cBhvr>
                                      <p:tavLst>
                                        <p:tav tm="0">
                                          <p:val>
                                            <p:strVal val="1+#ppt_h/2"/>
                                          </p:val>
                                        </p:tav>
                                        <p:tav tm="100000">
                                          <p:val>
                                            <p:strVal val="#ppt_y"/>
                                          </p:val>
                                        </p:tav>
                                      </p:tavLst>
                                    </p:anim>
                                  </p:childTnLst>
                                </p:cTn>
                              </p:par>
                            </p:childTnLst>
                          </p:cTn>
                        </p:par>
                        <p:par>
                          <p:cTn id="18" fill="hold">
                            <p:stCondLst>
                              <p:cond delay="1000"/>
                            </p:stCondLst>
                            <p:childTnLst>
                              <p:par>
                                <p:cTn id="19" presetID="2" presetClass="entr" presetSubtype="4" fill="hold" grpId="0" nodeType="after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additive="base">
                                        <p:cTn id="21" dur="500" fill="hold"/>
                                        <p:tgtEl>
                                          <p:spTgt spid="5"/>
                                        </p:tgtEl>
                                        <p:attrNameLst>
                                          <p:attrName>ppt_x</p:attrName>
                                        </p:attrNameLst>
                                      </p:cBhvr>
                                      <p:tavLst>
                                        <p:tav tm="0">
                                          <p:val>
                                            <p:strVal val="#ppt_x"/>
                                          </p:val>
                                        </p:tav>
                                        <p:tav tm="100000">
                                          <p:val>
                                            <p:strVal val="#ppt_x"/>
                                          </p:val>
                                        </p:tav>
                                      </p:tavLst>
                                    </p:anim>
                                    <p:anim calcmode="lin" valueType="num">
                                      <p:cBhvr additive="base">
                                        <p:cTn id="2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6" grpId="0"/>
      <p:bldP spid="2" grpId="0" animBg="1"/>
      <p:bldP spid="5"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矩形 77"/>
          <p:cNvSpPr/>
          <p:nvPr/>
        </p:nvSpPr>
        <p:spPr>
          <a:xfrm>
            <a:off x="-4286" y="96176"/>
            <a:ext cx="275273" cy="291465"/>
          </a:xfrm>
          <a:prstGeom prst="rect">
            <a:avLst/>
          </a:prstGeom>
          <a:gradFill>
            <a:gsLst>
              <a:gs pos="0">
                <a:srgbClr val="012D86"/>
              </a:gs>
              <a:gs pos="100000">
                <a:srgbClr val="0E2557"/>
              </a:gs>
            </a:gsLst>
            <a:lin ang="5400000" scaled="0"/>
          </a:gra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200" b="0" i="0" u="none" strike="noStrike" kern="0" cap="none" spc="0" normalizeH="0" baseline="0" noProof="0">
              <a:ln>
                <a:noFill/>
              </a:ln>
              <a:solidFill>
                <a:srgbClr val="397E9E"/>
              </a:solidFill>
              <a:effectLst/>
              <a:uLnTx/>
              <a:uFillTx/>
              <a:latin typeface="Century Gothic" panose="020B0502020202020204"/>
              <a:ea typeface="微软雅黑" panose="020B0503020204020204" charset="-122"/>
            </a:endParaRPr>
          </a:p>
        </p:txBody>
      </p:sp>
      <p:sp>
        <p:nvSpPr>
          <p:cNvPr id="79" name="矩形 78"/>
          <p:cNvSpPr/>
          <p:nvPr/>
        </p:nvSpPr>
        <p:spPr>
          <a:xfrm>
            <a:off x="302895" y="96176"/>
            <a:ext cx="57150" cy="290989"/>
          </a:xfrm>
          <a:prstGeom prst="rect">
            <a:avLst/>
          </a:prstGeom>
          <a:solidFill>
            <a:srgbClr val="0070C0"/>
          </a:soli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200" b="0" i="0" u="none" strike="noStrike" kern="0" cap="none" spc="0" normalizeH="0" baseline="0" noProof="0">
              <a:ln>
                <a:noFill/>
              </a:ln>
              <a:solidFill>
                <a:srgbClr val="397E9E"/>
              </a:solidFill>
              <a:effectLst/>
              <a:uLnTx/>
              <a:uFillTx/>
              <a:latin typeface="Century Gothic" panose="020B0502020202020204"/>
              <a:ea typeface="微软雅黑" panose="020B0503020204020204" charset="-122"/>
            </a:endParaRPr>
          </a:p>
        </p:txBody>
      </p:sp>
      <p:sp>
        <p:nvSpPr>
          <p:cNvPr id="80" name="文本占位符 3"/>
          <p:cNvSpPr txBox="1"/>
          <p:nvPr/>
        </p:nvSpPr>
        <p:spPr>
          <a:xfrm>
            <a:off x="323765" y="42640"/>
            <a:ext cx="2236205" cy="418556"/>
          </a:xfrm>
          <a:prstGeom prst="rect">
            <a:avLst/>
          </a:prstGeom>
        </p:spPr>
        <p:txBody>
          <a:bodyPr anchor="ctr"/>
          <a:lstStyle>
            <a:lvl1pPr marL="0" indent="0" algn="l" defTabSz="963930" rtl="0" eaLnBrk="1" latinLnBrk="0" hangingPunct="1">
              <a:lnSpc>
                <a:spcPct val="90000"/>
              </a:lnSpc>
              <a:spcBef>
                <a:spcPts val="1055"/>
              </a:spcBef>
              <a:buFont typeface="Arial" panose="020B0604020202020204" pitchFamily="34" charset="0"/>
              <a:buNone/>
              <a:defRPr sz="2955" b="1" kern="1200">
                <a:solidFill>
                  <a:schemeClr val="tx1"/>
                </a:solidFill>
                <a:latin typeface="+mn-lt"/>
                <a:ea typeface="+mn-ea"/>
                <a:cs typeface="+mn-cs"/>
              </a:defRPr>
            </a:lvl1pPr>
            <a:lvl2pPr marL="723265" indent="-241300" algn="l" defTabSz="963930" rtl="0" eaLnBrk="1" latinLnBrk="0" hangingPunct="1">
              <a:lnSpc>
                <a:spcPct val="90000"/>
              </a:lnSpc>
              <a:spcBef>
                <a:spcPts val="525"/>
              </a:spcBef>
              <a:buFont typeface="Arial" panose="020B0604020202020204" pitchFamily="34" charset="0"/>
              <a:buChar char="•"/>
              <a:defRPr sz="2530" kern="1200">
                <a:solidFill>
                  <a:schemeClr val="tx1"/>
                </a:solidFill>
                <a:latin typeface="+mn-lt"/>
                <a:ea typeface="+mn-ea"/>
                <a:cs typeface="+mn-cs"/>
              </a:defRPr>
            </a:lvl2pPr>
            <a:lvl3pPr marL="1205230" indent="-241300" algn="l" defTabSz="963930" rtl="0" eaLnBrk="1" latinLnBrk="0" hangingPunct="1">
              <a:lnSpc>
                <a:spcPct val="90000"/>
              </a:lnSpc>
              <a:spcBef>
                <a:spcPts val="525"/>
              </a:spcBef>
              <a:buFont typeface="Arial" panose="020B0604020202020204" pitchFamily="34" charset="0"/>
              <a:buChar char="•"/>
              <a:defRPr sz="2110" kern="1200">
                <a:solidFill>
                  <a:schemeClr val="tx1"/>
                </a:solidFill>
                <a:latin typeface="+mn-lt"/>
                <a:ea typeface="+mn-ea"/>
                <a:cs typeface="+mn-cs"/>
              </a:defRPr>
            </a:lvl3pPr>
            <a:lvl4pPr marL="168783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4pPr>
            <a:lvl5pPr marL="216979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5pPr>
            <a:lvl6pPr marL="26517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6pPr>
            <a:lvl7pPr marL="31343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7pPr>
            <a:lvl8pPr marL="361632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8pPr>
            <a:lvl9pPr marL="409829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9pPr>
          </a:lstStyle>
          <a:p>
            <a:pPr algn="l">
              <a:lnSpc>
                <a:spcPct val="100000"/>
              </a:lnSpc>
            </a:pPr>
            <a:r>
              <a:rPr kumimoji="1" lang="zh-CN" altLang="en-US" sz="1500" b="0" dirty="0">
                <a:solidFill>
                  <a:schemeClr val="tx1">
                    <a:lumMod val="65000"/>
                    <a:lumOff val="35000"/>
                  </a:schemeClr>
                </a:solidFill>
                <a:latin typeface="微软雅黑" panose="020B0503020204020204" charset="-122"/>
                <a:ea typeface="微软雅黑" panose="020B0503020204020204" charset="-122"/>
                <a:sym typeface="+mn-ea"/>
              </a:rPr>
              <a:t>如何写好测试用例</a:t>
            </a:r>
            <a:endParaRPr kumimoji="1" lang="zh-CN" altLang="en-US" sz="1500" b="0" dirty="0">
              <a:solidFill>
                <a:schemeClr val="tx1">
                  <a:lumMod val="65000"/>
                  <a:lumOff val="35000"/>
                </a:schemeClr>
              </a:solidFill>
              <a:latin typeface="微软雅黑" panose="020B0503020204020204" charset="-122"/>
              <a:ea typeface="微软雅黑" panose="020B0503020204020204" charset="-122"/>
            </a:endParaRPr>
          </a:p>
        </p:txBody>
      </p:sp>
      <p:grpSp>
        <p:nvGrpSpPr>
          <p:cNvPr id="91" name="组合 90"/>
          <p:cNvGrpSpPr/>
          <p:nvPr/>
        </p:nvGrpSpPr>
        <p:grpSpPr>
          <a:xfrm>
            <a:off x="614680" y="924560"/>
            <a:ext cx="2652395" cy="3851275"/>
            <a:chOff x="1517303" y="1296754"/>
            <a:chExt cx="2412975" cy="4439752"/>
          </a:xfrm>
        </p:grpSpPr>
        <p:sp>
          <p:nvSpPr>
            <p:cNvPr id="92" name="圆角矩形 91"/>
            <p:cNvSpPr/>
            <p:nvPr/>
          </p:nvSpPr>
          <p:spPr>
            <a:xfrm>
              <a:off x="1517303" y="1296754"/>
              <a:ext cx="2303205" cy="4439752"/>
            </a:xfrm>
            <a:prstGeom prst="roundRect">
              <a:avLst>
                <a:gd name="adj" fmla="val 5531"/>
              </a:avLst>
            </a:prstGeom>
            <a:pattFill prst="dkDnDiag">
              <a:fgClr>
                <a:schemeClr val="bg1"/>
              </a:fgClr>
              <a:bgClr>
                <a:srgbClr val="F9F9F9"/>
              </a:bgClr>
            </a:pattFill>
            <a:ln>
              <a:noFill/>
            </a:ln>
            <a:effectLst>
              <a:outerShdw dist="1778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nvGrpSpPr>
            <p:cNvPr id="93" name="组合 92"/>
            <p:cNvGrpSpPr/>
            <p:nvPr/>
          </p:nvGrpSpPr>
          <p:grpSpPr>
            <a:xfrm>
              <a:off x="2002721" y="1605930"/>
              <a:ext cx="1332368" cy="1332368"/>
              <a:chOff x="2002721" y="1605930"/>
              <a:chExt cx="1332368" cy="1332368"/>
            </a:xfrm>
          </p:grpSpPr>
          <p:grpSp>
            <p:nvGrpSpPr>
              <p:cNvPr id="105" name="组合 104"/>
              <p:cNvGrpSpPr/>
              <p:nvPr/>
            </p:nvGrpSpPr>
            <p:grpSpPr>
              <a:xfrm>
                <a:off x="2002721" y="1605930"/>
                <a:ext cx="1332368" cy="1332368"/>
                <a:chOff x="1236675" y="2423160"/>
                <a:chExt cx="1950720" cy="1950720"/>
              </a:xfrm>
            </p:grpSpPr>
            <p:sp>
              <p:nvSpPr>
                <p:cNvPr id="107" name="椭圆 106"/>
                <p:cNvSpPr/>
                <p:nvPr/>
              </p:nvSpPr>
              <p:spPr>
                <a:xfrm>
                  <a:off x="1236675" y="2423160"/>
                  <a:ext cx="1950720" cy="1950720"/>
                </a:xfrm>
                <a:prstGeom prst="ellipse">
                  <a:avLst/>
                </a:prstGeom>
                <a:solidFill>
                  <a:schemeClr val="bg1"/>
                </a:solidFill>
                <a:ln>
                  <a:noFill/>
                </a:ln>
                <a:effectLst>
                  <a:outerShdw dist="101600" dir="2700000" algn="tl" rotWithShape="0">
                    <a:prstClr val="black">
                      <a:alpha val="1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8" name="椭圆 107"/>
                <p:cNvSpPr/>
                <p:nvPr/>
              </p:nvSpPr>
              <p:spPr>
                <a:xfrm>
                  <a:off x="1414428" y="2592937"/>
                  <a:ext cx="1595213" cy="1611166"/>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
            <p:nvSpPr>
              <p:cNvPr id="106" name="椭圆 105"/>
              <p:cNvSpPr/>
              <p:nvPr/>
            </p:nvSpPr>
            <p:spPr>
              <a:xfrm>
                <a:off x="2251694" y="1854903"/>
                <a:ext cx="834422" cy="834422"/>
              </a:xfrm>
              <a:prstGeom prst="ellipse">
                <a:avLst/>
              </a:prstGeom>
              <a:ln>
                <a:noFill/>
              </a:ln>
              <a:effectLst>
                <a:innerShdw dist="101600" dir="13500000">
                  <a:schemeClr val="accent1">
                    <a:lumMod val="50000"/>
                    <a:alpha val="5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2800" b="1">
                    <a:solidFill>
                      <a:srgbClr val="0070C0"/>
                    </a:solidFill>
                  </a:rPr>
                  <a:t>4</a:t>
                </a:r>
                <a:endParaRPr lang="en-US" altLang="zh-CN" sz="2800" b="1">
                  <a:solidFill>
                    <a:srgbClr val="0070C0"/>
                  </a:solidFill>
                </a:endParaRPr>
              </a:p>
            </p:txBody>
          </p:sp>
        </p:grpSp>
        <p:grpSp>
          <p:nvGrpSpPr>
            <p:cNvPr id="95" name="组合 94"/>
            <p:cNvGrpSpPr/>
            <p:nvPr/>
          </p:nvGrpSpPr>
          <p:grpSpPr>
            <a:xfrm>
              <a:off x="1523921" y="3102243"/>
              <a:ext cx="2406357" cy="1844682"/>
              <a:chOff x="1657271" y="3006993"/>
              <a:chExt cx="2406357" cy="1844682"/>
            </a:xfrm>
          </p:grpSpPr>
          <p:sp>
            <p:nvSpPr>
              <p:cNvPr id="103" name="文本框 108"/>
              <p:cNvSpPr txBox="1"/>
              <p:nvPr/>
            </p:nvSpPr>
            <p:spPr bwMode="auto">
              <a:xfrm>
                <a:off x="1657271" y="3752900"/>
                <a:ext cx="2406357" cy="1098775"/>
              </a:xfrm>
              <a:prstGeom prst="rect">
                <a:avLst/>
              </a:prstGeom>
              <a:noFill/>
            </p:spPr>
            <p:txBody>
              <a:bodyPr wrap="square">
                <a:spAutoFit/>
              </a:bodyPr>
              <a:p>
                <a:pPr algn="l"/>
                <a:r>
                  <a:rPr lang="zh-CN" altLang="en-US" sz="1400">
                    <a:solidFill>
                      <a:srgbClr val="0F1836"/>
                    </a:solidFill>
                    <a:latin typeface="微软雅黑" panose="020B0503020204020204" charset="-122"/>
                    <a:ea typeface="微软雅黑" panose="020B0503020204020204" charset="-122"/>
                    <a:cs typeface="微软雅黑" panose="020B0503020204020204" charset="-122"/>
                    <a:sym typeface="+mn-ea"/>
                  </a:rPr>
                  <a:t>写完步骤, 接下来就要叙述一下软件正确的行为应该是怎样的，也就是期望结果。这里同样需要用1.2.3.4.5.6…步分别写。</a:t>
                </a:r>
                <a:endParaRPr lang="zh-CN" altLang="en-US" sz="1400" dirty="0">
                  <a:solidFill>
                    <a:srgbClr val="0F1836"/>
                  </a:solidFill>
                  <a:latin typeface="微软雅黑" panose="020B0503020204020204" charset="-122"/>
                  <a:ea typeface="微软雅黑" panose="020B0503020204020204" charset="-122"/>
                  <a:cs typeface="微软雅黑" panose="020B0503020204020204" charset="-122"/>
                  <a:sym typeface="+mn-ea"/>
                </a:endParaRPr>
              </a:p>
            </p:txBody>
          </p:sp>
          <p:sp>
            <p:nvSpPr>
              <p:cNvPr id="104" name="文本框 109"/>
              <p:cNvSpPr txBox="1"/>
              <p:nvPr/>
            </p:nvSpPr>
            <p:spPr bwMode="auto">
              <a:xfrm>
                <a:off x="1898876" y="3006993"/>
                <a:ext cx="1922797" cy="388979"/>
              </a:xfrm>
              <a:prstGeom prst="rect">
                <a:avLst/>
              </a:prstGeom>
              <a:noFill/>
            </p:spPr>
            <p:txBody>
              <a:bodyPr>
                <a:spAutoFit/>
              </a:bodyPr>
              <a:p>
                <a:pPr algn="ctr">
                  <a:defRPr/>
                </a:pPr>
                <a:r>
                  <a:rPr lang="zh-CN" altLang="en-US" sz="2000" dirty="0">
                    <a:solidFill>
                      <a:srgbClr val="3992DB"/>
                    </a:solidFill>
                    <a:latin typeface="时尚中黑简体" panose="01010104010101010101" pitchFamily="2" charset="-122"/>
                    <a:ea typeface="时尚中黑简体" panose="01010104010101010101" pitchFamily="2" charset="-122"/>
                  </a:rPr>
                  <a:t>预期结果</a:t>
                </a:r>
                <a:endParaRPr lang="zh-CN" altLang="en-US" sz="2000" dirty="0">
                  <a:solidFill>
                    <a:srgbClr val="3992DB"/>
                  </a:solidFill>
                  <a:latin typeface="时尚中黑简体" panose="01010104010101010101" pitchFamily="2" charset="-122"/>
                  <a:ea typeface="时尚中黑简体" panose="01010104010101010101" pitchFamily="2" charset="-122"/>
                </a:endParaRPr>
              </a:p>
            </p:txBody>
          </p:sp>
        </p:grpSp>
        <p:cxnSp>
          <p:nvCxnSpPr>
            <p:cNvPr id="3" name="直接连接符 2"/>
            <p:cNvCxnSpPr/>
            <p:nvPr/>
          </p:nvCxnSpPr>
          <p:spPr>
            <a:xfrm>
              <a:off x="1710281" y="3593673"/>
              <a:ext cx="1937303"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97" name="直接连接符 96"/>
            <p:cNvCxnSpPr/>
            <p:nvPr/>
          </p:nvCxnSpPr>
          <p:spPr>
            <a:xfrm>
              <a:off x="1699461" y="5311812"/>
              <a:ext cx="1937303"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sp>
        <p:nvSpPr>
          <p:cNvPr id="2" name="文本框 1"/>
          <p:cNvSpPr txBox="1"/>
          <p:nvPr/>
        </p:nvSpPr>
        <p:spPr>
          <a:xfrm>
            <a:off x="3776345" y="932815"/>
            <a:ext cx="4834255" cy="3969385"/>
          </a:xfrm>
          <a:prstGeom prst="rect">
            <a:avLst/>
          </a:prstGeom>
          <a:noFill/>
        </p:spPr>
        <p:txBody>
          <a:bodyPr wrap="square" rtlCol="0">
            <a:spAutoFit/>
          </a:bodyPr>
          <a:p>
            <a:r>
              <a:rPr lang="zh-CN" altLang="en-US" b="1">
                <a:solidFill>
                  <a:srgbClr val="0F1836"/>
                </a:solidFill>
              </a:rPr>
              <a:t>例如：</a:t>
            </a:r>
            <a:endParaRPr lang="zh-CN" altLang="en-US" b="1">
              <a:solidFill>
                <a:srgbClr val="0F1836"/>
              </a:solidFill>
            </a:endParaRPr>
          </a:p>
          <a:p>
            <a:r>
              <a:rPr lang="zh-CN" altLang="en-US" b="1">
                <a:solidFill>
                  <a:srgbClr val="0F1836"/>
                </a:solidFill>
              </a:rPr>
              <a:t>步骤：</a:t>
            </a:r>
            <a:endParaRPr lang="zh-CN" altLang="en-US" b="1">
              <a:solidFill>
                <a:srgbClr val="0F1836"/>
              </a:solidFill>
            </a:endParaRPr>
          </a:p>
          <a:p>
            <a:r>
              <a:rPr lang="zh-CN" altLang="en-US" b="1">
                <a:solidFill>
                  <a:srgbClr val="0F1836"/>
                </a:solidFill>
              </a:rPr>
              <a:t>①Launch Contacts, Click "Set up my profile", add name, number, photo , email, and other feld.</a:t>
            </a:r>
            <a:endParaRPr lang="zh-CN" altLang="en-US" b="1">
              <a:solidFill>
                <a:srgbClr val="0F1836"/>
              </a:solidFill>
            </a:endParaRPr>
          </a:p>
          <a:p>
            <a:r>
              <a:rPr lang="zh-CN" altLang="en-US" b="1">
                <a:solidFill>
                  <a:srgbClr val="0F1836"/>
                </a:solidFill>
              </a:rPr>
              <a:t>②Call/Send in/out the number in my profile.</a:t>
            </a:r>
            <a:endParaRPr lang="zh-CN" altLang="en-US" b="1">
              <a:solidFill>
                <a:srgbClr val="0F1836"/>
              </a:solidFill>
            </a:endParaRPr>
          </a:p>
          <a:p>
            <a:r>
              <a:rPr lang="zh-CN" altLang="en-US" b="1">
                <a:solidFill>
                  <a:srgbClr val="0F1836"/>
                </a:solidFill>
              </a:rPr>
              <a:t>③Share my profile via BT/Email/MMS/Gmail…</a:t>
            </a:r>
            <a:endParaRPr lang="zh-CN" altLang="en-US" b="1">
              <a:solidFill>
                <a:srgbClr val="0F1836"/>
              </a:solidFill>
            </a:endParaRPr>
          </a:p>
          <a:p>
            <a:r>
              <a:rPr lang="zh-CN" altLang="en-US" b="1">
                <a:solidFill>
                  <a:srgbClr val="0F1836"/>
                </a:solidFill>
              </a:rPr>
              <a:t>④Set ringtone for my profile.</a:t>
            </a:r>
            <a:endParaRPr lang="zh-CN" altLang="en-US" b="1">
              <a:solidFill>
                <a:srgbClr val="0F1836"/>
              </a:solidFill>
            </a:endParaRPr>
          </a:p>
          <a:p>
            <a:r>
              <a:rPr lang="zh-CN" altLang="en-US" b="1">
                <a:solidFill>
                  <a:srgbClr val="0F1836"/>
                </a:solidFill>
              </a:rPr>
              <a:t>⑤Delete my profile .</a:t>
            </a:r>
            <a:endParaRPr lang="zh-CN" altLang="en-US" b="1">
              <a:solidFill>
                <a:srgbClr val="0F1836"/>
              </a:solidFill>
            </a:endParaRPr>
          </a:p>
          <a:p>
            <a:r>
              <a:rPr lang="zh-CN" altLang="en-US" b="1">
                <a:solidFill>
                  <a:srgbClr val="0F1836"/>
                </a:solidFill>
              </a:rPr>
              <a:t>预期结果:</a:t>
            </a:r>
            <a:endParaRPr lang="zh-CN" altLang="en-US" b="1">
              <a:solidFill>
                <a:srgbClr val="0F1836"/>
              </a:solidFill>
            </a:endParaRPr>
          </a:p>
          <a:p>
            <a:r>
              <a:rPr lang="zh-CN" altLang="en-US" b="1">
                <a:solidFill>
                  <a:srgbClr val="0F1836"/>
                </a:solidFill>
              </a:rPr>
              <a:t>①Can edit my profile information correctly.</a:t>
            </a:r>
            <a:endParaRPr lang="zh-CN" altLang="en-US" b="1">
              <a:solidFill>
                <a:srgbClr val="0F1836"/>
              </a:solidFill>
            </a:endParaRPr>
          </a:p>
          <a:p>
            <a:r>
              <a:rPr lang="zh-CN" altLang="en-US" b="1">
                <a:solidFill>
                  <a:srgbClr val="0F1836"/>
                </a:solidFill>
              </a:rPr>
              <a:t>②The call is normal.</a:t>
            </a:r>
            <a:endParaRPr lang="zh-CN" altLang="en-US" b="1">
              <a:solidFill>
                <a:srgbClr val="0F1836"/>
              </a:solidFill>
            </a:endParaRPr>
          </a:p>
          <a:p>
            <a:r>
              <a:rPr lang="zh-CN" altLang="en-US" b="1">
                <a:solidFill>
                  <a:srgbClr val="0F1836"/>
                </a:solidFill>
              </a:rPr>
              <a:t>③Share my profile successfully.</a:t>
            </a:r>
            <a:endParaRPr lang="zh-CN" altLang="en-US" b="1">
              <a:solidFill>
                <a:srgbClr val="0F1836"/>
              </a:solidFill>
            </a:endParaRPr>
          </a:p>
          <a:p>
            <a:r>
              <a:rPr lang="zh-CN" altLang="en-US" b="1">
                <a:solidFill>
                  <a:srgbClr val="0F1836"/>
                </a:solidFill>
              </a:rPr>
              <a:t>④The ringtone is the set one.</a:t>
            </a:r>
            <a:endParaRPr lang="zh-CN" altLang="en-US" b="1">
              <a:solidFill>
                <a:srgbClr val="0F1836"/>
              </a:solidFill>
            </a:endParaRPr>
          </a:p>
          <a:p>
            <a:r>
              <a:rPr lang="zh-CN" altLang="en-US" b="1">
                <a:solidFill>
                  <a:srgbClr val="0F1836"/>
                </a:solidFill>
              </a:rPr>
              <a:t>⑤Can delete my profile.</a:t>
            </a:r>
            <a:endParaRPr lang="zh-CN" altLang="en-US" b="1">
              <a:solidFill>
                <a:srgbClr val="0F1836"/>
              </a:solidFill>
            </a:endParaRPr>
          </a:p>
        </p:txBody>
      </p:sp>
    </p:spTree>
  </p:cSld>
  <p:clrMapOvr>
    <a:masterClrMapping/>
  </p:clrMapOvr>
  <p:transition advTm="10857">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1"/>
                                        </p:tgtEl>
                                        <p:attrNameLst>
                                          <p:attrName>style.visibility</p:attrName>
                                        </p:attrNameLst>
                                      </p:cBhvr>
                                      <p:to>
                                        <p:strVal val="visible"/>
                                      </p:to>
                                    </p:set>
                                    <p:anim calcmode="lin" valueType="num">
                                      <p:cBhvr additive="base">
                                        <p:cTn id="7" dur="500" fill="hold"/>
                                        <p:tgtEl>
                                          <p:spTgt spid="91"/>
                                        </p:tgtEl>
                                        <p:attrNameLst>
                                          <p:attrName>ppt_x</p:attrName>
                                        </p:attrNameLst>
                                      </p:cBhvr>
                                      <p:tavLst>
                                        <p:tav tm="0">
                                          <p:val>
                                            <p:strVal val="#ppt_x"/>
                                          </p:val>
                                        </p:tav>
                                        <p:tav tm="100000">
                                          <p:val>
                                            <p:strVal val="#ppt_x"/>
                                          </p:val>
                                        </p:tav>
                                      </p:tavLst>
                                    </p:anim>
                                    <p:anim calcmode="lin" valueType="num">
                                      <p:cBhvr additive="base">
                                        <p:cTn id="8" dur="500" fill="hold"/>
                                        <p:tgtEl>
                                          <p:spTgt spid="91"/>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500" fill="hold"/>
                                        <p:tgtEl>
                                          <p:spTgt spid="2"/>
                                        </p:tgtEl>
                                        <p:attrNameLst>
                                          <p:attrName>ppt_x</p:attrName>
                                        </p:attrNameLst>
                                      </p:cBhvr>
                                      <p:tavLst>
                                        <p:tav tm="0">
                                          <p:val>
                                            <p:strVal val="#ppt_x"/>
                                          </p:val>
                                        </p:tav>
                                        <p:tav tm="100000">
                                          <p:val>
                                            <p:strVal val="#ppt_x"/>
                                          </p:val>
                                        </p:tav>
                                      </p:tavLst>
                                    </p:anim>
                                    <p:anim calcmode="lin" valueType="num">
                                      <p:cBhvr additive="base">
                                        <p:cTn id="13"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矩形 77"/>
          <p:cNvSpPr/>
          <p:nvPr/>
        </p:nvSpPr>
        <p:spPr>
          <a:xfrm>
            <a:off x="-4286" y="96176"/>
            <a:ext cx="275273" cy="291465"/>
          </a:xfrm>
          <a:prstGeom prst="rect">
            <a:avLst/>
          </a:prstGeom>
          <a:gradFill>
            <a:gsLst>
              <a:gs pos="0">
                <a:srgbClr val="012D86"/>
              </a:gs>
              <a:gs pos="100000">
                <a:srgbClr val="0E2557"/>
              </a:gs>
            </a:gsLst>
            <a:lin ang="5400000" scaled="0"/>
          </a:gra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200" b="0" i="0" u="none" strike="noStrike" kern="0" cap="none" spc="0" normalizeH="0" baseline="0" noProof="0">
              <a:ln>
                <a:noFill/>
              </a:ln>
              <a:solidFill>
                <a:srgbClr val="397E9E"/>
              </a:solidFill>
              <a:effectLst/>
              <a:uLnTx/>
              <a:uFillTx/>
              <a:latin typeface="Century Gothic" panose="020B0502020202020204"/>
              <a:ea typeface="微软雅黑" panose="020B0503020204020204" charset="-122"/>
            </a:endParaRPr>
          </a:p>
        </p:txBody>
      </p:sp>
      <p:sp>
        <p:nvSpPr>
          <p:cNvPr id="79" name="矩形 78"/>
          <p:cNvSpPr/>
          <p:nvPr/>
        </p:nvSpPr>
        <p:spPr>
          <a:xfrm>
            <a:off x="302895" y="96176"/>
            <a:ext cx="57150" cy="290989"/>
          </a:xfrm>
          <a:prstGeom prst="rect">
            <a:avLst/>
          </a:prstGeom>
          <a:solidFill>
            <a:srgbClr val="0070C0"/>
          </a:soli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200" b="0" i="0" u="none" strike="noStrike" kern="0" cap="none" spc="0" normalizeH="0" baseline="0" noProof="0">
              <a:ln>
                <a:noFill/>
              </a:ln>
              <a:solidFill>
                <a:srgbClr val="397E9E"/>
              </a:solidFill>
              <a:effectLst/>
              <a:uLnTx/>
              <a:uFillTx/>
              <a:latin typeface="Century Gothic" panose="020B0502020202020204"/>
              <a:ea typeface="微软雅黑" panose="020B0503020204020204" charset="-122"/>
            </a:endParaRPr>
          </a:p>
        </p:txBody>
      </p:sp>
      <p:sp>
        <p:nvSpPr>
          <p:cNvPr id="80" name="文本占位符 3"/>
          <p:cNvSpPr txBox="1"/>
          <p:nvPr/>
        </p:nvSpPr>
        <p:spPr>
          <a:xfrm>
            <a:off x="323765" y="42640"/>
            <a:ext cx="2236205" cy="418556"/>
          </a:xfrm>
          <a:prstGeom prst="rect">
            <a:avLst/>
          </a:prstGeom>
        </p:spPr>
        <p:txBody>
          <a:bodyPr anchor="ctr"/>
          <a:lstStyle>
            <a:lvl1pPr marL="0" indent="0" algn="l" defTabSz="963930" rtl="0" eaLnBrk="1" latinLnBrk="0" hangingPunct="1">
              <a:lnSpc>
                <a:spcPct val="90000"/>
              </a:lnSpc>
              <a:spcBef>
                <a:spcPts val="1055"/>
              </a:spcBef>
              <a:buFont typeface="Arial" panose="020B0604020202020204" pitchFamily="34" charset="0"/>
              <a:buNone/>
              <a:defRPr sz="2955" b="1" kern="1200">
                <a:solidFill>
                  <a:schemeClr val="tx1"/>
                </a:solidFill>
                <a:latin typeface="+mn-lt"/>
                <a:ea typeface="+mn-ea"/>
                <a:cs typeface="+mn-cs"/>
              </a:defRPr>
            </a:lvl1pPr>
            <a:lvl2pPr marL="723265" indent="-241300" algn="l" defTabSz="963930" rtl="0" eaLnBrk="1" latinLnBrk="0" hangingPunct="1">
              <a:lnSpc>
                <a:spcPct val="90000"/>
              </a:lnSpc>
              <a:spcBef>
                <a:spcPts val="525"/>
              </a:spcBef>
              <a:buFont typeface="Arial" panose="020B0604020202020204" pitchFamily="34" charset="0"/>
              <a:buChar char="•"/>
              <a:defRPr sz="2530" kern="1200">
                <a:solidFill>
                  <a:schemeClr val="tx1"/>
                </a:solidFill>
                <a:latin typeface="+mn-lt"/>
                <a:ea typeface="+mn-ea"/>
                <a:cs typeface="+mn-cs"/>
              </a:defRPr>
            </a:lvl2pPr>
            <a:lvl3pPr marL="1205230" indent="-241300" algn="l" defTabSz="963930" rtl="0" eaLnBrk="1" latinLnBrk="0" hangingPunct="1">
              <a:lnSpc>
                <a:spcPct val="90000"/>
              </a:lnSpc>
              <a:spcBef>
                <a:spcPts val="525"/>
              </a:spcBef>
              <a:buFont typeface="Arial" panose="020B0604020202020204" pitchFamily="34" charset="0"/>
              <a:buChar char="•"/>
              <a:defRPr sz="2110" kern="1200">
                <a:solidFill>
                  <a:schemeClr val="tx1"/>
                </a:solidFill>
                <a:latin typeface="+mn-lt"/>
                <a:ea typeface="+mn-ea"/>
                <a:cs typeface="+mn-cs"/>
              </a:defRPr>
            </a:lvl3pPr>
            <a:lvl4pPr marL="168783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4pPr>
            <a:lvl5pPr marL="216979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5pPr>
            <a:lvl6pPr marL="26517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6pPr>
            <a:lvl7pPr marL="31343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7pPr>
            <a:lvl8pPr marL="361632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8pPr>
            <a:lvl9pPr marL="409829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9pPr>
          </a:lstStyle>
          <a:p>
            <a:pPr algn="l">
              <a:lnSpc>
                <a:spcPct val="100000"/>
              </a:lnSpc>
            </a:pPr>
            <a:r>
              <a:rPr kumimoji="1" lang="zh-CN" altLang="en-US" sz="1500" b="0" dirty="0">
                <a:solidFill>
                  <a:schemeClr val="tx1">
                    <a:lumMod val="65000"/>
                    <a:lumOff val="35000"/>
                  </a:schemeClr>
                </a:solidFill>
                <a:latin typeface="微软雅黑" panose="020B0503020204020204" charset="-122"/>
                <a:ea typeface="微软雅黑" panose="020B0503020204020204" charset="-122"/>
                <a:sym typeface="+mn-ea"/>
              </a:rPr>
              <a:t>如何写好测试用例</a:t>
            </a:r>
            <a:endParaRPr kumimoji="1" lang="zh-CN" altLang="en-US" sz="1500" b="0" dirty="0">
              <a:solidFill>
                <a:schemeClr val="tx1">
                  <a:lumMod val="65000"/>
                  <a:lumOff val="35000"/>
                </a:schemeClr>
              </a:solidFill>
              <a:latin typeface="微软雅黑" panose="020B0503020204020204" charset="-122"/>
              <a:ea typeface="微软雅黑" panose="020B0503020204020204" charset="-122"/>
            </a:endParaRPr>
          </a:p>
        </p:txBody>
      </p:sp>
      <p:sp>
        <p:nvSpPr>
          <p:cNvPr id="4" name="文本框 3"/>
          <p:cNvSpPr txBox="1"/>
          <p:nvPr/>
        </p:nvSpPr>
        <p:spPr>
          <a:xfrm>
            <a:off x="5371941" y="540200"/>
            <a:ext cx="2501265" cy="460375"/>
          </a:xfrm>
          <a:prstGeom prst="rect">
            <a:avLst/>
          </a:prstGeom>
          <a:noFill/>
        </p:spPr>
        <p:txBody>
          <a:bodyPr wrap="square" rtlCol="0">
            <a:spAutoFit/>
          </a:bodyPr>
          <a:p>
            <a:pPr algn="ctr"/>
            <a:r>
              <a:rPr lang="en-US" altLang="zh-CN" sz="2400" b="1">
                <a:latin typeface="+mj-ea"/>
                <a:ea typeface="+mj-ea"/>
                <a:cs typeface="+mj-ea"/>
              </a:rPr>
              <a:t>5.</a:t>
            </a:r>
            <a:r>
              <a:rPr lang="zh-CN" altLang="en-US" sz="2400" b="1">
                <a:latin typeface="+mj-ea"/>
                <a:ea typeface="+mj-ea"/>
                <a:cs typeface="+mj-ea"/>
              </a:rPr>
              <a:t>执行方式</a:t>
            </a:r>
            <a:endParaRPr lang="zh-CN" altLang="en-US" sz="2400" b="1">
              <a:latin typeface="+mj-ea"/>
              <a:ea typeface="+mj-ea"/>
              <a:cs typeface="+mj-ea"/>
            </a:endParaRPr>
          </a:p>
        </p:txBody>
      </p:sp>
      <p:sp>
        <p:nvSpPr>
          <p:cNvPr id="16" name="文本框 15"/>
          <p:cNvSpPr txBox="1"/>
          <p:nvPr/>
        </p:nvSpPr>
        <p:spPr>
          <a:xfrm>
            <a:off x="4576604" y="1075981"/>
            <a:ext cx="4092416" cy="3415030"/>
          </a:xfrm>
          <a:prstGeom prst="rect">
            <a:avLst/>
          </a:prstGeom>
          <a:noFill/>
        </p:spPr>
        <p:txBody>
          <a:bodyPr wrap="square" rtlCol="0">
            <a:spAutoFit/>
          </a:bodyPr>
          <a:p>
            <a:pPr indent="457200" fontAlgn="auto">
              <a:lnSpc>
                <a:spcPct val="150000"/>
              </a:lnSpc>
            </a:pPr>
            <a:r>
              <a:rPr lang="zh-CN" altLang="en-US"/>
              <a:t>执行方式有两方式，Manual代表此条测试用例需要工程师手动来操作执行，大多数的</a:t>
            </a:r>
            <a:r>
              <a:rPr lang="zh-CN" altLang="en-US">
                <a:sym typeface="+mn-ea"/>
              </a:rPr>
              <a:t>测试用例</a:t>
            </a:r>
            <a:r>
              <a:rPr lang="zh-CN" altLang="en-US"/>
              <a:t>选择此项；Automated代表此</a:t>
            </a:r>
            <a:r>
              <a:rPr lang="zh-CN" altLang="en-US">
                <a:sym typeface="+mn-ea"/>
              </a:rPr>
              <a:t>测试用例</a:t>
            </a:r>
            <a:r>
              <a:rPr lang="zh-CN" altLang="en-US"/>
              <a:t>是通过自动化来实现的，也就是通过一些脚本让手机自己来RUN，而工程师只负责去查看一下结果是通过（PASS）了还是失败（FAIL）了。</a:t>
            </a:r>
            <a:endParaRPr lang="zh-CN" altLang="en-US"/>
          </a:p>
        </p:txBody>
      </p:sp>
      <p:pic>
        <p:nvPicPr>
          <p:cNvPr id="2" name="图片 1" descr="318762-1PP9200H987"/>
          <p:cNvPicPr>
            <a:picLocks noChangeAspect="1"/>
          </p:cNvPicPr>
          <p:nvPr/>
        </p:nvPicPr>
        <p:blipFill>
          <a:blip r:embed="rId1"/>
          <a:stretch>
            <a:fillRect/>
          </a:stretch>
        </p:blipFill>
        <p:spPr>
          <a:xfrm>
            <a:off x="515303" y="1075505"/>
            <a:ext cx="3429000" cy="3429000"/>
          </a:xfrm>
          <a:prstGeom prst="rect">
            <a:avLst/>
          </a:prstGeom>
        </p:spPr>
      </p:pic>
    </p:spTree>
  </p:cSld>
  <p:clrMapOvr>
    <a:masterClrMapping/>
  </p:clrMapOvr>
  <p:transition advTm="10857">
    <p:random/>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矩形 77"/>
          <p:cNvSpPr/>
          <p:nvPr/>
        </p:nvSpPr>
        <p:spPr>
          <a:xfrm>
            <a:off x="-4286" y="96176"/>
            <a:ext cx="275273" cy="291465"/>
          </a:xfrm>
          <a:prstGeom prst="rect">
            <a:avLst/>
          </a:prstGeom>
          <a:gradFill>
            <a:gsLst>
              <a:gs pos="0">
                <a:srgbClr val="012D86"/>
              </a:gs>
              <a:gs pos="100000">
                <a:srgbClr val="0E2557"/>
              </a:gs>
            </a:gsLst>
            <a:lin ang="5400000" scaled="0"/>
          </a:gra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200" b="0" i="0" u="none" strike="noStrike" kern="0" cap="none" spc="0" normalizeH="0" baseline="0" noProof="0">
              <a:ln>
                <a:noFill/>
              </a:ln>
              <a:solidFill>
                <a:srgbClr val="397E9E"/>
              </a:solidFill>
              <a:effectLst/>
              <a:uLnTx/>
              <a:uFillTx/>
              <a:latin typeface="Century Gothic" panose="020B0502020202020204"/>
              <a:ea typeface="微软雅黑" panose="020B0503020204020204" charset="-122"/>
            </a:endParaRPr>
          </a:p>
        </p:txBody>
      </p:sp>
      <p:sp>
        <p:nvSpPr>
          <p:cNvPr id="79" name="矩形 78"/>
          <p:cNvSpPr/>
          <p:nvPr/>
        </p:nvSpPr>
        <p:spPr>
          <a:xfrm>
            <a:off x="302895" y="96176"/>
            <a:ext cx="57150" cy="290989"/>
          </a:xfrm>
          <a:prstGeom prst="rect">
            <a:avLst/>
          </a:prstGeom>
          <a:solidFill>
            <a:srgbClr val="0070C0"/>
          </a:soli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200" b="0" i="0" u="none" strike="noStrike" kern="0" cap="none" spc="0" normalizeH="0" baseline="0" noProof="0">
              <a:ln>
                <a:noFill/>
              </a:ln>
              <a:solidFill>
                <a:srgbClr val="397E9E"/>
              </a:solidFill>
              <a:effectLst/>
              <a:uLnTx/>
              <a:uFillTx/>
              <a:latin typeface="Century Gothic" panose="020B0502020202020204"/>
              <a:ea typeface="微软雅黑" panose="020B0503020204020204" charset="-122"/>
            </a:endParaRPr>
          </a:p>
        </p:txBody>
      </p:sp>
      <p:sp>
        <p:nvSpPr>
          <p:cNvPr id="80" name="文本占位符 3"/>
          <p:cNvSpPr txBox="1"/>
          <p:nvPr/>
        </p:nvSpPr>
        <p:spPr>
          <a:xfrm>
            <a:off x="323765" y="42640"/>
            <a:ext cx="2236205" cy="418556"/>
          </a:xfrm>
          <a:prstGeom prst="rect">
            <a:avLst/>
          </a:prstGeom>
        </p:spPr>
        <p:txBody>
          <a:bodyPr anchor="ctr"/>
          <a:lstStyle>
            <a:lvl1pPr marL="0" indent="0" algn="l" defTabSz="963930" rtl="0" eaLnBrk="1" latinLnBrk="0" hangingPunct="1">
              <a:lnSpc>
                <a:spcPct val="90000"/>
              </a:lnSpc>
              <a:spcBef>
                <a:spcPts val="1055"/>
              </a:spcBef>
              <a:buFont typeface="Arial" panose="020B0604020202020204" pitchFamily="34" charset="0"/>
              <a:buNone/>
              <a:defRPr sz="2955" b="1" kern="1200">
                <a:solidFill>
                  <a:schemeClr val="tx1"/>
                </a:solidFill>
                <a:latin typeface="+mn-lt"/>
                <a:ea typeface="+mn-ea"/>
                <a:cs typeface="+mn-cs"/>
              </a:defRPr>
            </a:lvl1pPr>
            <a:lvl2pPr marL="723265" indent="-241300" algn="l" defTabSz="963930" rtl="0" eaLnBrk="1" latinLnBrk="0" hangingPunct="1">
              <a:lnSpc>
                <a:spcPct val="90000"/>
              </a:lnSpc>
              <a:spcBef>
                <a:spcPts val="525"/>
              </a:spcBef>
              <a:buFont typeface="Arial" panose="020B0604020202020204" pitchFamily="34" charset="0"/>
              <a:buChar char="•"/>
              <a:defRPr sz="2530" kern="1200">
                <a:solidFill>
                  <a:schemeClr val="tx1"/>
                </a:solidFill>
                <a:latin typeface="+mn-lt"/>
                <a:ea typeface="+mn-ea"/>
                <a:cs typeface="+mn-cs"/>
              </a:defRPr>
            </a:lvl2pPr>
            <a:lvl3pPr marL="1205230" indent="-241300" algn="l" defTabSz="963930" rtl="0" eaLnBrk="1" latinLnBrk="0" hangingPunct="1">
              <a:lnSpc>
                <a:spcPct val="90000"/>
              </a:lnSpc>
              <a:spcBef>
                <a:spcPts val="525"/>
              </a:spcBef>
              <a:buFont typeface="Arial" panose="020B0604020202020204" pitchFamily="34" charset="0"/>
              <a:buChar char="•"/>
              <a:defRPr sz="2110" kern="1200">
                <a:solidFill>
                  <a:schemeClr val="tx1"/>
                </a:solidFill>
                <a:latin typeface="+mn-lt"/>
                <a:ea typeface="+mn-ea"/>
                <a:cs typeface="+mn-cs"/>
              </a:defRPr>
            </a:lvl3pPr>
            <a:lvl4pPr marL="168783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4pPr>
            <a:lvl5pPr marL="216979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5pPr>
            <a:lvl6pPr marL="26517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6pPr>
            <a:lvl7pPr marL="31343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7pPr>
            <a:lvl8pPr marL="361632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8pPr>
            <a:lvl9pPr marL="409829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9pPr>
          </a:lstStyle>
          <a:p>
            <a:pPr algn="l">
              <a:lnSpc>
                <a:spcPct val="100000"/>
              </a:lnSpc>
            </a:pPr>
            <a:r>
              <a:rPr kumimoji="1" lang="zh-CN" altLang="en-US" sz="1500" b="0" dirty="0">
                <a:solidFill>
                  <a:schemeClr val="tx1">
                    <a:lumMod val="65000"/>
                    <a:lumOff val="35000"/>
                  </a:schemeClr>
                </a:solidFill>
                <a:latin typeface="微软雅黑" panose="020B0503020204020204" charset="-122"/>
                <a:ea typeface="微软雅黑" panose="020B0503020204020204" charset="-122"/>
              </a:rPr>
              <a:t>点击添加相关标题文字</a:t>
            </a:r>
            <a:endParaRPr kumimoji="1" lang="zh-CN" altLang="en-US" sz="1500" b="0" dirty="0">
              <a:solidFill>
                <a:schemeClr val="tx1">
                  <a:lumMod val="65000"/>
                  <a:lumOff val="35000"/>
                </a:schemeClr>
              </a:solidFill>
              <a:latin typeface="微软雅黑" panose="020B0503020204020204" charset="-122"/>
              <a:ea typeface="微软雅黑" panose="020B0503020204020204" charset="-122"/>
            </a:endParaRPr>
          </a:p>
        </p:txBody>
      </p:sp>
      <p:grpSp>
        <p:nvGrpSpPr>
          <p:cNvPr id="2" name="组合 1"/>
          <p:cNvGrpSpPr/>
          <p:nvPr/>
        </p:nvGrpSpPr>
        <p:grpSpPr>
          <a:xfrm>
            <a:off x="4338133" y="1122833"/>
            <a:ext cx="3266696" cy="1246484"/>
            <a:chOff x="6574753" y="1695136"/>
            <a:chExt cx="4355594" cy="1661980"/>
          </a:xfrm>
        </p:grpSpPr>
        <p:sp>
          <p:nvSpPr>
            <p:cNvPr id="3" name="矩形: 圆角 26"/>
            <p:cNvSpPr/>
            <p:nvPr/>
          </p:nvSpPr>
          <p:spPr>
            <a:xfrm>
              <a:off x="6627851" y="1871939"/>
              <a:ext cx="457200" cy="457200"/>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FF9E6"/>
                </a:solidFill>
                <a:latin typeface="微软雅黑" panose="020B0503020204020204" charset="-122"/>
                <a:ea typeface="微软雅黑" panose="020B0503020204020204" charset="-122"/>
              </a:endParaRPr>
            </a:p>
          </p:txBody>
        </p:sp>
        <p:sp>
          <p:nvSpPr>
            <p:cNvPr id="4" name="矩形 3" descr="e7d195523061f1c003d7160bb3852330e69e1b47c664ea0314E9593E18313AD830F940F1AC53C40C0B8B3D93D4DFF44B590F8D4A945ADE53F5D61968231FCAE157B0D7022AA0681C03E9FB4B1E3862D0C13C109685D0C1F9D9ACA5E10B258C1727924FC3FC0E61468152E413AFD3EDAA03A1BA0B768D2D39A9D26D6009DD7E2AED15C90B1EA11F84"/>
            <p:cNvSpPr/>
            <p:nvPr/>
          </p:nvSpPr>
          <p:spPr>
            <a:xfrm>
              <a:off x="7293450" y="2086269"/>
              <a:ext cx="3636897" cy="1270847"/>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0000"/>
                </a:lnSpc>
              </a:pPr>
              <a:r>
                <a:rPr lang="zh-CN" altLang="en-US" sz="1400" dirty="0">
                  <a:solidFill>
                    <a:srgbClr val="0070C0"/>
                  </a:solidFill>
                  <a:latin typeface="微软雅黑" panose="020B0503020204020204" charset="-122"/>
                  <a:ea typeface="微软雅黑" panose="020B0503020204020204" charset="-122"/>
                  <a:cs typeface="Segoe UI Semilight" panose="020B0402040204020203" pitchFamily="34" charset="0"/>
                </a:rPr>
                <a:t>测试用例重要级为最高，如果出问题，是必发现的或是一旦发现会严重影响用户体验的，一般是验证软件基本功能的测试用例</a:t>
              </a:r>
              <a:r>
                <a:rPr lang="zh-CN" altLang="en-US" sz="1400" dirty="0">
                  <a:solidFill>
                    <a:srgbClr val="0070C0"/>
                  </a:solidFill>
                  <a:latin typeface="+mn-ea"/>
                  <a:cs typeface="Segoe UI Semilight" panose="020B0402040204020203" pitchFamily="34" charset="0"/>
                </a:rPr>
                <a:t>；</a:t>
              </a:r>
              <a:endParaRPr lang="zh-CN" altLang="en-US" sz="1400" dirty="0">
                <a:solidFill>
                  <a:srgbClr val="0070C0"/>
                </a:solidFill>
                <a:latin typeface="+mn-ea"/>
                <a:cs typeface="Segoe UI Semilight" panose="020B0402040204020203" pitchFamily="34" charset="0"/>
              </a:endParaRPr>
            </a:p>
          </p:txBody>
        </p:sp>
        <p:sp>
          <p:nvSpPr>
            <p:cNvPr id="5" name="文本框 570"/>
            <p:cNvSpPr txBox="1"/>
            <p:nvPr/>
          </p:nvSpPr>
          <p:spPr>
            <a:xfrm>
              <a:off x="7293450" y="1695136"/>
              <a:ext cx="983827" cy="491067"/>
            </a:xfrm>
            <a:prstGeom prst="rect">
              <a:avLst/>
            </a:prstGeom>
            <a:noFill/>
          </p:spPr>
          <p:txBody>
            <a:bodyPr wrap="none" rtlCol="0">
              <a:spAutoFit/>
            </a:bodyPr>
            <a:lstStyle/>
            <a:p>
              <a:r>
                <a:rPr lang="en-US" altLang="zh-CN" b="1" dirty="0">
                  <a:solidFill>
                    <a:schemeClr val="tx1">
                      <a:lumMod val="75000"/>
                      <a:lumOff val="25000"/>
                    </a:schemeClr>
                  </a:solidFill>
                  <a:latin typeface="微软雅黑" panose="020B0503020204020204" charset="-122"/>
                  <a:ea typeface="微软雅黑" panose="020B0503020204020204" charset="-122"/>
                </a:rPr>
                <a:t>High</a:t>
              </a:r>
              <a:endParaRPr lang="en-US" altLang="zh-CN" b="1" dirty="0">
                <a:solidFill>
                  <a:schemeClr val="tx1">
                    <a:lumMod val="75000"/>
                    <a:lumOff val="25000"/>
                  </a:schemeClr>
                </a:solidFill>
                <a:latin typeface="微软雅黑" panose="020B0503020204020204" charset="-122"/>
                <a:ea typeface="微软雅黑" panose="020B0503020204020204" charset="-122"/>
              </a:endParaRPr>
            </a:p>
          </p:txBody>
        </p:sp>
        <p:sp>
          <p:nvSpPr>
            <p:cNvPr id="6" name="文本框 571"/>
            <p:cNvSpPr txBox="1"/>
            <p:nvPr/>
          </p:nvSpPr>
          <p:spPr>
            <a:xfrm>
              <a:off x="6574753" y="1872021"/>
              <a:ext cx="562187" cy="449580"/>
            </a:xfrm>
            <a:prstGeom prst="rect">
              <a:avLst/>
            </a:prstGeom>
            <a:noFill/>
          </p:spPr>
          <p:txBody>
            <a:bodyPr wrap="none" rtlCol="0">
              <a:spAutoFit/>
            </a:bodyPr>
            <a:lstStyle/>
            <a:p>
              <a:r>
                <a:rPr lang="en-US" altLang="zh-CN" sz="1600" dirty="0">
                  <a:solidFill>
                    <a:srgbClr val="FFF9E6"/>
                  </a:solidFill>
                  <a:latin typeface="微软雅黑" panose="020B0503020204020204" charset="-122"/>
                  <a:ea typeface="微软雅黑" panose="020B0503020204020204" charset="-122"/>
                </a:rPr>
                <a:t>01</a:t>
              </a:r>
              <a:endParaRPr lang="en-US" altLang="zh-CN" sz="1600" dirty="0">
                <a:solidFill>
                  <a:srgbClr val="FFF9E6"/>
                </a:solidFill>
                <a:latin typeface="微软雅黑" panose="020B0503020204020204" charset="-122"/>
                <a:ea typeface="微软雅黑" panose="020B0503020204020204" charset="-122"/>
              </a:endParaRPr>
            </a:p>
          </p:txBody>
        </p:sp>
      </p:grpSp>
      <p:grpSp>
        <p:nvGrpSpPr>
          <p:cNvPr id="7" name="组合 6"/>
          <p:cNvGrpSpPr/>
          <p:nvPr/>
        </p:nvGrpSpPr>
        <p:grpSpPr>
          <a:xfrm>
            <a:off x="4377798" y="2440755"/>
            <a:ext cx="3289102" cy="986152"/>
            <a:chOff x="6544878" y="3377688"/>
            <a:chExt cx="4385469" cy="1315617"/>
          </a:xfrm>
        </p:grpSpPr>
        <p:sp>
          <p:nvSpPr>
            <p:cNvPr id="8" name="矩形: 圆角 27"/>
            <p:cNvSpPr/>
            <p:nvPr/>
          </p:nvSpPr>
          <p:spPr>
            <a:xfrm>
              <a:off x="6627851" y="3493208"/>
              <a:ext cx="457200" cy="457200"/>
            </a:xfrm>
            <a:prstGeom prst="round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FF9E6"/>
                </a:solidFill>
                <a:latin typeface="微软雅黑" panose="020B0503020204020204" charset="-122"/>
                <a:ea typeface="微软雅黑" panose="020B0503020204020204" charset="-122"/>
              </a:endParaRPr>
            </a:p>
          </p:txBody>
        </p:sp>
        <p:sp>
          <p:nvSpPr>
            <p:cNvPr id="9" name="矩形 8" descr="e7d195523061f1c003d7160bb3852330e69e1b47c664ea0314E9593E18313AD830F940F1AC53C40C0B8B3D93D4DFF44B590F8D4A945ADE53F5D61968231FCAE157B0D7022AA0681C03E9FB4B1E3862D0C13C109685D0C1F9D9ACA5E10B258C1727924FC3FC0E61468152E413AFD3EDAA03A1BA0B768D2D39A9D26D6009DD7E2AED15C90B1EA11F84"/>
            <p:cNvSpPr/>
            <p:nvPr/>
          </p:nvSpPr>
          <p:spPr>
            <a:xfrm>
              <a:off x="7293450" y="3709766"/>
              <a:ext cx="3636897" cy="983539"/>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0000"/>
                </a:lnSpc>
              </a:pPr>
              <a:r>
                <a:rPr lang="zh-CN" altLang="en-US" sz="1400" dirty="0">
                  <a:solidFill>
                    <a:srgbClr val="0070C0"/>
                  </a:solidFill>
                  <a:latin typeface="微软雅黑" panose="020B0503020204020204" charset="-122"/>
                  <a:ea typeface="微软雅黑" panose="020B0503020204020204" charset="-122"/>
                  <a:cs typeface="Segoe UI Semilight" panose="020B0402040204020203" pitchFamily="34" charset="0"/>
                </a:rPr>
                <a:t>测试用例比较重要，经过一些操作后很容易发现的问题，多为交互，极限的测试用例；</a:t>
              </a:r>
              <a:endParaRPr lang="zh-CN" altLang="en-US" sz="1400" dirty="0">
                <a:solidFill>
                  <a:srgbClr val="0070C0"/>
                </a:solidFill>
                <a:latin typeface="微软雅黑" panose="020B0503020204020204" charset="-122"/>
                <a:ea typeface="微软雅黑" panose="020B0503020204020204" charset="-122"/>
                <a:cs typeface="Segoe UI Semilight" panose="020B0402040204020203" pitchFamily="34" charset="0"/>
              </a:endParaRPr>
            </a:p>
          </p:txBody>
        </p:sp>
        <p:sp>
          <p:nvSpPr>
            <p:cNvPr id="10" name="文本框 573"/>
            <p:cNvSpPr txBox="1"/>
            <p:nvPr/>
          </p:nvSpPr>
          <p:spPr>
            <a:xfrm>
              <a:off x="7293450" y="3377688"/>
              <a:ext cx="1524000" cy="491346"/>
            </a:xfrm>
            <a:prstGeom prst="rect">
              <a:avLst/>
            </a:prstGeom>
            <a:noFill/>
          </p:spPr>
          <p:txBody>
            <a:bodyPr wrap="none" rtlCol="0">
              <a:spAutoFit/>
            </a:bodyPr>
            <a:lstStyle/>
            <a:p>
              <a:r>
                <a:rPr lang="en-US" altLang="zh-CN" b="1" dirty="0">
                  <a:solidFill>
                    <a:schemeClr val="tx1">
                      <a:lumMod val="75000"/>
                      <a:lumOff val="25000"/>
                    </a:schemeClr>
                  </a:solidFill>
                  <a:latin typeface="微软雅黑" panose="020B0503020204020204" charset="-122"/>
                  <a:ea typeface="微软雅黑" panose="020B0503020204020204" charset="-122"/>
                </a:rPr>
                <a:t>Medium</a:t>
              </a:r>
              <a:endParaRPr lang="en-US" altLang="zh-CN" b="1" dirty="0">
                <a:solidFill>
                  <a:schemeClr val="tx1">
                    <a:lumMod val="75000"/>
                    <a:lumOff val="25000"/>
                  </a:schemeClr>
                </a:solidFill>
                <a:latin typeface="微软雅黑" panose="020B0503020204020204" charset="-122"/>
                <a:ea typeface="微软雅黑" panose="020B0503020204020204" charset="-122"/>
              </a:endParaRPr>
            </a:p>
          </p:txBody>
        </p:sp>
        <p:sp>
          <p:nvSpPr>
            <p:cNvPr id="11" name="文本框 574"/>
            <p:cNvSpPr txBox="1"/>
            <p:nvPr/>
          </p:nvSpPr>
          <p:spPr>
            <a:xfrm>
              <a:off x="6544878" y="3500524"/>
              <a:ext cx="626533" cy="449836"/>
            </a:xfrm>
            <a:prstGeom prst="rect">
              <a:avLst/>
            </a:prstGeom>
            <a:noFill/>
          </p:spPr>
          <p:txBody>
            <a:bodyPr wrap="square" rtlCol="0">
              <a:spAutoFit/>
            </a:bodyPr>
            <a:lstStyle/>
            <a:p>
              <a:r>
                <a:rPr lang="en-US" altLang="zh-CN" sz="1600" dirty="0">
                  <a:solidFill>
                    <a:srgbClr val="FFF9E6"/>
                  </a:solidFill>
                  <a:latin typeface="微软雅黑" panose="020B0503020204020204" charset="-122"/>
                  <a:ea typeface="微软雅黑" panose="020B0503020204020204" charset="-122"/>
                </a:rPr>
                <a:t>02</a:t>
              </a:r>
              <a:endParaRPr lang="en-US" altLang="zh-CN" sz="1600" dirty="0">
                <a:solidFill>
                  <a:srgbClr val="FFF9E6"/>
                </a:solidFill>
                <a:latin typeface="微软雅黑" panose="020B0503020204020204" charset="-122"/>
                <a:ea typeface="微软雅黑" panose="020B0503020204020204" charset="-122"/>
              </a:endParaRPr>
            </a:p>
          </p:txBody>
        </p:sp>
      </p:grpSp>
      <p:grpSp>
        <p:nvGrpSpPr>
          <p:cNvPr id="12" name="组合 11"/>
          <p:cNvGrpSpPr/>
          <p:nvPr/>
        </p:nvGrpSpPr>
        <p:grpSpPr>
          <a:xfrm>
            <a:off x="4377690" y="3498850"/>
            <a:ext cx="3266440" cy="1035138"/>
            <a:chOff x="6575361" y="5050685"/>
            <a:chExt cx="4354986" cy="1153886"/>
          </a:xfrm>
        </p:grpSpPr>
        <p:sp>
          <p:nvSpPr>
            <p:cNvPr id="13" name="矩形: 圆角 28"/>
            <p:cNvSpPr/>
            <p:nvPr/>
          </p:nvSpPr>
          <p:spPr>
            <a:xfrm>
              <a:off x="6627851" y="5163977"/>
              <a:ext cx="457200" cy="457200"/>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FF9E6"/>
                </a:solidFill>
                <a:latin typeface="微软雅黑" panose="020B0503020204020204" charset="-122"/>
                <a:ea typeface="微软雅黑" panose="020B0503020204020204" charset="-122"/>
              </a:endParaRPr>
            </a:p>
          </p:txBody>
        </p:sp>
        <p:sp>
          <p:nvSpPr>
            <p:cNvPr id="14" name="矩形 13" descr="e7d195523061f1c003d7160bb3852330e69e1b47c664ea0314E9593E18313AD830F940F1AC53C40C0B8B3D93D4DFF44B590F8D4A945ADE53F5D61968231FCAE157B0D7022AA0681C03E9FB4B1E3862D0C13C109685D0C1F9D9ACA5E10B258C1727924FC3FC0E61468152E413AFD3EDAA03A1BA0B768D2D39A9D26D6009DD7E2AED15C90B1EA11F84"/>
            <p:cNvSpPr/>
            <p:nvPr/>
          </p:nvSpPr>
          <p:spPr>
            <a:xfrm>
              <a:off x="7293450" y="5382763"/>
              <a:ext cx="3636897" cy="821808"/>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0000"/>
                </a:lnSpc>
              </a:pPr>
              <a:r>
                <a:rPr lang="zh-CN" altLang="en-US" sz="1400" dirty="0">
                  <a:solidFill>
                    <a:srgbClr val="0070C0"/>
                  </a:solidFill>
                  <a:latin typeface="微软雅黑" panose="020B0503020204020204" charset="-122"/>
                  <a:ea typeface="微软雅黑" panose="020B0503020204020204" charset="-122"/>
                  <a:cs typeface="Segoe UI Semilight" panose="020B0402040204020203" pitchFamily="34" charset="0"/>
                </a:rPr>
                <a:t>不容易发现的问题，在一般正常操作下用户很少关注，是不会造成很大的问题的测试用例。</a:t>
              </a:r>
              <a:endParaRPr lang="zh-CN" altLang="en-US" sz="1400" dirty="0">
                <a:solidFill>
                  <a:srgbClr val="0070C0"/>
                </a:solidFill>
                <a:latin typeface="微软雅黑" panose="020B0503020204020204" charset="-122"/>
                <a:ea typeface="微软雅黑" panose="020B0503020204020204" charset="-122"/>
                <a:cs typeface="Segoe UI Semilight" panose="020B0402040204020203" pitchFamily="34" charset="0"/>
              </a:endParaRPr>
            </a:p>
          </p:txBody>
        </p:sp>
        <p:sp>
          <p:nvSpPr>
            <p:cNvPr id="15" name="文本框 576"/>
            <p:cNvSpPr txBox="1"/>
            <p:nvPr/>
          </p:nvSpPr>
          <p:spPr>
            <a:xfrm>
              <a:off x="7293450" y="5050685"/>
              <a:ext cx="871220" cy="410550"/>
            </a:xfrm>
            <a:prstGeom prst="rect">
              <a:avLst/>
            </a:prstGeom>
            <a:noFill/>
          </p:spPr>
          <p:txBody>
            <a:bodyPr wrap="square" rtlCol="0">
              <a:spAutoFit/>
            </a:bodyPr>
            <a:lstStyle/>
            <a:p>
              <a:r>
                <a:rPr lang="en-US" altLang="zh-CN" b="1" dirty="0">
                  <a:solidFill>
                    <a:schemeClr val="tx1">
                      <a:lumMod val="75000"/>
                      <a:lumOff val="25000"/>
                    </a:schemeClr>
                  </a:solidFill>
                  <a:latin typeface="微软雅黑" panose="020B0503020204020204" charset="-122"/>
                  <a:ea typeface="微软雅黑" panose="020B0503020204020204" charset="-122"/>
                </a:rPr>
                <a:t>Low</a:t>
              </a:r>
              <a:endParaRPr lang="en-US" altLang="zh-CN" b="1" dirty="0">
                <a:solidFill>
                  <a:schemeClr val="tx1">
                    <a:lumMod val="75000"/>
                    <a:lumOff val="25000"/>
                  </a:schemeClr>
                </a:solidFill>
                <a:latin typeface="微软雅黑" panose="020B0503020204020204" charset="-122"/>
                <a:ea typeface="微软雅黑" panose="020B0503020204020204" charset="-122"/>
              </a:endParaRPr>
            </a:p>
          </p:txBody>
        </p:sp>
        <p:sp>
          <p:nvSpPr>
            <p:cNvPr id="16" name="文本框 577"/>
            <p:cNvSpPr txBox="1"/>
            <p:nvPr/>
          </p:nvSpPr>
          <p:spPr>
            <a:xfrm>
              <a:off x="6575361" y="5224661"/>
              <a:ext cx="625648" cy="375866"/>
            </a:xfrm>
            <a:prstGeom prst="rect">
              <a:avLst/>
            </a:prstGeom>
            <a:noFill/>
          </p:spPr>
          <p:txBody>
            <a:bodyPr wrap="square" rtlCol="0">
              <a:spAutoFit/>
            </a:bodyPr>
            <a:lstStyle/>
            <a:p>
              <a:r>
                <a:rPr lang="en-US" altLang="zh-CN" sz="1600" dirty="0">
                  <a:solidFill>
                    <a:srgbClr val="FFF9E6"/>
                  </a:solidFill>
                  <a:latin typeface="微软雅黑" panose="020B0503020204020204" charset="-122"/>
                  <a:ea typeface="微软雅黑" panose="020B0503020204020204" charset="-122"/>
                </a:rPr>
                <a:t>03</a:t>
              </a:r>
              <a:endParaRPr lang="en-US" altLang="zh-CN" sz="1600" dirty="0">
                <a:solidFill>
                  <a:srgbClr val="FFF9E6"/>
                </a:solidFill>
                <a:latin typeface="微软雅黑" panose="020B0503020204020204" charset="-122"/>
                <a:ea typeface="微软雅黑" panose="020B0503020204020204" charset="-122"/>
              </a:endParaRPr>
            </a:p>
          </p:txBody>
        </p:sp>
      </p:grpSp>
      <p:pic>
        <p:nvPicPr>
          <p:cNvPr id="20" name="图片占位符 6" descr="C:\Users\Administrator\Desktop\QQ截图20170526223307.pngQQ截图20170526223307"/>
          <p:cNvPicPr>
            <a:picLocks noChangeAspect="1"/>
          </p:cNvPicPr>
          <p:nvPr/>
        </p:nvPicPr>
        <p:blipFill>
          <a:blip r:embed="rId1"/>
          <a:srcRect/>
          <a:stretch>
            <a:fillRect/>
          </a:stretch>
        </p:blipFill>
        <p:spPr>
          <a:xfrm>
            <a:off x="323850" y="1416050"/>
            <a:ext cx="3813175" cy="2550160"/>
          </a:xfrm>
          <a:prstGeom prst="rect">
            <a:avLst/>
          </a:prstGeom>
        </p:spPr>
      </p:pic>
      <p:sp>
        <p:nvSpPr>
          <p:cNvPr id="17" name="文本框 16"/>
          <p:cNvSpPr txBox="1"/>
          <p:nvPr/>
        </p:nvSpPr>
        <p:spPr>
          <a:xfrm>
            <a:off x="4236244" y="461460"/>
            <a:ext cx="3367088" cy="668020"/>
          </a:xfrm>
          <a:prstGeom prst="rect">
            <a:avLst/>
          </a:prstGeom>
          <a:noFill/>
        </p:spPr>
        <p:txBody>
          <a:bodyPr wrap="square" rtlCol="0">
            <a:spAutoFit/>
          </a:bodyPr>
          <a:p>
            <a:pPr algn="ctr"/>
            <a:r>
              <a:rPr lang="en-US" altLang="zh-CN" sz="2400" b="1">
                <a:latin typeface="+mj-ea"/>
                <a:ea typeface="+mj-ea"/>
                <a:cs typeface="+mj-ea"/>
                <a:sym typeface="+mn-ea"/>
              </a:rPr>
              <a:t>6.</a:t>
            </a:r>
            <a:r>
              <a:rPr lang="zh-CN" altLang="en-US" sz="2400" b="1">
                <a:latin typeface="+mj-ea"/>
                <a:ea typeface="+mj-ea"/>
                <a:cs typeface="+mj-ea"/>
                <a:sym typeface="+mn-ea"/>
              </a:rPr>
              <a:t>测试重要等级</a:t>
            </a:r>
            <a:endParaRPr lang="zh-CN" altLang="en-US" sz="1350" b="1">
              <a:latin typeface="+mj-ea"/>
              <a:ea typeface="+mj-ea"/>
              <a:cs typeface="+mj-ea"/>
            </a:endParaRPr>
          </a:p>
          <a:p>
            <a:endParaRPr lang="zh-CN" altLang="en-US" sz="1350"/>
          </a:p>
        </p:txBody>
      </p:sp>
    </p:spTree>
  </p:cSld>
  <p:clrMapOvr>
    <a:masterClrMapping/>
  </p:clrMapOvr>
  <p:transition advTm="1310">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cBhvr>
                                        <p:cTn id="7" dur="500" fill="hold"/>
                                        <p:tgtEl>
                                          <p:spTgt spid="20"/>
                                        </p:tgtEl>
                                        <p:attrNameLst>
                                          <p:attrName>ppt_w</p:attrName>
                                        </p:attrNameLst>
                                      </p:cBhvr>
                                      <p:tavLst>
                                        <p:tav tm="0">
                                          <p:val>
                                            <p:fltVal val="0"/>
                                          </p:val>
                                        </p:tav>
                                        <p:tav tm="100000">
                                          <p:val>
                                            <p:strVal val="#ppt_w"/>
                                          </p:val>
                                        </p:tav>
                                      </p:tavLst>
                                    </p:anim>
                                    <p:anim calcmode="lin" valueType="num">
                                      <p:cBhvr>
                                        <p:cTn id="8" dur="500" fill="hold"/>
                                        <p:tgtEl>
                                          <p:spTgt spid="20"/>
                                        </p:tgtEl>
                                        <p:attrNameLst>
                                          <p:attrName>ppt_h</p:attrName>
                                        </p:attrNameLst>
                                      </p:cBhvr>
                                      <p:tavLst>
                                        <p:tav tm="0">
                                          <p:val>
                                            <p:fltVal val="0"/>
                                          </p:val>
                                        </p:tav>
                                        <p:tav tm="100000">
                                          <p:val>
                                            <p:strVal val="#ppt_h"/>
                                          </p:val>
                                        </p:tav>
                                      </p:tavLst>
                                    </p:anim>
                                    <p:animEffect transition="in" filter="fade">
                                      <p:cBhvr>
                                        <p:cTn id="9" dur="500"/>
                                        <p:tgtEl>
                                          <p:spTgt spid="20"/>
                                        </p:tgtEl>
                                      </p:cBhvr>
                                    </p:animEffect>
                                  </p:childTnLst>
                                </p:cTn>
                              </p:par>
                              <p:par>
                                <p:cTn id="10" presetID="2" presetClass="entr" presetSubtype="2" fill="hold" nodeType="with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500" fill="hold"/>
                                        <p:tgtEl>
                                          <p:spTgt spid="2"/>
                                        </p:tgtEl>
                                        <p:attrNameLst>
                                          <p:attrName>ppt_x</p:attrName>
                                        </p:attrNameLst>
                                      </p:cBhvr>
                                      <p:tavLst>
                                        <p:tav tm="0">
                                          <p:val>
                                            <p:strVal val="1+#ppt_w/2"/>
                                          </p:val>
                                        </p:tav>
                                        <p:tav tm="100000">
                                          <p:val>
                                            <p:strVal val="#ppt_x"/>
                                          </p:val>
                                        </p:tav>
                                      </p:tavLst>
                                    </p:anim>
                                    <p:anim calcmode="lin" valueType="num">
                                      <p:cBhvr additive="base">
                                        <p:cTn id="13" dur="500" fill="hold"/>
                                        <p:tgtEl>
                                          <p:spTgt spid="2"/>
                                        </p:tgtEl>
                                        <p:attrNameLst>
                                          <p:attrName>ppt_y</p:attrName>
                                        </p:attrNameLst>
                                      </p:cBhvr>
                                      <p:tavLst>
                                        <p:tav tm="0">
                                          <p:val>
                                            <p:strVal val="#ppt_y"/>
                                          </p:val>
                                        </p:tav>
                                        <p:tav tm="100000">
                                          <p:val>
                                            <p:strVal val="#ppt_y"/>
                                          </p:val>
                                        </p:tav>
                                      </p:tavLst>
                                    </p:anim>
                                  </p:childTnLst>
                                </p:cTn>
                              </p:par>
                              <p:par>
                                <p:cTn id="14" presetID="2" presetClass="entr" presetSubtype="2" fill="hold" nodeType="withEffect">
                                  <p:stCondLst>
                                    <p:cond delay="0"/>
                                  </p:stCondLst>
                                  <p:childTnLst>
                                    <p:set>
                                      <p:cBhvr>
                                        <p:cTn id="15" dur="1" fill="hold">
                                          <p:stCondLst>
                                            <p:cond delay="0"/>
                                          </p:stCondLst>
                                        </p:cTn>
                                        <p:tgtEl>
                                          <p:spTgt spid="7"/>
                                        </p:tgtEl>
                                        <p:attrNameLst>
                                          <p:attrName>style.visibility</p:attrName>
                                        </p:attrNameLst>
                                      </p:cBhvr>
                                      <p:to>
                                        <p:strVal val="visible"/>
                                      </p:to>
                                    </p:set>
                                    <p:anim calcmode="lin" valueType="num">
                                      <p:cBhvr additive="base">
                                        <p:cTn id="16" dur="500" fill="hold"/>
                                        <p:tgtEl>
                                          <p:spTgt spid="7"/>
                                        </p:tgtEl>
                                        <p:attrNameLst>
                                          <p:attrName>ppt_x</p:attrName>
                                        </p:attrNameLst>
                                      </p:cBhvr>
                                      <p:tavLst>
                                        <p:tav tm="0">
                                          <p:val>
                                            <p:strVal val="1+#ppt_w/2"/>
                                          </p:val>
                                        </p:tav>
                                        <p:tav tm="100000">
                                          <p:val>
                                            <p:strVal val="#ppt_x"/>
                                          </p:val>
                                        </p:tav>
                                      </p:tavLst>
                                    </p:anim>
                                    <p:anim calcmode="lin" valueType="num">
                                      <p:cBhvr additive="base">
                                        <p:cTn id="17" dur="500" fill="hold"/>
                                        <p:tgtEl>
                                          <p:spTgt spid="7"/>
                                        </p:tgtEl>
                                        <p:attrNameLst>
                                          <p:attrName>ppt_y</p:attrName>
                                        </p:attrNameLst>
                                      </p:cBhvr>
                                      <p:tavLst>
                                        <p:tav tm="0">
                                          <p:val>
                                            <p:strVal val="#ppt_y"/>
                                          </p:val>
                                        </p:tav>
                                        <p:tav tm="100000">
                                          <p:val>
                                            <p:strVal val="#ppt_y"/>
                                          </p:val>
                                        </p:tav>
                                      </p:tavLst>
                                    </p:anim>
                                  </p:childTnLst>
                                </p:cTn>
                              </p:par>
                              <p:par>
                                <p:cTn id="18" presetID="2" presetClass="entr" presetSubtype="2" fill="hold" nodeType="withEffect">
                                  <p:stCondLst>
                                    <p:cond delay="0"/>
                                  </p:stCondLst>
                                  <p:childTnLst>
                                    <p:set>
                                      <p:cBhvr>
                                        <p:cTn id="19" dur="1" fill="hold">
                                          <p:stCondLst>
                                            <p:cond delay="0"/>
                                          </p:stCondLst>
                                        </p:cTn>
                                        <p:tgtEl>
                                          <p:spTgt spid="12"/>
                                        </p:tgtEl>
                                        <p:attrNameLst>
                                          <p:attrName>style.visibility</p:attrName>
                                        </p:attrNameLst>
                                      </p:cBhvr>
                                      <p:to>
                                        <p:strVal val="visible"/>
                                      </p:to>
                                    </p:set>
                                    <p:anim calcmode="lin" valueType="num">
                                      <p:cBhvr additive="base">
                                        <p:cTn id="20" dur="500" fill="hold"/>
                                        <p:tgtEl>
                                          <p:spTgt spid="12"/>
                                        </p:tgtEl>
                                        <p:attrNameLst>
                                          <p:attrName>ppt_x</p:attrName>
                                        </p:attrNameLst>
                                      </p:cBhvr>
                                      <p:tavLst>
                                        <p:tav tm="0">
                                          <p:val>
                                            <p:strVal val="1+#ppt_w/2"/>
                                          </p:val>
                                        </p:tav>
                                        <p:tav tm="100000">
                                          <p:val>
                                            <p:strVal val="#ppt_x"/>
                                          </p:val>
                                        </p:tav>
                                      </p:tavLst>
                                    </p:anim>
                                    <p:anim calcmode="lin" valueType="num">
                                      <p:cBhvr additive="base">
                                        <p:cTn id="21" dur="500" fill="hold"/>
                                        <p:tgtEl>
                                          <p:spTgt spid="12"/>
                                        </p:tgtEl>
                                        <p:attrNameLst>
                                          <p:attrName>ppt_y</p:attrName>
                                        </p:attrNameLst>
                                      </p:cBhvr>
                                      <p:tavLst>
                                        <p:tav tm="0">
                                          <p:val>
                                            <p:strVal val="#ppt_y"/>
                                          </p:val>
                                        </p:tav>
                                        <p:tav tm="100000">
                                          <p:val>
                                            <p:strVal val="#ppt_y"/>
                                          </p:val>
                                        </p:tav>
                                      </p:tavLst>
                                    </p:anim>
                                  </p:childTnLst>
                                </p:cTn>
                              </p:par>
                              <p:par>
                                <p:cTn id="22" presetID="2" presetClass="entr" presetSubtype="2" fill="hold" grpId="0" nodeType="withEffect">
                                  <p:stCondLst>
                                    <p:cond delay="0"/>
                                  </p:stCondLst>
                                  <p:childTnLst>
                                    <p:set>
                                      <p:cBhvr>
                                        <p:cTn id="23" dur="1" fill="hold">
                                          <p:stCondLst>
                                            <p:cond delay="0"/>
                                          </p:stCondLst>
                                        </p:cTn>
                                        <p:tgtEl>
                                          <p:spTgt spid="17"/>
                                        </p:tgtEl>
                                        <p:attrNameLst>
                                          <p:attrName>style.visibility</p:attrName>
                                        </p:attrNameLst>
                                      </p:cBhvr>
                                      <p:to>
                                        <p:strVal val="visible"/>
                                      </p:to>
                                    </p:set>
                                    <p:anim calcmode="lin" valueType="num">
                                      <p:cBhvr additive="base">
                                        <p:cTn id="24" dur="500" fill="hold"/>
                                        <p:tgtEl>
                                          <p:spTgt spid="17"/>
                                        </p:tgtEl>
                                        <p:attrNameLst>
                                          <p:attrName>ppt_x</p:attrName>
                                        </p:attrNameLst>
                                      </p:cBhvr>
                                      <p:tavLst>
                                        <p:tav tm="0">
                                          <p:val>
                                            <p:strVal val="1+#ppt_w/2"/>
                                          </p:val>
                                        </p:tav>
                                        <p:tav tm="100000">
                                          <p:val>
                                            <p:strVal val="#ppt_x"/>
                                          </p:val>
                                        </p:tav>
                                      </p:tavLst>
                                    </p:anim>
                                    <p:anim calcmode="lin" valueType="num">
                                      <p:cBhvr additive="base">
                                        <p:cTn id="25" dur="500" fill="hold"/>
                                        <p:tgtEl>
                                          <p:spTgt spid="1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等腰三角形 1"/>
          <p:cNvSpPr/>
          <p:nvPr/>
        </p:nvSpPr>
        <p:spPr>
          <a:xfrm rot="5400000">
            <a:off x="-266176" y="1195691"/>
            <a:ext cx="2109560" cy="1576305"/>
          </a:xfrm>
          <a:prstGeom prst="triangle">
            <a:avLst/>
          </a:prstGeom>
          <a:solidFill>
            <a:schemeClr val="accent4">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2934453" y="2163309"/>
            <a:ext cx="2926080" cy="645160"/>
          </a:xfrm>
          <a:prstGeom prst="rect">
            <a:avLst/>
          </a:prstGeom>
          <a:noFill/>
        </p:spPr>
        <p:txBody>
          <a:bodyPr wrap="none" rtlCol="0">
            <a:spAutoFit/>
          </a:bodyPr>
          <a:lstStyle/>
          <a:p>
            <a:pPr algn="l"/>
            <a:r>
              <a:rPr lang="zh-CN" altLang="en-US" sz="3600" dirty="0">
                <a:solidFill>
                  <a:schemeClr val="tx1">
                    <a:lumMod val="75000"/>
                    <a:lumOff val="25000"/>
                  </a:schemeClr>
                </a:solidFill>
                <a:latin typeface="微软雅黑" panose="020B0503020204020204" charset="-122"/>
                <a:ea typeface="微软雅黑" panose="020B0503020204020204" charset="-122"/>
              </a:rPr>
              <a:t>测试用例执行</a:t>
            </a:r>
            <a:endParaRPr lang="zh-CN" altLang="en-US" sz="3600" dirty="0">
              <a:solidFill>
                <a:schemeClr val="tx1">
                  <a:lumMod val="75000"/>
                  <a:lumOff val="25000"/>
                </a:schemeClr>
              </a:solidFill>
              <a:latin typeface="微软雅黑" panose="020B0503020204020204" charset="-122"/>
              <a:ea typeface="微软雅黑" panose="020B0503020204020204" charset="-122"/>
            </a:endParaRPr>
          </a:p>
        </p:txBody>
      </p:sp>
      <p:sp>
        <p:nvSpPr>
          <p:cNvPr id="6" name="等腰三角形 5"/>
          <p:cNvSpPr/>
          <p:nvPr/>
        </p:nvSpPr>
        <p:spPr>
          <a:xfrm rot="16200000" flipH="1">
            <a:off x="7788560" y="1992337"/>
            <a:ext cx="1552056" cy="1159727"/>
          </a:xfrm>
          <a:prstGeom prst="triangle">
            <a:avLst/>
          </a:prstGeom>
          <a:solidFill>
            <a:schemeClr val="accent2">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等腰三角形 6"/>
          <p:cNvSpPr/>
          <p:nvPr/>
        </p:nvSpPr>
        <p:spPr>
          <a:xfrm rot="5400000">
            <a:off x="-327381" y="1746389"/>
            <a:ext cx="2593802" cy="1938140"/>
          </a:xfrm>
          <a:prstGeom prst="triangle">
            <a:avLst/>
          </a:prstGeom>
          <a:solidFill>
            <a:schemeClr val="accent5">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35946" y="2163202"/>
            <a:ext cx="1254760" cy="1198880"/>
          </a:xfrm>
          <a:prstGeom prst="rect">
            <a:avLst/>
          </a:prstGeom>
          <a:noFill/>
        </p:spPr>
        <p:txBody>
          <a:bodyPr wrap="none" rtlCol="0">
            <a:spAutoFit/>
          </a:bodyPr>
          <a:lstStyle/>
          <a:p>
            <a:r>
              <a:rPr lang="en-US" altLang="zh-CN" sz="7200" dirty="0">
                <a:solidFill>
                  <a:schemeClr val="bg1"/>
                </a:solidFill>
                <a:latin typeface="微软雅黑" panose="020B0503020204020204" charset="-122"/>
                <a:ea typeface="微软雅黑" panose="020B0503020204020204" charset="-122"/>
              </a:rPr>
              <a:t>03</a:t>
            </a:r>
            <a:endParaRPr lang="zh-CN" altLang="en-US" sz="7200" dirty="0">
              <a:solidFill>
                <a:schemeClr val="bg1"/>
              </a:solidFill>
              <a:latin typeface="微软雅黑" panose="020B0503020204020204" charset="-122"/>
              <a:ea typeface="微软雅黑" panose="020B0503020204020204" charset="-122"/>
            </a:endParaRPr>
          </a:p>
        </p:txBody>
      </p:sp>
    </p:spTree>
  </p:cSld>
  <p:clrMapOvr>
    <a:masterClrMapping/>
  </p:clrMapOvr>
  <p:transition advTm="2808">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500" fill="hold"/>
                                        <p:tgtEl>
                                          <p:spTgt spid="6"/>
                                        </p:tgtEl>
                                        <p:attrNameLst>
                                          <p:attrName>ppt_w</p:attrName>
                                        </p:attrNameLst>
                                      </p:cBhvr>
                                      <p:tavLst>
                                        <p:tav tm="0">
                                          <p:val>
                                            <p:fltVal val="0"/>
                                          </p:val>
                                        </p:tav>
                                        <p:tav tm="100000">
                                          <p:val>
                                            <p:strVal val="#ppt_w"/>
                                          </p:val>
                                        </p:tav>
                                      </p:tavLst>
                                    </p:anim>
                                    <p:anim calcmode="lin" valueType="num">
                                      <p:cBhvr>
                                        <p:cTn id="13" dur="500" fill="hold"/>
                                        <p:tgtEl>
                                          <p:spTgt spid="6"/>
                                        </p:tgtEl>
                                        <p:attrNameLst>
                                          <p:attrName>ppt_h</p:attrName>
                                        </p:attrNameLst>
                                      </p:cBhvr>
                                      <p:tavLst>
                                        <p:tav tm="0">
                                          <p:val>
                                            <p:fltVal val="0"/>
                                          </p:val>
                                        </p:tav>
                                        <p:tav tm="100000">
                                          <p:val>
                                            <p:strVal val="#ppt_h"/>
                                          </p:val>
                                        </p:tav>
                                      </p:tavLst>
                                    </p:anim>
                                    <p:animEffect transition="in" filter="fade">
                                      <p:cBhvr>
                                        <p:cTn id="14" dur="500"/>
                                        <p:tgtEl>
                                          <p:spTgt spid="6"/>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p:cTn id="17" dur="500" fill="hold"/>
                                        <p:tgtEl>
                                          <p:spTgt spid="7"/>
                                        </p:tgtEl>
                                        <p:attrNameLst>
                                          <p:attrName>ppt_w</p:attrName>
                                        </p:attrNameLst>
                                      </p:cBhvr>
                                      <p:tavLst>
                                        <p:tav tm="0">
                                          <p:val>
                                            <p:fltVal val="0"/>
                                          </p:val>
                                        </p:tav>
                                        <p:tav tm="100000">
                                          <p:val>
                                            <p:strVal val="#ppt_w"/>
                                          </p:val>
                                        </p:tav>
                                      </p:tavLst>
                                    </p:anim>
                                    <p:anim calcmode="lin" valueType="num">
                                      <p:cBhvr>
                                        <p:cTn id="18" dur="500" fill="hold"/>
                                        <p:tgtEl>
                                          <p:spTgt spid="7"/>
                                        </p:tgtEl>
                                        <p:attrNameLst>
                                          <p:attrName>ppt_h</p:attrName>
                                        </p:attrNameLst>
                                      </p:cBhvr>
                                      <p:tavLst>
                                        <p:tav tm="0">
                                          <p:val>
                                            <p:fltVal val="0"/>
                                          </p:val>
                                        </p:tav>
                                        <p:tav tm="100000">
                                          <p:val>
                                            <p:strVal val="#ppt_h"/>
                                          </p:val>
                                        </p:tav>
                                      </p:tavLst>
                                    </p:anim>
                                    <p:animEffect transition="in" filter="fade">
                                      <p:cBhvr>
                                        <p:cTn id="19" dur="500"/>
                                        <p:tgtEl>
                                          <p:spTgt spid="7"/>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 calcmode="lin" valueType="num">
                                      <p:cBhvr>
                                        <p:cTn id="22" dur="500" fill="hold"/>
                                        <p:tgtEl>
                                          <p:spTgt spid="8"/>
                                        </p:tgtEl>
                                        <p:attrNameLst>
                                          <p:attrName>ppt_w</p:attrName>
                                        </p:attrNameLst>
                                      </p:cBhvr>
                                      <p:tavLst>
                                        <p:tav tm="0">
                                          <p:val>
                                            <p:fltVal val="0"/>
                                          </p:val>
                                        </p:tav>
                                        <p:tav tm="100000">
                                          <p:val>
                                            <p:strVal val="#ppt_w"/>
                                          </p:val>
                                        </p:tav>
                                      </p:tavLst>
                                    </p:anim>
                                    <p:anim calcmode="lin" valueType="num">
                                      <p:cBhvr>
                                        <p:cTn id="23" dur="500" fill="hold"/>
                                        <p:tgtEl>
                                          <p:spTgt spid="8"/>
                                        </p:tgtEl>
                                        <p:attrNameLst>
                                          <p:attrName>ppt_h</p:attrName>
                                        </p:attrNameLst>
                                      </p:cBhvr>
                                      <p:tavLst>
                                        <p:tav tm="0">
                                          <p:val>
                                            <p:fltVal val="0"/>
                                          </p:val>
                                        </p:tav>
                                        <p:tav tm="100000">
                                          <p:val>
                                            <p:strVal val="#ppt_h"/>
                                          </p:val>
                                        </p:tav>
                                      </p:tavLst>
                                    </p:anim>
                                    <p:animEffect transition="in" filter="fade">
                                      <p:cBhvr>
                                        <p:cTn id="24" dur="500"/>
                                        <p:tgtEl>
                                          <p:spTgt spid="8"/>
                                        </p:tgtEl>
                                      </p:cBhvr>
                                    </p:animEffect>
                                  </p:childTnLst>
                                </p:cTn>
                              </p:par>
                            </p:childTnLst>
                          </p:cTn>
                        </p:par>
                        <p:par>
                          <p:cTn id="25" fill="hold">
                            <p:stCondLst>
                              <p:cond delay="500"/>
                            </p:stCondLst>
                            <p:childTnLst>
                              <p:par>
                                <p:cTn id="26" presetID="2" presetClass="entr" presetSubtype="8" fill="hold" grpId="0" nodeType="afterEffect">
                                  <p:stCondLst>
                                    <p:cond delay="0"/>
                                  </p:stCondLst>
                                  <p:childTnLst>
                                    <p:set>
                                      <p:cBhvr>
                                        <p:cTn id="27" dur="1" fill="hold">
                                          <p:stCondLst>
                                            <p:cond delay="0"/>
                                          </p:stCondLst>
                                        </p:cTn>
                                        <p:tgtEl>
                                          <p:spTgt spid="3"/>
                                        </p:tgtEl>
                                        <p:attrNameLst>
                                          <p:attrName>style.visibility</p:attrName>
                                        </p:attrNameLst>
                                      </p:cBhvr>
                                      <p:to>
                                        <p:strVal val="visible"/>
                                      </p:to>
                                    </p:set>
                                    <p:anim calcmode="lin" valueType="num">
                                      <p:cBhvr additive="base">
                                        <p:cTn id="28" dur="500" fill="hold"/>
                                        <p:tgtEl>
                                          <p:spTgt spid="3"/>
                                        </p:tgtEl>
                                        <p:attrNameLst>
                                          <p:attrName>ppt_x</p:attrName>
                                        </p:attrNameLst>
                                      </p:cBhvr>
                                      <p:tavLst>
                                        <p:tav tm="0">
                                          <p:val>
                                            <p:strVal val="0-#ppt_w/2"/>
                                          </p:val>
                                        </p:tav>
                                        <p:tav tm="100000">
                                          <p:val>
                                            <p:strVal val="#ppt_x"/>
                                          </p:val>
                                        </p:tav>
                                      </p:tavLst>
                                    </p:anim>
                                    <p:anim calcmode="lin" valueType="num">
                                      <p:cBhvr additive="base">
                                        <p:cTn id="29"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3" grpId="0"/>
      <p:bldP spid="6" grpId="0" bldLvl="0" animBg="1"/>
      <p:bldP spid="7" grpId="0" bldLvl="0" animBg="1"/>
      <p:bldP spid="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矩形 77"/>
          <p:cNvSpPr/>
          <p:nvPr/>
        </p:nvSpPr>
        <p:spPr>
          <a:xfrm>
            <a:off x="-4286" y="96176"/>
            <a:ext cx="275273" cy="291465"/>
          </a:xfrm>
          <a:prstGeom prst="rect">
            <a:avLst/>
          </a:prstGeom>
          <a:gradFill>
            <a:gsLst>
              <a:gs pos="0">
                <a:srgbClr val="012D86"/>
              </a:gs>
              <a:gs pos="100000">
                <a:srgbClr val="0E2557"/>
              </a:gs>
            </a:gsLst>
            <a:lin ang="5400000" scaled="0"/>
          </a:gra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200" b="0" i="0" u="none" strike="noStrike" kern="0" cap="none" spc="0" normalizeH="0" baseline="0" noProof="0">
              <a:ln>
                <a:noFill/>
              </a:ln>
              <a:solidFill>
                <a:srgbClr val="397E9E"/>
              </a:solidFill>
              <a:effectLst/>
              <a:uLnTx/>
              <a:uFillTx/>
              <a:latin typeface="Century Gothic" panose="020B0502020202020204"/>
              <a:ea typeface="微软雅黑" panose="020B0503020204020204" charset="-122"/>
            </a:endParaRPr>
          </a:p>
        </p:txBody>
      </p:sp>
      <p:sp>
        <p:nvSpPr>
          <p:cNvPr id="79" name="矩形 78"/>
          <p:cNvSpPr/>
          <p:nvPr/>
        </p:nvSpPr>
        <p:spPr>
          <a:xfrm>
            <a:off x="302895" y="96176"/>
            <a:ext cx="57150" cy="290989"/>
          </a:xfrm>
          <a:prstGeom prst="rect">
            <a:avLst/>
          </a:prstGeom>
          <a:solidFill>
            <a:srgbClr val="0070C0"/>
          </a:soli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200" b="0" i="0" u="none" strike="noStrike" kern="0" cap="none" spc="0" normalizeH="0" baseline="0" noProof="0">
              <a:ln>
                <a:noFill/>
              </a:ln>
              <a:solidFill>
                <a:srgbClr val="397E9E"/>
              </a:solidFill>
              <a:effectLst/>
              <a:uLnTx/>
              <a:uFillTx/>
              <a:latin typeface="Century Gothic" panose="020B0502020202020204"/>
              <a:ea typeface="微软雅黑" panose="020B0503020204020204" charset="-122"/>
            </a:endParaRPr>
          </a:p>
        </p:txBody>
      </p:sp>
      <p:sp>
        <p:nvSpPr>
          <p:cNvPr id="80" name="文本占位符 3"/>
          <p:cNvSpPr txBox="1"/>
          <p:nvPr/>
        </p:nvSpPr>
        <p:spPr>
          <a:xfrm>
            <a:off x="323765" y="42640"/>
            <a:ext cx="2236205" cy="418556"/>
          </a:xfrm>
          <a:prstGeom prst="rect">
            <a:avLst/>
          </a:prstGeom>
        </p:spPr>
        <p:txBody>
          <a:bodyPr anchor="ctr"/>
          <a:lstStyle>
            <a:lvl1pPr marL="0" indent="0" algn="l" defTabSz="963930" rtl="0" eaLnBrk="1" latinLnBrk="0" hangingPunct="1">
              <a:lnSpc>
                <a:spcPct val="90000"/>
              </a:lnSpc>
              <a:spcBef>
                <a:spcPts val="1055"/>
              </a:spcBef>
              <a:buFont typeface="Arial" panose="020B0604020202020204" pitchFamily="34" charset="0"/>
              <a:buNone/>
              <a:defRPr sz="2955" b="1" kern="1200">
                <a:solidFill>
                  <a:schemeClr val="tx1"/>
                </a:solidFill>
                <a:latin typeface="+mn-lt"/>
                <a:ea typeface="+mn-ea"/>
                <a:cs typeface="+mn-cs"/>
              </a:defRPr>
            </a:lvl1pPr>
            <a:lvl2pPr marL="723265" indent="-241300" algn="l" defTabSz="963930" rtl="0" eaLnBrk="1" latinLnBrk="0" hangingPunct="1">
              <a:lnSpc>
                <a:spcPct val="90000"/>
              </a:lnSpc>
              <a:spcBef>
                <a:spcPts val="525"/>
              </a:spcBef>
              <a:buFont typeface="Arial" panose="020B0604020202020204" pitchFamily="34" charset="0"/>
              <a:buChar char="•"/>
              <a:defRPr sz="2530" kern="1200">
                <a:solidFill>
                  <a:schemeClr val="tx1"/>
                </a:solidFill>
                <a:latin typeface="+mn-lt"/>
                <a:ea typeface="+mn-ea"/>
                <a:cs typeface="+mn-cs"/>
              </a:defRPr>
            </a:lvl2pPr>
            <a:lvl3pPr marL="1205230" indent="-241300" algn="l" defTabSz="963930" rtl="0" eaLnBrk="1" latinLnBrk="0" hangingPunct="1">
              <a:lnSpc>
                <a:spcPct val="90000"/>
              </a:lnSpc>
              <a:spcBef>
                <a:spcPts val="525"/>
              </a:spcBef>
              <a:buFont typeface="Arial" panose="020B0604020202020204" pitchFamily="34" charset="0"/>
              <a:buChar char="•"/>
              <a:defRPr sz="2110" kern="1200">
                <a:solidFill>
                  <a:schemeClr val="tx1"/>
                </a:solidFill>
                <a:latin typeface="+mn-lt"/>
                <a:ea typeface="+mn-ea"/>
                <a:cs typeface="+mn-cs"/>
              </a:defRPr>
            </a:lvl3pPr>
            <a:lvl4pPr marL="168783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4pPr>
            <a:lvl5pPr marL="216979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5pPr>
            <a:lvl6pPr marL="26517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6pPr>
            <a:lvl7pPr marL="31343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7pPr>
            <a:lvl8pPr marL="361632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8pPr>
            <a:lvl9pPr marL="409829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9pPr>
          </a:lstStyle>
          <a:p>
            <a:pPr algn="l">
              <a:lnSpc>
                <a:spcPct val="100000"/>
              </a:lnSpc>
            </a:pPr>
            <a:r>
              <a:rPr kumimoji="1" lang="zh-CN" altLang="en-US" sz="1500" b="0" dirty="0">
                <a:solidFill>
                  <a:schemeClr val="tx1">
                    <a:lumMod val="65000"/>
                    <a:lumOff val="35000"/>
                  </a:schemeClr>
                </a:solidFill>
                <a:latin typeface="微软雅黑" panose="020B0503020204020204" charset="-122"/>
                <a:ea typeface="微软雅黑" panose="020B0503020204020204" charset="-122"/>
              </a:rPr>
              <a:t>测试用例执行</a:t>
            </a:r>
            <a:endParaRPr kumimoji="1" lang="zh-CN" altLang="en-US" sz="1500" b="0" dirty="0">
              <a:solidFill>
                <a:schemeClr val="tx1">
                  <a:lumMod val="65000"/>
                  <a:lumOff val="35000"/>
                </a:schemeClr>
              </a:solidFill>
              <a:latin typeface="微软雅黑" panose="020B0503020204020204" charset="-122"/>
              <a:ea typeface="微软雅黑" panose="020B0503020204020204" charset="-122"/>
            </a:endParaRPr>
          </a:p>
        </p:txBody>
      </p:sp>
      <p:sp>
        <p:nvSpPr>
          <p:cNvPr id="40" name="文本框 27"/>
          <p:cNvSpPr txBox="1"/>
          <p:nvPr/>
        </p:nvSpPr>
        <p:spPr>
          <a:xfrm>
            <a:off x="1985421" y="1500310"/>
            <a:ext cx="640080" cy="275590"/>
          </a:xfrm>
          <a:prstGeom prst="rect">
            <a:avLst/>
          </a:prstGeom>
          <a:noFill/>
        </p:spPr>
        <p:txBody>
          <a:bodyPr wrap="none" rtlCol="0">
            <a:spAutoFit/>
          </a:bodyPr>
          <a:lstStyle/>
          <a:p>
            <a:pPr algn="ctr"/>
            <a:r>
              <a:rPr lang="zh-CN" altLang="en-US" sz="1200" dirty="0">
                <a:solidFill>
                  <a:srgbClr val="FFF9E6"/>
                </a:solidFill>
                <a:latin typeface="微软雅黑" panose="020B0503020204020204" charset="-122"/>
                <a:ea typeface="微软雅黑" panose="020B0503020204020204" charset="-122"/>
              </a:rPr>
              <a:t>关键词</a:t>
            </a:r>
            <a:endParaRPr lang="zh-CN" altLang="en-US" sz="1200" dirty="0">
              <a:solidFill>
                <a:srgbClr val="FFF9E6"/>
              </a:solidFill>
              <a:latin typeface="微软雅黑" panose="020B0503020204020204" charset="-122"/>
              <a:ea typeface="微软雅黑" panose="020B0503020204020204" charset="-122"/>
            </a:endParaRPr>
          </a:p>
        </p:txBody>
      </p:sp>
      <p:sp>
        <p:nvSpPr>
          <p:cNvPr id="41" name="文本框 28"/>
          <p:cNvSpPr txBox="1"/>
          <p:nvPr/>
        </p:nvSpPr>
        <p:spPr>
          <a:xfrm>
            <a:off x="2124454" y="2812270"/>
            <a:ext cx="697230" cy="299085"/>
          </a:xfrm>
          <a:prstGeom prst="rect">
            <a:avLst/>
          </a:prstGeom>
          <a:noFill/>
        </p:spPr>
        <p:txBody>
          <a:bodyPr wrap="none" rtlCol="0">
            <a:spAutoFit/>
          </a:bodyPr>
          <a:lstStyle/>
          <a:p>
            <a:pPr algn="ctr"/>
            <a:r>
              <a:rPr lang="zh-CN" altLang="en-US" sz="1350" dirty="0">
                <a:solidFill>
                  <a:srgbClr val="FFF9E6"/>
                </a:solidFill>
                <a:latin typeface="微软雅黑" panose="020B0503020204020204" charset="-122"/>
                <a:ea typeface="微软雅黑" panose="020B0503020204020204" charset="-122"/>
              </a:rPr>
              <a:t>关键词</a:t>
            </a:r>
            <a:endParaRPr lang="zh-CN" altLang="en-US" sz="1350" dirty="0">
              <a:solidFill>
                <a:srgbClr val="FFF9E6"/>
              </a:solidFill>
              <a:latin typeface="微软雅黑" panose="020B0503020204020204" charset="-122"/>
              <a:ea typeface="微软雅黑" panose="020B0503020204020204" charset="-122"/>
            </a:endParaRPr>
          </a:p>
        </p:txBody>
      </p:sp>
      <p:sp>
        <p:nvSpPr>
          <p:cNvPr id="42" name="文本框 29"/>
          <p:cNvSpPr txBox="1"/>
          <p:nvPr/>
        </p:nvSpPr>
        <p:spPr>
          <a:xfrm>
            <a:off x="2592258" y="2094159"/>
            <a:ext cx="640080" cy="275590"/>
          </a:xfrm>
          <a:prstGeom prst="rect">
            <a:avLst/>
          </a:prstGeom>
          <a:noFill/>
        </p:spPr>
        <p:txBody>
          <a:bodyPr wrap="none" rtlCol="0">
            <a:spAutoFit/>
          </a:bodyPr>
          <a:lstStyle/>
          <a:p>
            <a:pPr algn="ctr"/>
            <a:r>
              <a:rPr lang="zh-CN" altLang="en-US" sz="1200" dirty="0">
                <a:solidFill>
                  <a:srgbClr val="FFF9E6"/>
                </a:solidFill>
                <a:latin typeface="微软雅黑" panose="020B0503020204020204" charset="-122"/>
                <a:ea typeface="微软雅黑" panose="020B0503020204020204" charset="-122"/>
              </a:rPr>
              <a:t>关键词</a:t>
            </a:r>
            <a:endParaRPr lang="zh-CN" altLang="en-US" sz="1200" dirty="0">
              <a:solidFill>
                <a:srgbClr val="FFF9E6"/>
              </a:solidFill>
              <a:latin typeface="微软雅黑" panose="020B0503020204020204" charset="-122"/>
              <a:ea typeface="微软雅黑" panose="020B0503020204020204" charset="-122"/>
            </a:endParaRPr>
          </a:p>
        </p:txBody>
      </p:sp>
      <p:sp>
        <p:nvSpPr>
          <p:cNvPr id="43" name="文本框 30"/>
          <p:cNvSpPr txBox="1"/>
          <p:nvPr/>
        </p:nvSpPr>
        <p:spPr>
          <a:xfrm>
            <a:off x="1246138" y="2806243"/>
            <a:ext cx="640080" cy="275590"/>
          </a:xfrm>
          <a:prstGeom prst="rect">
            <a:avLst/>
          </a:prstGeom>
          <a:noFill/>
        </p:spPr>
        <p:txBody>
          <a:bodyPr wrap="none" rtlCol="0">
            <a:spAutoFit/>
          </a:bodyPr>
          <a:lstStyle/>
          <a:p>
            <a:pPr algn="ctr"/>
            <a:r>
              <a:rPr lang="zh-CN" altLang="en-US" sz="1200" dirty="0">
                <a:solidFill>
                  <a:srgbClr val="FFF9E6"/>
                </a:solidFill>
                <a:latin typeface="微软雅黑" panose="020B0503020204020204" charset="-122"/>
                <a:ea typeface="微软雅黑" panose="020B0503020204020204" charset="-122"/>
              </a:rPr>
              <a:t>关键词</a:t>
            </a:r>
            <a:endParaRPr lang="zh-CN" altLang="en-US" sz="1200" dirty="0">
              <a:solidFill>
                <a:srgbClr val="FFF9E6"/>
              </a:solidFill>
              <a:latin typeface="微软雅黑" panose="020B0503020204020204" charset="-122"/>
              <a:ea typeface="微软雅黑" panose="020B0503020204020204" charset="-122"/>
            </a:endParaRPr>
          </a:p>
        </p:txBody>
      </p:sp>
      <p:sp>
        <p:nvSpPr>
          <p:cNvPr id="44" name="文本框 31"/>
          <p:cNvSpPr txBox="1"/>
          <p:nvPr/>
        </p:nvSpPr>
        <p:spPr>
          <a:xfrm>
            <a:off x="1742971" y="2284432"/>
            <a:ext cx="525780" cy="229870"/>
          </a:xfrm>
          <a:prstGeom prst="rect">
            <a:avLst/>
          </a:prstGeom>
          <a:noFill/>
        </p:spPr>
        <p:txBody>
          <a:bodyPr wrap="none" rtlCol="0">
            <a:spAutoFit/>
          </a:bodyPr>
          <a:lstStyle/>
          <a:p>
            <a:pPr algn="ctr"/>
            <a:r>
              <a:rPr lang="zh-CN" altLang="en-US" sz="900" dirty="0">
                <a:solidFill>
                  <a:srgbClr val="FFF9E6"/>
                </a:solidFill>
                <a:latin typeface="微软雅黑" panose="020B0503020204020204" charset="-122"/>
                <a:ea typeface="微软雅黑" panose="020B0503020204020204" charset="-122"/>
              </a:rPr>
              <a:t>关键词</a:t>
            </a:r>
            <a:endParaRPr lang="zh-CN" altLang="en-US" sz="900" dirty="0">
              <a:solidFill>
                <a:srgbClr val="FFF9E6"/>
              </a:solidFill>
              <a:latin typeface="微软雅黑" panose="020B0503020204020204" charset="-122"/>
              <a:ea typeface="微软雅黑" panose="020B0503020204020204" charset="-122"/>
            </a:endParaRPr>
          </a:p>
        </p:txBody>
      </p:sp>
      <p:sp>
        <p:nvSpPr>
          <p:cNvPr id="45" name="文本框 32"/>
          <p:cNvSpPr txBox="1"/>
          <p:nvPr/>
        </p:nvSpPr>
        <p:spPr>
          <a:xfrm>
            <a:off x="3048636" y="2752530"/>
            <a:ext cx="640080" cy="275590"/>
          </a:xfrm>
          <a:prstGeom prst="rect">
            <a:avLst/>
          </a:prstGeom>
          <a:noFill/>
        </p:spPr>
        <p:txBody>
          <a:bodyPr wrap="none" rtlCol="0">
            <a:spAutoFit/>
          </a:bodyPr>
          <a:lstStyle/>
          <a:p>
            <a:pPr algn="ctr"/>
            <a:r>
              <a:rPr lang="zh-CN" altLang="en-US" sz="1200" dirty="0">
                <a:solidFill>
                  <a:srgbClr val="FFF9E6"/>
                </a:solidFill>
                <a:latin typeface="微软雅黑" panose="020B0503020204020204" charset="-122"/>
                <a:ea typeface="微软雅黑" panose="020B0503020204020204" charset="-122"/>
              </a:rPr>
              <a:t>关键词</a:t>
            </a:r>
            <a:endParaRPr lang="zh-CN" altLang="en-US" sz="1200" dirty="0">
              <a:solidFill>
                <a:srgbClr val="FFF9E6"/>
              </a:solidFill>
              <a:latin typeface="微软雅黑" panose="020B0503020204020204" charset="-122"/>
              <a:ea typeface="微软雅黑" panose="020B0503020204020204" charset="-122"/>
            </a:endParaRPr>
          </a:p>
        </p:txBody>
      </p:sp>
      <p:pic>
        <p:nvPicPr>
          <p:cNvPr id="2" name="图片 1" descr="t01f4346d17bd9eaabc"/>
          <p:cNvPicPr>
            <a:picLocks noChangeAspect="1"/>
          </p:cNvPicPr>
          <p:nvPr/>
        </p:nvPicPr>
        <p:blipFill>
          <a:blip r:embed="rId1"/>
          <a:stretch>
            <a:fillRect/>
          </a:stretch>
        </p:blipFill>
        <p:spPr>
          <a:xfrm>
            <a:off x="360045" y="1109636"/>
            <a:ext cx="4300807" cy="3051000"/>
          </a:xfrm>
          <a:prstGeom prst="rect">
            <a:avLst/>
          </a:prstGeom>
        </p:spPr>
      </p:pic>
      <p:graphicFrame>
        <p:nvGraphicFramePr>
          <p:cNvPr id="4" name="图示 3"/>
          <p:cNvGraphicFramePr/>
          <p:nvPr/>
        </p:nvGraphicFramePr>
        <p:xfrm>
          <a:off x="4822825" y="927100"/>
          <a:ext cx="4145280" cy="341566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ransition advTm="1872">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40"/>
                                        </p:tgtEl>
                                        <p:attrNameLst>
                                          <p:attrName>style.visibility</p:attrName>
                                        </p:attrNameLst>
                                      </p:cBhvr>
                                      <p:to>
                                        <p:strVal val="visible"/>
                                      </p:to>
                                    </p:set>
                                    <p:anim calcmode="lin" valueType="num">
                                      <p:cBhvr additive="base">
                                        <p:cTn id="7" dur="500" fill="hold"/>
                                        <p:tgtEl>
                                          <p:spTgt spid="40"/>
                                        </p:tgtEl>
                                        <p:attrNameLst>
                                          <p:attrName>ppt_x</p:attrName>
                                        </p:attrNameLst>
                                      </p:cBhvr>
                                      <p:tavLst>
                                        <p:tav tm="0">
                                          <p:val>
                                            <p:strVal val="#ppt_x"/>
                                          </p:val>
                                        </p:tav>
                                        <p:tav tm="100000">
                                          <p:val>
                                            <p:strVal val="#ppt_x"/>
                                          </p:val>
                                        </p:tav>
                                      </p:tavLst>
                                    </p:anim>
                                    <p:anim calcmode="lin" valueType="num">
                                      <p:cBhvr additive="base">
                                        <p:cTn id="8" dur="500" fill="hold"/>
                                        <p:tgtEl>
                                          <p:spTgt spid="40"/>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1"/>
                                        </p:tgtEl>
                                        <p:attrNameLst>
                                          <p:attrName>style.visibility</p:attrName>
                                        </p:attrNameLst>
                                      </p:cBhvr>
                                      <p:to>
                                        <p:strVal val="visible"/>
                                      </p:to>
                                    </p:set>
                                    <p:anim calcmode="lin" valueType="num">
                                      <p:cBhvr additive="base">
                                        <p:cTn id="11" dur="500" fill="hold"/>
                                        <p:tgtEl>
                                          <p:spTgt spid="41"/>
                                        </p:tgtEl>
                                        <p:attrNameLst>
                                          <p:attrName>ppt_x</p:attrName>
                                        </p:attrNameLst>
                                      </p:cBhvr>
                                      <p:tavLst>
                                        <p:tav tm="0">
                                          <p:val>
                                            <p:strVal val="#ppt_x"/>
                                          </p:val>
                                        </p:tav>
                                        <p:tav tm="100000">
                                          <p:val>
                                            <p:strVal val="#ppt_x"/>
                                          </p:val>
                                        </p:tav>
                                      </p:tavLst>
                                    </p:anim>
                                    <p:anim calcmode="lin" valueType="num">
                                      <p:cBhvr additive="base">
                                        <p:cTn id="12" dur="500" fill="hold"/>
                                        <p:tgtEl>
                                          <p:spTgt spid="41"/>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42"/>
                                        </p:tgtEl>
                                        <p:attrNameLst>
                                          <p:attrName>style.visibility</p:attrName>
                                        </p:attrNameLst>
                                      </p:cBhvr>
                                      <p:to>
                                        <p:strVal val="visible"/>
                                      </p:to>
                                    </p:set>
                                    <p:anim calcmode="lin" valueType="num">
                                      <p:cBhvr additive="base">
                                        <p:cTn id="15" dur="500" fill="hold"/>
                                        <p:tgtEl>
                                          <p:spTgt spid="42"/>
                                        </p:tgtEl>
                                        <p:attrNameLst>
                                          <p:attrName>ppt_x</p:attrName>
                                        </p:attrNameLst>
                                      </p:cBhvr>
                                      <p:tavLst>
                                        <p:tav tm="0">
                                          <p:val>
                                            <p:strVal val="#ppt_x"/>
                                          </p:val>
                                        </p:tav>
                                        <p:tav tm="100000">
                                          <p:val>
                                            <p:strVal val="#ppt_x"/>
                                          </p:val>
                                        </p:tav>
                                      </p:tavLst>
                                    </p:anim>
                                    <p:anim calcmode="lin" valueType="num">
                                      <p:cBhvr additive="base">
                                        <p:cTn id="16" dur="500" fill="hold"/>
                                        <p:tgtEl>
                                          <p:spTgt spid="42"/>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43"/>
                                        </p:tgtEl>
                                        <p:attrNameLst>
                                          <p:attrName>style.visibility</p:attrName>
                                        </p:attrNameLst>
                                      </p:cBhvr>
                                      <p:to>
                                        <p:strVal val="visible"/>
                                      </p:to>
                                    </p:set>
                                    <p:anim calcmode="lin" valueType="num">
                                      <p:cBhvr additive="base">
                                        <p:cTn id="19" dur="500" fill="hold"/>
                                        <p:tgtEl>
                                          <p:spTgt spid="43"/>
                                        </p:tgtEl>
                                        <p:attrNameLst>
                                          <p:attrName>ppt_x</p:attrName>
                                        </p:attrNameLst>
                                      </p:cBhvr>
                                      <p:tavLst>
                                        <p:tav tm="0">
                                          <p:val>
                                            <p:strVal val="#ppt_x"/>
                                          </p:val>
                                        </p:tav>
                                        <p:tav tm="100000">
                                          <p:val>
                                            <p:strVal val="#ppt_x"/>
                                          </p:val>
                                        </p:tav>
                                      </p:tavLst>
                                    </p:anim>
                                    <p:anim calcmode="lin" valueType="num">
                                      <p:cBhvr additive="base">
                                        <p:cTn id="20" dur="500" fill="hold"/>
                                        <p:tgtEl>
                                          <p:spTgt spid="43"/>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44"/>
                                        </p:tgtEl>
                                        <p:attrNameLst>
                                          <p:attrName>style.visibility</p:attrName>
                                        </p:attrNameLst>
                                      </p:cBhvr>
                                      <p:to>
                                        <p:strVal val="visible"/>
                                      </p:to>
                                    </p:set>
                                    <p:anim calcmode="lin" valueType="num">
                                      <p:cBhvr additive="base">
                                        <p:cTn id="23" dur="500" fill="hold"/>
                                        <p:tgtEl>
                                          <p:spTgt spid="44"/>
                                        </p:tgtEl>
                                        <p:attrNameLst>
                                          <p:attrName>ppt_x</p:attrName>
                                        </p:attrNameLst>
                                      </p:cBhvr>
                                      <p:tavLst>
                                        <p:tav tm="0">
                                          <p:val>
                                            <p:strVal val="#ppt_x"/>
                                          </p:val>
                                        </p:tav>
                                        <p:tav tm="100000">
                                          <p:val>
                                            <p:strVal val="#ppt_x"/>
                                          </p:val>
                                        </p:tav>
                                      </p:tavLst>
                                    </p:anim>
                                    <p:anim calcmode="lin" valueType="num">
                                      <p:cBhvr additive="base">
                                        <p:cTn id="24" dur="500" fill="hold"/>
                                        <p:tgtEl>
                                          <p:spTgt spid="44"/>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45"/>
                                        </p:tgtEl>
                                        <p:attrNameLst>
                                          <p:attrName>style.visibility</p:attrName>
                                        </p:attrNameLst>
                                      </p:cBhvr>
                                      <p:to>
                                        <p:strVal val="visible"/>
                                      </p:to>
                                    </p:set>
                                    <p:anim calcmode="lin" valueType="num">
                                      <p:cBhvr additive="base">
                                        <p:cTn id="27" dur="500" fill="hold"/>
                                        <p:tgtEl>
                                          <p:spTgt spid="45"/>
                                        </p:tgtEl>
                                        <p:attrNameLst>
                                          <p:attrName>ppt_x</p:attrName>
                                        </p:attrNameLst>
                                      </p:cBhvr>
                                      <p:tavLst>
                                        <p:tav tm="0">
                                          <p:val>
                                            <p:strVal val="#ppt_x"/>
                                          </p:val>
                                        </p:tav>
                                        <p:tav tm="100000">
                                          <p:val>
                                            <p:strVal val="#ppt_x"/>
                                          </p:val>
                                        </p:tav>
                                      </p:tavLst>
                                    </p:anim>
                                    <p:anim calcmode="lin" valueType="num">
                                      <p:cBhvr additive="base">
                                        <p:cTn id="28" dur="500" fill="hold"/>
                                        <p:tgtEl>
                                          <p:spTgt spid="45"/>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6" presetClass="entr" presetSubtype="16" fill="hold" nodeType="clickEffect">
                                  <p:stCondLst>
                                    <p:cond delay="0"/>
                                  </p:stCondLst>
                                  <p:childTnLst>
                                    <p:set>
                                      <p:cBhvr>
                                        <p:cTn id="32" dur="1000" fill="hold">
                                          <p:stCondLst>
                                            <p:cond delay="0"/>
                                          </p:stCondLst>
                                        </p:cTn>
                                        <p:tgtEl>
                                          <p:spTgt spid="2"/>
                                        </p:tgtEl>
                                        <p:attrNameLst>
                                          <p:attrName>style.visibility</p:attrName>
                                        </p:attrNameLst>
                                      </p:cBhvr>
                                      <p:to>
                                        <p:strVal val="visible"/>
                                      </p:to>
                                    </p:set>
                                    <p:animEffect transition="in" filter="circle(in)">
                                      <p:cBhvr>
                                        <p:cTn id="33" dur="1000"/>
                                        <p:tgtEl>
                                          <p:spTgt spid="2"/>
                                        </p:tgtEl>
                                      </p:cBhvr>
                                    </p:animEffect>
                                  </p:childTnLst>
                                </p:cTn>
                              </p:par>
                              <p:par>
                                <p:cTn id="34" presetID="4" presetClass="entr" presetSubtype="16" fill="hold" nodeType="withEffect">
                                  <p:stCondLst>
                                    <p:cond delay="0"/>
                                  </p:stCondLst>
                                  <p:childTnLst>
                                    <p:set>
                                      <p:cBhvr>
                                        <p:cTn id="35" dur="1000" fill="hold">
                                          <p:stCondLst>
                                            <p:cond delay="0"/>
                                          </p:stCondLst>
                                        </p:cTn>
                                        <p:tgtEl>
                                          <p:spTgt spid="4"/>
                                        </p:tgtEl>
                                        <p:attrNameLst>
                                          <p:attrName>style.visibility</p:attrName>
                                        </p:attrNameLst>
                                      </p:cBhvr>
                                      <p:to>
                                        <p:strVal val="visible"/>
                                      </p:to>
                                    </p:set>
                                    <p:animEffect transition="in" filter="box(in)">
                                      <p:cBhvr>
                                        <p:cTn id="36"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p:bldP spid="41" grpId="0"/>
      <p:bldP spid="42" grpId="0"/>
      <p:bldP spid="43" grpId="0"/>
      <p:bldP spid="44" grpId="0"/>
      <p:bldP spid="4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矩形 77"/>
          <p:cNvSpPr/>
          <p:nvPr/>
        </p:nvSpPr>
        <p:spPr>
          <a:xfrm>
            <a:off x="-4286" y="96176"/>
            <a:ext cx="275273" cy="291465"/>
          </a:xfrm>
          <a:prstGeom prst="rect">
            <a:avLst/>
          </a:prstGeom>
          <a:gradFill>
            <a:gsLst>
              <a:gs pos="0">
                <a:srgbClr val="012D86"/>
              </a:gs>
              <a:gs pos="100000">
                <a:srgbClr val="0E2557"/>
              </a:gs>
            </a:gsLst>
            <a:lin ang="5400000" scaled="0"/>
          </a:gra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200" b="0" i="0" u="none" strike="noStrike" kern="0" cap="none" spc="0" normalizeH="0" baseline="0" noProof="0">
              <a:ln>
                <a:noFill/>
              </a:ln>
              <a:solidFill>
                <a:srgbClr val="397E9E"/>
              </a:solidFill>
              <a:effectLst/>
              <a:uLnTx/>
              <a:uFillTx/>
              <a:latin typeface="Century Gothic" panose="020B0502020202020204"/>
              <a:ea typeface="微软雅黑" panose="020B0503020204020204" charset="-122"/>
            </a:endParaRPr>
          </a:p>
        </p:txBody>
      </p:sp>
      <p:sp>
        <p:nvSpPr>
          <p:cNvPr id="79" name="矩形 78"/>
          <p:cNvSpPr/>
          <p:nvPr/>
        </p:nvSpPr>
        <p:spPr>
          <a:xfrm>
            <a:off x="302895" y="96176"/>
            <a:ext cx="57150" cy="290989"/>
          </a:xfrm>
          <a:prstGeom prst="rect">
            <a:avLst/>
          </a:prstGeom>
          <a:solidFill>
            <a:srgbClr val="0070C0"/>
          </a:soli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200" b="0" i="0" u="none" strike="noStrike" kern="0" cap="none" spc="0" normalizeH="0" baseline="0" noProof="0">
              <a:ln>
                <a:noFill/>
              </a:ln>
              <a:solidFill>
                <a:srgbClr val="397E9E"/>
              </a:solidFill>
              <a:effectLst/>
              <a:uLnTx/>
              <a:uFillTx/>
              <a:latin typeface="Century Gothic" panose="020B0502020202020204"/>
              <a:ea typeface="微软雅黑" panose="020B0503020204020204" charset="-122"/>
            </a:endParaRPr>
          </a:p>
        </p:txBody>
      </p:sp>
      <p:sp>
        <p:nvSpPr>
          <p:cNvPr id="80" name="文本占位符 3"/>
          <p:cNvSpPr txBox="1"/>
          <p:nvPr/>
        </p:nvSpPr>
        <p:spPr>
          <a:xfrm>
            <a:off x="323765" y="42640"/>
            <a:ext cx="2236205" cy="418556"/>
          </a:xfrm>
          <a:prstGeom prst="rect">
            <a:avLst/>
          </a:prstGeom>
        </p:spPr>
        <p:txBody>
          <a:bodyPr anchor="ctr"/>
          <a:lstStyle>
            <a:lvl1pPr marL="0" indent="0" algn="l" defTabSz="963930" rtl="0" eaLnBrk="1" latinLnBrk="0" hangingPunct="1">
              <a:lnSpc>
                <a:spcPct val="90000"/>
              </a:lnSpc>
              <a:spcBef>
                <a:spcPts val="1055"/>
              </a:spcBef>
              <a:buFont typeface="Arial" panose="020B0604020202020204" pitchFamily="34" charset="0"/>
              <a:buNone/>
              <a:defRPr sz="2955" b="1" kern="1200">
                <a:solidFill>
                  <a:schemeClr val="tx1"/>
                </a:solidFill>
                <a:latin typeface="+mn-lt"/>
                <a:ea typeface="+mn-ea"/>
                <a:cs typeface="+mn-cs"/>
              </a:defRPr>
            </a:lvl1pPr>
            <a:lvl2pPr marL="723265" indent="-241300" algn="l" defTabSz="963930" rtl="0" eaLnBrk="1" latinLnBrk="0" hangingPunct="1">
              <a:lnSpc>
                <a:spcPct val="90000"/>
              </a:lnSpc>
              <a:spcBef>
                <a:spcPts val="525"/>
              </a:spcBef>
              <a:buFont typeface="Arial" panose="020B0604020202020204" pitchFamily="34" charset="0"/>
              <a:buChar char="•"/>
              <a:defRPr sz="2530" kern="1200">
                <a:solidFill>
                  <a:schemeClr val="tx1"/>
                </a:solidFill>
                <a:latin typeface="+mn-lt"/>
                <a:ea typeface="+mn-ea"/>
                <a:cs typeface="+mn-cs"/>
              </a:defRPr>
            </a:lvl2pPr>
            <a:lvl3pPr marL="1205230" indent="-241300" algn="l" defTabSz="963930" rtl="0" eaLnBrk="1" latinLnBrk="0" hangingPunct="1">
              <a:lnSpc>
                <a:spcPct val="90000"/>
              </a:lnSpc>
              <a:spcBef>
                <a:spcPts val="525"/>
              </a:spcBef>
              <a:buFont typeface="Arial" panose="020B0604020202020204" pitchFamily="34" charset="0"/>
              <a:buChar char="•"/>
              <a:defRPr sz="2110" kern="1200">
                <a:solidFill>
                  <a:schemeClr val="tx1"/>
                </a:solidFill>
                <a:latin typeface="+mn-lt"/>
                <a:ea typeface="+mn-ea"/>
                <a:cs typeface="+mn-cs"/>
              </a:defRPr>
            </a:lvl3pPr>
            <a:lvl4pPr marL="168783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4pPr>
            <a:lvl5pPr marL="216979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5pPr>
            <a:lvl6pPr marL="26517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6pPr>
            <a:lvl7pPr marL="31343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7pPr>
            <a:lvl8pPr marL="361632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8pPr>
            <a:lvl9pPr marL="409829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9pPr>
          </a:lstStyle>
          <a:p>
            <a:pPr algn="l">
              <a:lnSpc>
                <a:spcPct val="100000"/>
              </a:lnSpc>
            </a:pPr>
            <a:r>
              <a:rPr kumimoji="1" lang="zh-CN" altLang="en-US" sz="1500" b="0" dirty="0">
                <a:solidFill>
                  <a:schemeClr val="tx1">
                    <a:lumMod val="65000"/>
                    <a:lumOff val="35000"/>
                  </a:schemeClr>
                </a:solidFill>
                <a:latin typeface="微软雅黑" panose="020B0503020204020204" charset="-122"/>
                <a:ea typeface="微软雅黑" panose="020B0503020204020204" charset="-122"/>
              </a:rPr>
              <a:t>测试用例执行</a:t>
            </a:r>
            <a:endParaRPr kumimoji="1" lang="zh-CN" altLang="en-US" sz="1500" b="0" dirty="0">
              <a:solidFill>
                <a:schemeClr val="tx1">
                  <a:lumMod val="65000"/>
                  <a:lumOff val="35000"/>
                </a:schemeClr>
              </a:solidFill>
              <a:latin typeface="微软雅黑" panose="020B0503020204020204" charset="-122"/>
              <a:ea typeface="微软雅黑" panose="020B0503020204020204" charset="-122"/>
            </a:endParaRPr>
          </a:p>
        </p:txBody>
      </p:sp>
      <p:sp>
        <p:nvSpPr>
          <p:cNvPr id="26" name="矩形: 圆角 35"/>
          <p:cNvSpPr/>
          <p:nvPr/>
        </p:nvSpPr>
        <p:spPr>
          <a:xfrm>
            <a:off x="2418715" y="773430"/>
            <a:ext cx="4064000" cy="408940"/>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bg1"/>
              </a:solidFill>
              <a:latin typeface="微软雅黑" panose="020B0503020204020204" charset="-122"/>
              <a:ea typeface="微软雅黑" panose="020B0503020204020204" charset="-122"/>
            </a:endParaRPr>
          </a:p>
        </p:txBody>
      </p:sp>
      <p:sp>
        <p:nvSpPr>
          <p:cNvPr id="40" name="文本框 27"/>
          <p:cNvSpPr txBox="1"/>
          <p:nvPr/>
        </p:nvSpPr>
        <p:spPr>
          <a:xfrm>
            <a:off x="1985421" y="1500310"/>
            <a:ext cx="640080" cy="275590"/>
          </a:xfrm>
          <a:prstGeom prst="rect">
            <a:avLst/>
          </a:prstGeom>
          <a:noFill/>
        </p:spPr>
        <p:txBody>
          <a:bodyPr wrap="none" rtlCol="0">
            <a:spAutoFit/>
          </a:bodyPr>
          <a:lstStyle/>
          <a:p>
            <a:pPr algn="ctr"/>
            <a:r>
              <a:rPr lang="zh-CN" altLang="en-US" sz="1200" dirty="0">
                <a:solidFill>
                  <a:srgbClr val="FFF9E6"/>
                </a:solidFill>
                <a:latin typeface="微软雅黑" panose="020B0503020204020204" charset="-122"/>
                <a:ea typeface="微软雅黑" panose="020B0503020204020204" charset="-122"/>
              </a:rPr>
              <a:t>关键词</a:t>
            </a:r>
            <a:endParaRPr lang="zh-CN" altLang="en-US" sz="1200" dirty="0">
              <a:solidFill>
                <a:srgbClr val="FFF9E6"/>
              </a:solidFill>
              <a:latin typeface="微软雅黑" panose="020B0503020204020204" charset="-122"/>
              <a:ea typeface="微软雅黑" panose="020B0503020204020204" charset="-122"/>
            </a:endParaRPr>
          </a:p>
        </p:txBody>
      </p:sp>
      <p:sp>
        <p:nvSpPr>
          <p:cNvPr id="41" name="文本框 28"/>
          <p:cNvSpPr txBox="1"/>
          <p:nvPr/>
        </p:nvSpPr>
        <p:spPr>
          <a:xfrm>
            <a:off x="2124454" y="2812270"/>
            <a:ext cx="697230" cy="299085"/>
          </a:xfrm>
          <a:prstGeom prst="rect">
            <a:avLst/>
          </a:prstGeom>
          <a:noFill/>
        </p:spPr>
        <p:txBody>
          <a:bodyPr wrap="none" rtlCol="0">
            <a:spAutoFit/>
          </a:bodyPr>
          <a:lstStyle/>
          <a:p>
            <a:pPr algn="ctr"/>
            <a:r>
              <a:rPr lang="zh-CN" altLang="en-US" sz="1350" dirty="0">
                <a:solidFill>
                  <a:srgbClr val="FFF9E6"/>
                </a:solidFill>
                <a:latin typeface="微软雅黑" panose="020B0503020204020204" charset="-122"/>
                <a:ea typeface="微软雅黑" panose="020B0503020204020204" charset="-122"/>
              </a:rPr>
              <a:t>关键词</a:t>
            </a:r>
            <a:endParaRPr lang="zh-CN" altLang="en-US" sz="1350" dirty="0">
              <a:solidFill>
                <a:srgbClr val="FFF9E6"/>
              </a:solidFill>
              <a:latin typeface="微软雅黑" panose="020B0503020204020204" charset="-122"/>
              <a:ea typeface="微软雅黑" panose="020B0503020204020204" charset="-122"/>
            </a:endParaRPr>
          </a:p>
        </p:txBody>
      </p:sp>
      <p:sp>
        <p:nvSpPr>
          <p:cNvPr id="42" name="文本框 29"/>
          <p:cNvSpPr txBox="1"/>
          <p:nvPr/>
        </p:nvSpPr>
        <p:spPr>
          <a:xfrm>
            <a:off x="2592258" y="2094159"/>
            <a:ext cx="640080" cy="275590"/>
          </a:xfrm>
          <a:prstGeom prst="rect">
            <a:avLst/>
          </a:prstGeom>
          <a:noFill/>
        </p:spPr>
        <p:txBody>
          <a:bodyPr wrap="none" rtlCol="0">
            <a:spAutoFit/>
          </a:bodyPr>
          <a:lstStyle/>
          <a:p>
            <a:pPr algn="ctr"/>
            <a:r>
              <a:rPr lang="zh-CN" altLang="en-US" sz="1200" dirty="0">
                <a:solidFill>
                  <a:srgbClr val="FFF9E6"/>
                </a:solidFill>
                <a:latin typeface="微软雅黑" panose="020B0503020204020204" charset="-122"/>
                <a:ea typeface="微软雅黑" panose="020B0503020204020204" charset="-122"/>
              </a:rPr>
              <a:t>关键词</a:t>
            </a:r>
            <a:endParaRPr lang="zh-CN" altLang="en-US" sz="1200" dirty="0">
              <a:solidFill>
                <a:srgbClr val="FFF9E6"/>
              </a:solidFill>
              <a:latin typeface="微软雅黑" panose="020B0503020204020204" charset="-122"/>
              <a:ea typeface="微软雅黑" panose="020B0503020204020204" charset="-122"/>
            </a:endParaRPr>
          </a:p>
        </p:txBody>
      </p:sp>
      <p:sp>
        <p:nvSpPr>
          <p:cNvPr id="43" name="文本框 30"/>
          <p:cNvSpPr txBox="1"/>
          <p:nvPr/>
        </p:nvSpPr>
        <p:spPr>
          <a:xfrm>
            <a:off x="1246138" y="2806243"/>
            <a:ext cx="640080" cy="275590"/>
          </a:xfrm>
          <a:prstGeom prst="rect">
            <a:avLst/>
          </a:prstGeom>
          <a:noFill/>
        </p:spPr>
        <p:txBody>
          <a:bodyPr wrap="none" rtlCol="0">
            <a:spAutoFit/>
          </a:bodyPr>
          <a:lstStyle/>
          <a:p>
            <a:pPr algn="ctr"/>
            <a:r>
              <a:rPr lang="zh-CN" altLang="en-US" sz="1200" dirty="0">
                <a:solidFill>
                  <a:srgbClr val="FFF9E6"/>
                </a:solidFill>
                <a:latin typeface="微软雅黑" panose="020B0503020204020204" charset="-122"/>
                <a:ea typeface="微软雅黑" panose="020B0503020204020204" charset="-122"/>
              </a:rPr>
              <a:t>关键词</a:t>
            </a:r>
            <a:endParaRPr lang="zh-CN" altLang="en-US" sz="1200" dirty="0">
              <a:solidFill>
                <a:srgbClr val="FFF9E6"/>
              </a:solidFill>
              <a:latin typeface="微软雅黑" panose="020B0503020204020204" charset="-122"/>
              <a:ea typeface="微软雅黑" panose="020B0503020204020204" charset="-122"/>
            </a:endParaRPr>
          </a:p>
        </p:txBody>
      </p:sp>
      <p:sp>
        <p:nvSpPr>
          <p:cNvPr id="44" name="文本框 31"/>
          <p:cNvSpPr txBox="1"/>
          <p:nvPr/>
        </p:nvSpPr>
        <p:spPr>
          <a:xfrm>
            <a:off x="1742971" y="2284432"/>
            <a:ext cx="525780" cy="229870"/>
          </a:xfrm>
          <a:prstGeom prst="rect">
            <a:avLst/>
          </a:prstGeom>
          <a:noFill/>
        </p:spPr>
        <p:txBody>
          <a:bodyPr wrap="none" rtlCol="0">
            <a:spAutoFit/>
          </a:bodyPr>
          <a:lstStyle/>
          <a:p>
            <a:pPr algn="ctr"/>
            <a:r>
              <a:rPr lang="zh-CN" altLang="en-US" sz="900" dirty="0">
                <a:solidFill>
                  <a:srgbClr val="FFF9E6"/>
                </a:solidFill>
                <a:latin typeface="微软雅黑" panose="020B0503020204020204" charset="-122"/>
                <a:ea typeface="微软雅黑" panose="020B0503020204020204" charset="-122"/>
              </a:rPr>
              <a:t>关键词</a:t>
            </a:r>
            <a:endParaRPr lang="zh-CN" altLang="en-US" sz="900" dirty="0">
              <a:solidFill>
                <a:srgbClr val="FFF9E6"/>
              </a:solidFill>
              <a:latin typeface="微软雅黑" panose="020B0503020204020204" charset="-122"/>
              <a:ea typeface="微软雅黑" panose="020B0503020204020204" charset="-122"/>
            </a:endParaRPr>
          </a:p>
        </p:txBody>
      </p:sp>
      <p:sp>
        <p:nvSpPr>
          <p:cNvPr id="45" name="文本框 32"/>
          <p:cNvSpPr txBox="1"/>
          <p:nvPr/>
        </p:nvSpPr>
        <p:spPr>
          <a:xfrm>
            <a:off x="3048636" y="2752530"/>
            <a:ext cx="640080" cy="275590"/>
          </a:xfrm>
          <a:prstGeom prst="rect">
            <a:avLst/>
          </a:prstGeom>
          <a:noFill/>
        </p:spPr>
        <p:txBody>
          <a:bodyPr wrap="none" rtlCol="0">
            <a:spAutoFit/>
          </a:bodyPr>
          <a:lstStyle/>
          <a:p>
            <a:pPr algn="ctr"/>
            <a:r>
              <a:rPr lang="zh-CN" altLang="en-US" sz="1200" dirty="0">
                <a:solidFill>
                  <a:srgbClr val="FFF9E6"/>
                </a:solidFill>
                <a:latin typeface="微软雅黑" panose="020B0503020204020204" charset="-122"/>
                <a:ea typeface="微软雅黑" panose="020B0503020204020204" charset="-122"/>
              </a:rPr>
              <a:t>关键词</a:t>
            </a:r>
            <a:endParaRPr lang="zh-CN" altLang="en-US" sz="1200" dirty="0">
              <a:solidFill>
                <a:srgbClr val="FFF9E6"/>
              </a:solidFill>
              <a:latin typeface="微软雅黑" panose="020B0503020204020204" charset="-122"/>
              <a:ea typeface="微软雅黑" panose="020B0503020204020204" charset="-122"/>
            </a:endParaRPr>
          </a:p>
        </p:txBody>
      </p:sp>
      <p:sp>
        <p:nvSpPr>
          <p:cNvPr id="46" name="矩形 45" descr="e7d195523061f1c003d7160bb3852330e69e1b47c664ea0314E9593E18313AD830F940F1AC53C40C0B8B3D93D4DFF44B590F8D4A945ADE53F5D61968231FCAE157B0D7022AA0681C03E9FB4B1E3862D0C13C109685D0C1F9D9ACA5E10B258C1727924FC3FC0E61468152E413AFD3EDAA03A1BA0B768D2D39A9D26D6009DD7E2AED15C90B1EA11F84"/>
          <p:cNvSpPr/>
          <p:nvPr/>
        </p:nvSpPr>
        <p:spPr>
          <a:xfrm>
            <a:off x="1666240" y="1410335"/>
            <a:ext cx="5812155" cy="3415030"/>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50000"/>
              </a:lnSpc>
            </a:pPr>
            <a:r>
              <a:rPr lang="zh-CN" altLang="en-US" dirty="0">
                <a:solidFill>
                  <a:schemeClr val="tx1"/>
                </a:solidFill>
                <a:latin typeface="+mn-ea"/>
                <a:cs typeface="+mn-ea"/>
              </a:rPr>
              <a:t>测试需求来源于软件需求，与软件需求的关系是一对一，或者是多对一。好的测试用例集应该覆盖全部的测试需求。以系统功能举例说来，测试用例包括功能点和业务流程。对于功能点，设计的测试用例需要覆盖全部需求中的功能点，除了正常情况的测试用例，还应设计异常情况的测试用例，且异常情况测试用例占整个测试用例集的20%~30%。同样的，业务流程的测试用例也包含正常流程和异常流程。 </a:t>
            </a:r>
            <a:endParaRPr lang="zh-CN" altLang="en-US" dirty="0">
              <a:solidFill>
                <a:schemeClr val="tx1"/>
              </a:solidFill>
              <a:latin typeface="+mn-ea"/>
              <a:cs typeface="+mn-ea"/>
            </a:endParaRPr>
          </a:p>
        </p:txBody>
      </p:sp>
      <p:sp>
        <p:nvSpPr>
          <p:cNvPr id="47" name="文本框 34"/>
          <p:cNvSpPr txBox="1"/>
          <p:nvPr/>
        </p:nvSpPr>
        <p:spPr>
          <a:xfrm>
            <a:off x="2872740" y="793750"/>
            <a:ext cx="3399790" cy="368300"/>
          </a:xfrm>
          <a:prstGeom prst="rect">
            <a:avLst/>
          </a:prstGeom>
          <a:noFill/>
        </p:spPr>
        <p:txBody>
          <a:bodyPr wrap="square" rtlCol="0">
            <a:spAutoFit/>
          </a:bodyPr>
          <a:lstStyle/>
          <a:p>
            <a:r>
              <a:rPr lang="en-US" altLang="zh-CN" dirty="0">
                <a:solidFill>
                  <a:schemeClr val="bg1"/>
                </a:solidFill>
                <a:latin typeface="微软雅黑" panose="020B0503020204020204" charset="-122"/>
                <a:ea typeface="微软雅黑" panose="020B0503020204020204" charset="-122"/>
              </a:rPr>
              <a:t>1.</a:t>
            </a:r>
            <a:r>
              <a:rPr lang="zh-CN" altLang="en-US" dirty="0">
                <a:solidFill>
                  <a:schemeClr val="bg1"/>
                </a:solidFill>
                <a:latin typeface="微软雅黑" panose="020B0503020204020204" charset="-122"/>
                <a:ea typeface="微软雅黑" panose="020B0503020204020204" charset="-122"/>
              </a:rPr>
              <a:t>测试用例对测试需求的覆盖</a:t>
            </a:r>
            <a:endParaRPr lang="zh-CN" altLang="en-US" dirty="0">
              <a:solidFill>
                <a:schemeClr val="bg1"/>
              </a:solidFill>
              <a:latin typeface="微软雅黑" panose="020B0503020204020204" charset="-122"/>
              <a:ea typeface="微软雅黑" panose="020B0503020204020204" charset="-122"/>
            </a:endParaRPr>
          </a:p>
        </p:txBody>
      </p:sp>
    </p:spTree>
  </p:cSld>
  <p:clrMapOvr>
    <a:masterClrMapping/>
  </p:clrMapOvr>
  <p:transition advTm="1872">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40"/>
                                        </p:tgtEl>
                                        <p:attrNameLst>
                                          <p:attrName>style.visibility</p:attrName>
                                        </p:attrNameLst>
                                      </p:cBhvr>
                                      <p:to>
                                        <p:strVal val="visible"/>
                                      </p:to>
                                    </p:set>
                                    <p:anim calcmode="lin" valueType="num">
                                      <p:cBhvr additive="base">
                                        <p:cTn id="7" dur="500" fill="hold"/>
                                        <p:tgtEl>
                                          <p:spTgt spid="40"/>
                                        </p:tgtEl>
                                        <p:attrNameLst>
                                          <p:attrName>ppt_x</p:attrName>
                                        </p:attrNameLst>
                                      </p:cBhvr>
                                      <p:tavLst>
                                        <p:tav tm="0">
                                          <p:val>
                                            <p:strVal val="#ppt_x"/>
                                          </p:val>
                                        </p:tav>
                                        <p:tav tm="100000">
                                          <p:val>
                                            <p:strVal val="#ppt_x"/>
                                          </p:val>
                                        </p:tav>
                                      </p:tavLst>
                                    </p:anim>
                                    <p:anim calcmode="lin" valueType="num">
                                      <p:cBhvr additive="base">
                                        <p:cTn id="8" dur="500" fill="hold"/>
                                        <p:tgtEl>
                                          <p:spTgt spid="40"/>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1"/>
                                        </p:tgtEl>
                                        <p:attrNameLst>
                                          <p:attrName>style.visibility</p:attrName>
                                        </p:attrNameLst>
                                      </p:cBhvr>
                                      <p:to>
                                        <p:strVal val="visible"/>
                                      </p:to>
                                    </p:set>
                                    <p:anim calcmode="lin" valueType="num">
                                      <p:cBhvr additive="base">
                                        <p:cTn id="11" dur="500" fill="hold"/>
                                        <p:tgtEl>
                                          <p:spTgt spid="41"/>
                                        </p:tgtEl>
                                        <p:attrNameLst>
                                          <p:attrName>ppt_x</p:attrName>
                                        </p:attrNameLst>
                                      </p:cBhvr>
                                      <p:tavLst>
                                        <p:tav tm="0">
                                          <p:val>
                                            <p:strVal val="#ppt_x"/>
                                          </p:val>
                                        </p:tav>
                                        <p:tav tm="100000">
                                          <p:val>
                                            <p:strVal val="#ppt_x"/>
                                          </p:val>
                                        </p:tav>
                                      </p:tavLst>
                                    </p:anim>
                                    <p:anim calcmode="lin" valueType="num">
                                      <p:cBhvr additive="base">
                                        <p:cTn id="12" dur="500" fill="hold"/>
                                        <p:tgtEl>
                                          <p:spTgt spid="41"/>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42"/>
                                        </p:tgtEl>
                                        <p:attrNameLst>
                                          <p:attrName>style.visibility</p:attrName>
                                        </p:attrNameLst>
                                      </p:cBhvr>
                                      <p:to>
                                        <p:strVal val="visible"/>
                                      </p:to>
                                    </p:set>
                                    <p:anim calcmode="lin" valueType="num">
                                      <p:cBhvr additive="base">
                                        <p:cTn id="15" dur="500" fill="hold"/>
                                        <p:tgtEl>
                                          <p:spTgt spid="42"/>
                                        </p:tgtEl>
                                        <p:attrNameLst>
                                          <p:attrName>ppt_x</p:attrName>
                                        </p:attrNameLst>
                                      </p:cBhvr>
                                      <p:tavLst>
                                        <p:tav tm="0">
                                          <p:val>
                                            <p:strVal val="#ppt_x"/>
                                          </p:val>
                                        </p:tav>
                                        <p:tav tm="100000">
                                          <p:val>
                                            <p:strVal val="#ppt_x"/>
                                          </p:val>
                                        </p:tav>
                                      </p:tavLst>
                                    </p:anim>
                                    <p:anim calcmode="lin" valueType="num">
                                      <p:cBhvr additive="base">
                                        <p:cTn id="16" dur="500" fill="hold"/>
                                        <p:tgtEl>
                                          <p:spTgt spid="42"/>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43"/>
                                        </p:tgtEl>
                                        <p:attrNameLst>
                                          <p:attrName>style.visibility</p:attrName>
                                        </p:attrNameLst>
                                      </p:cBhvr>
                                      <p:to>
                                        <p:strVal val="visible"/>
                                      </p:to>
                                    </p:set>
                                    <p:anim calcmode="lin" valueType="num">
                                      <p:cBhvr additive="base">
                                        <p:cTn id="19" dur="500" fill="hold"/>
                                        <p:tgtEl>
                                          <p:spTgt spid="43"/>
                                        </p:tgtEl>
                                        <p:attrNameLst>
                                          <p:attrName>ppt_x</p:attrName>
                                        </p:attrNameLst>
                                      </p:cBhvr>
                                      <p:tavLst>
                                        <p:tav tm="0">
                                          <p:val>
                                            <p:strVal val="#ppt_x"/>
                                          </p:val>
                                        </p:tav>
                                        <p:tav tm="100000">
                                          <p:val>
                                            <p:strVal val="#ppt_x"/>
                                          </p:val>
                                        </p:tav>
                                      </p:tavLst>
                                    </p:anim>
                                    <p:anim calcmode="lin" valueType="num">
                                      <p:cBhvr additive="base">
                                        <p:cTn id="20" dur="500" fill="hold"/>
                                        <p:tgtEl>
                                          <p:spTgt spid="43"/>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44"/>
                                        </p:tgtEl>
                                        <p:attrNameLst>
                                          <p:attrName>style.visibility</p:attrName>
                                        </p:attrNameLst>
                                      </p:cBhvr>
                                      <p:to>
                                        <p:strVal val="visible"/>
                                      </p:to>
                                    </p:set>
                                    <p:anim calcmode="lin" valueType="num">
                                      <p:cBhvr additive="base">
                                        <p:cTn id="23" dur="500" fill="hold"/>
                                        <p:tgtEl>
                                          <p:spTgt spid="44"/>
                                        </p:tgtEl>
                                        <p:attrNameLst>
                                          <p:attrName>ppt_x</p:attrName>
                                        </p:attrNameLst>
                                      </p:cBhvr>
                                      <p:tavLst>
                                        <p:tav tm="0">
                                          <p:val>
                                            <p:strVal val="#ppt_x"/>
                                          </p:val>
                                        </p:tav>
                                        <p:tav tm="100000">
                                          <p:val>
                                            <p:strVal val="#ppt_x"/>
                                          </p:val>
                                        </p:tav>
                                      </p:tavLst>
                                    </p:anim>
                                    <p:anim calcmode="lin" valueType="num">
                                      <p:cBhvr additive="base">
                                        <p:cTn id="24" dur="500" fill="hold"/>
                                        <p:tgtEl>
                                          <p:spTgt spid="44"/>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45"/>
                                        </p:tgtEl>
                                        <p:attrNameLst>
                                          <p:attrName>style.visibility</p:attrName>
                                        </p:attrNameLst>
                                      </p:cBhvr>
                                      <p:to>
                                        <p:strVal val="visible"/>
                                      </p:to>
                                    </p:set>
                                    <p:anim calcmode="lin" valueType="num">
                                      <p:cBhvr additive="base">
                                        <p:cTn id="27" dur="500" fill="hold"/>
                                        <p:tgtEl>
                                          <p:spTgt spid="45"/>
                                        </p:tgtEl>
                                        <p:attrNameLst>
                                          <p:attrName>ppt_x</p:attrName>
                                        </p:attrNameLst>
                                      </p:cBhvr>
                                      <p:tavLst>
                                        <p:tav tm="0">
                                          <p:val>
                                            <p:strVal val="#ppt_x"/>
                                          </p:val>
                                        </p:tav>
                                        <p:tav tm="100000">
                                          <p:val>
                                            <p:strVal val="#ppt_x"/>
                                          </p:val>
                                        </p:tav>
                                      </p:tavLst>
                                    </p:anim>
                                    <p:anim calcmode="lin" valueType="num">
                                      <p:cBhvr additive="base">
                                        <p:cTn id="28" dur="500" fill="hold"/>
                                        <p:tgtEl>
                                          <p:spTgt spid="45"/>
                                        </p:tgtEl>
                                        <p:attrNameLst>
                                          <p:attrName>ppt_y</p:attrName>
                                        </p:attrNameLst>
                                      </p:cBhvr>
                                      <p:tavLst>
                                        <p:tav tm="0">
                                          <p:val>
                                            <p:strVal val="1+#ppt_h/2"/>
                                          </p:val>
                                        </p:tav>
                                        <p:tav tm="100000">
                                          <p:val>
                                            <p:strVal val="#ppt_y"/>
                                          </p:val>
                                        </p:tav>
                                      </p:tavLst>
                                    </p:anim>
                                  </p:childTnLst>
                                </p:cTn>
                              </p:par>
                            </p:childTnLst>
                          </p:cTn>
                        </p:par>
                        <p:par>
                          <p:cTn id="29" fill="hold">
                            <p:stCondLst>
                              <p:cond delay="500"/>
                            </p:stCondLst>
                            <p:childTnLst>
                              <p:par>
                                <p:cTn id="30" presetID="12" presetClass="entr" presetSubtype="8" fill="hold" grpId="0" nodeType="afterEffect">
                                  <p:stCondLst>
                                    <p:cond delay="0"/>
                                  </p:stCondLst>
                                  <p:childTnLst>
                                    <p:set>
                                      <p:cBhvr>
                                        <p:cTn id="31" dur="1" fill="hold">
                                          <p:stCondLst>
                                            <p:cond delay="0"/>
                                          </p:stCondLst>
                                        </p:cTn>
                                        <p:tgtEl>
                                          <p:spTgt spid="26"/>
                                        </p:tgtEl>
                                        <p:attrNameLst>
                                          <p:attrName>style.visibility</p:attrName>
                                        </p:attrNameLst>
                                      </p:cBhvr>
                                      <p:to>
                                        <p:strVal val="visible"/>
                                      </p:to>
                                    </p:set>
                                    <p:anim calcmode="lin" valueType="num">
                                      <p:cBhvr additive="base">
                                        <p:cTn id="32" dur="750"/>
                                        <p:tgtEl>
                                          <p:spTgt spid="26"/>
                                        </p:tgtEl>
                                        <p:attrNameLst>
                                          <p:attrName>ppt_x</p:attrName>
                                        </p:attrNameLst>
                                      </p:cBhvr>
                                      <p:tavLst>
                                        <p:tav tm="0">
                                          <p:val>
                                            <p:strVal val="#ppt_x-#ppt_w*1.125000"/>
                                          </p:val>
                                        </p:tav>
                                        <p:tav tm="100000">
                                          <p:val>
                                            <p:strVal val="#ppt_x"/>
                                          </p:val>
                                        </p:tav>
                                      </p:tavLst>
                                    </p:anim>
                                    <p:animEffect transition="in" filter="wipe(right)">
                                      <p:cBhvr>
                                        <p:cTn id="33" dur="750"/>
                                        <p:tgtEl>
                                          <p:spTgt spid="26"/>
                                        </p:tgtEl>
                                      </p:cBhvr>
                                    </p:animEffect>
                                  </p:childTnLst>
                                </p:cTn>
                              </p:par>
                              <p:par>
                                <p:cTn id="34" presetID="12" presetClass="entr" presetSubtype="8" fill="hold" grpId="0" nodeType="withEffect">
                                  <p:stCondLst>
                                    <p:cond delay="0"/>
                                  </p:stCondLst>
                                  <p:childTnLst>
                                    <p:set>
                                      <p:cBhvr>
                                        <p:cTn id="35" dur="1" fill="hold">
                                          <p:stCondLst>
                                            <p:cond delay="0"/>
                                          </p:stCondLst>
                                        </p:cTn>
                                        <p:tgtEl>
                                          <p:spTgt spid="46"/>
                                        </p:tgtEl>
                                        <p:attrNameLst>
                                          <p:attrName>style.visibility</p:attrName>
                                        </p:attrNameLst>
                                      </p:cBhvr>
                                      <p:to>
                                        <p:strVal val="visible"/>
                                      </p:to>
                                    </p:set>
                                    <p:anim calcmode="lin" valueType="num">
                                      <p:cBhvr additive="base">
                                        <p:cTn id="36" dur="750"/>
                                        <p:tgtEl>
                                          <p:spTgt spid="46"/>
                                        </p:tgtEl>
                                        <p:attrNameLst>
                                          <p:attrName>ppt_x</p:attrName>
                                        </p:attrNameLst>
                                      </p:cBhvr>
                                      <p:tavLst>
                                        <p:tav tm="0">
                                          <p:val>
                                            <p:strVal val="#ppt_x-#ppt_w*1.125000"/>
                                          </p:val>
                                        </p:tav>
                                        <p:tav tm="100000">
                                          <p:val>
                                            <p:strVal val="#ppt_x"/>
                                          </p:val>
                                        </p:tav>
                                      </p:tavLst>
                                    </p:anim>
                                    <p:animEffect transition="in" filter="wipe(right)">
                                      <p:cBhvr>
                                        <p:cTn id="37" dur="750"/>
                                        <p:tgtEl>
                                          <p:spTgt spid="46"/>
                                        </p:tgtEl>
                                      </p:cBhvr>
                                    </p:animEffect>
                                  </p:childTnLst>
                                </p:cTn>
                              </p:par>
                              <p:par>
                                <p:cTn id="38" presetID="12" presetClass="entr" presetSubtype="8" fill="hold" grpId="0" nodeType="withEffect">
                                  <p:stCondLst>
                                    <p:cond delay="0"/>
                                  </p:stCondLst>
                                  <p:childTnLst>
                                    <p:set>
                                      <p:cBhvr>
                                        <p:cTn id="39" dur="1" fill="hold">
                                          <p:stCondLst>
                                            <p:cond delay="0"/>
                                          </p:stCondLst>
                                        </p:cTn>
                                        <p:tgtEl>
                                          <p:spTgt spid="47"/>
                                        </p:tgtEl>
                                        <p:attrNameLst>
                                          <p:attrName>style.visibility</p:attrName>
                                        </p:attrNameLst>
                                      </p:cBhvr>
                                      <p:to>
                                        <p:strVal val="visible"/>
                                      </p:to>
                                    </p:set>
                                    <p:anim calcmode="lin" valueType="num">
                                      <p:cBhvr additive="base">
                                        <p:cTn id="40" dur="750"/>
                                        <p:tgtEl>
                                          <p:spTgt spid="47"/>
                                        </p:tgtEl>
                                        <p:attrNameLst>
                                          <p:attrName>ppt_x</p:attrName>
                                        </p:attrNameLst>
                                      </p:cBhvr>
                                      <p:tavLst>
                                        <p:tav tm="0">
                                          <p:val>
                                            <p:strVal val="#ppt_x-#ppt_w*1.125000"/>
                                          </p:val>
                                        </p:tav>
                                        <p:tav tm="100000">
                                          <p:val>
                                            <p:strVal val="#ppt_x"/>
                                          </p:val>
                                        </p:tav>
                                      </p:tavLst>
                                    </p:anim>
                                    <p:animEffect transition="in" filter="wipe(right)">
                                      <p:cBhvr>
                                        <p:cTn id="41" dur="75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bldLvl="0" animBg="1"/>
      <p:bldP spid="40" grpId="0"/>
      <p:bldP spid="41" grpId="0"/>
      <p:bldP spid="42" grpId="0"/>
      <p:bldP spid="43" grpId="0"/>
      <p:bldP spid="44" grpId="0"/>
      <p:bldP spid="45" grpId="0"/>
      <p:bldP spid="46" grpId="0"/>
      <p:bldP spid="47"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矩形 77"/>
          <p:cNvSpPr/>
          <p:nvPr/>
        </p:nvSpPr>
        <p:spPr>
          <a:xfrm>
            <a:off x="-4286" y="96176"/>
            <a:ext cx="275273" cy="291465"/>
          </a:xfrm>
          <a:prstGeom prst="rect">
            <a:avLst/>
          </a:prstGeom>
          <a:gradFill>
            <a:gsLst>
              <a:gs pos="0">
                <a:srgbClr val="012D86"/>
              </a:gs>
              <a:gs pos="100000">
                <a:srgbClr val="0E2557"/>
              </a:gs>
            </a:gsLst>
            <a:lin ang="5400000" scaled="0"/>
          </a:gra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200" b="0" i="0" u="none" strike="noStrike" kern="0" cap="none" spc="0" normalizeH="0" baseline="0" noProof="0">
              <a:ln>
                <a:noFill/>
              </a:ln>
              <a:solidFill>
                <a:srgbClr val="397E9E"/>
              </a:solidFill>
              <a:effectLst/>
              <a:uLnTx/>
              <a:uFillTx/>
              <a:latin typeface="Century Gothic" panose="020B0502020202020204"/>
              <a:ea typeface="微软雅黑" panose="020B0503020204020204" charset="-122"/>
            </a:endParaRPr>
          </a:p>
        </p:txBody>
      </p:sp>
      <p:sp>
        <p:nvSpPr>
          <p:cNvPr id="79" name="矩形 78"/>
          <p:cNvSpPr/>
          <p:nvPr/>
        </p:nvSpPr>
        <p:spPr>
          <a:xfrm>
            <a:off x="302895" y="96176"/>
            <a:ext cx="57150" cy="290989"/>
          </a:xfrm>
          <a:prstGeom prst="rect">
            <a:avLst/>
          </a:prstGeom>
          <a:solidFill>
            <a:srgbClr val="0070C0"/>
          </a:soli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200" b="0" i="0" u="none" strike="noStrike" kern="0" cap="none" spc="0" normalizeH="0" baseline="0" noProof="0">
              <a:ln>
                <a:noFill/>
              </a:ln>
              <a:solidFill>
                <a:srgbClr val="397E9E"/>
              </a:solidFill>
              <a:effectLst/>
              <a:uLnTx/>
              <a:uFillTx/>
              <a:latin typeface="Century Gothic" panose="020B0502020202020204"/>
              <a:ea typeface="微软雅黑" panose="020B0503020204020204" charset="-122"/>
            </a:endParaRPr>
          </a:p>
        </p:txBody>
      </p:sp>
      <p:sp>
        <p:nvSpPr>
          <p:cNvPr id="80" name="文本占位符 3"/>
          <p:cNvSpPr txBox="1"/>
          <p:nvPr/>
        </p:nvSpPr>
        <p:spPr>
          <a:xfrm>
            <a:off x="323765" y="42640"/>
            <a:ext cx="2236205" cy="418556"/>
          </a:xfrm>
          <a:prstGeom prst="rect">
            <a:avLst/>
          </a:prstGeom>
        </p:spPr>
        <p:txBody>
          <a:bodyPr anchor="ctr"/>
          <a:lstStyle>
            <a:lvl1pPr marL="0" indent="0" algn="l" defTabSz="963930" rtl="0" eaLnBrk="1" latinLnBrk="0" hangingPunct="1">
              <a:lnSpc>
                <a:spcPct val="90000"/>
              </a:lnSpc>
              <a:spcBef>
                <a:spcPts val="1055"/>
              </a:spcBef>
              <a:buFont typeface="Arial" panose="020B0604020202020204" pitchFamily="34" charset="0"/>
              <a:buNone/>
              <a:defRPr sz="2955" b="1" kern="1200">
                <a:solidFill>
                  <a:schemeClr val="tx1"/>
                </a:solidFill>
                <a:latin typeface="+mn-lt"/>
                <a:ea typeface="+mn-ea"/>
                <a:cs typeface="+mn-cs"/>
              </a:defRPr>
            </a:lvl1pPr>
            <a:lvl2pPr marL="723265" indent="-241300" algn="l" defTabSz="963930" rtl="0" eaLnBrk="1" latinLnBrk="0" hangingPunct="1">
              <a:lnSpc>
                <a:spcPct val="90000"/>
              </a:lnSpc>
              <a:spcBef>
                <a:spcPts val="525"/>
              </a:spcBef>
              <a:buFont typeface="Arial" panose="020B0604020202020204" pitchFamily="34" charset="0"/>
              <a:buChar char="•"/>
              <a:defRPr sz="2530" kern="1200">
                <a:solidFill>
                  <a:schemeClr val="tx1"/>
                </a:solidFill>
                <a:latin typeface="+mn-lt"/>
                <a:ea typeface="+mn-ea"/>
                <a:cs typeface="+mn-cs"/>
              </a:defRPr>
            </a:lvl2pPr>
            <a:lvl3pPr marL="1205230" indent="-241300" algn="l" defTabSz="963930" rtl="0" eaLnBrk="1" latinLnBrk="0" hangingPunct="1">
              <a:lnSpc>
                <a:spcPct val="90000"/>
              </a:lnSpc>
              <a:spcBef>
                <a:spcPts val="525"/>
              </a:spcBef>
              <a:buFont typeface="Arial" panose="020B0604020202020204" pitchFamily="34" charset="0"/>
              <a:buChar char="•"/>
              <a:defRPr sz="2110" kern="1200">
                <a:solidFill>
                  <a:schemeClr val="tx1"/>
                </a:solidFill>
                <a:latin typeface="+mn-lt"/>
                <a:ea typeface="+mn-ea"/>
                <a:cs typeface="+mn-cs"/>
              </a:defRPr>
            </a:lvl3pPr>
            <a:lvl4pPr marL="168783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4pPr>
            <a:lvl5pPr marL="216979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5pPr>
            <a:lvl6pPr marL="26517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6pPr>
            <a:lvl7pPr marL="31343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7pPr>
            <a:lvl8pPr marL="361632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8pPr>
            <a:lvl9pPr marL="409829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9pPr>
          </a:lstStyle>
          <a:p>
            <a:pPr algn="l">
              <a:lnSpc>
                <a:spcPct val="100000"/>
              </a:lnSpc>
            </a:pPr>
            <a:r>
              <a:rPr kumimoji="1" lang="zh-CN" altLang="en-US" sz="1500" b="0" dirty="0">
                <a:solidFill>
                  <a:schemeClr val="tx1">
                    <a:lumMod val="65000"/>
                    <a:lumOff val="35000"/>
                  </a:schemeClr>
                </a:solidFill>
                <a:latin typeface="微软雅黑" panose="020B0503020204020204" charset="-122"/>
                <a:ea typeface="微软雅黑" panose="020B0503020204020204" charset="-122"/>
              </a:rPr>
              <a:t>测试用例执行</a:t>
            </a:r>
            <a:endParaRPr kumimoji="1" lang="zh-CN" altLang="en-US" sz="1500" b="0" dirty="0">
              <a:solidFill>
                <a:schemeClr val="tx1">
                  <a:lumMod val="65000"/>
                  <a:lumOff val="35000"/>
                </a:schemeClr>
              </a:solidFill>
              <a:latin typeface="微软雅黑" panose="020B0503020204020204" charset="-122"/>
              <a:ea typeface="微软雅黑" panose="020B0503020204020204" charset="-122"/>
            </a:endParaRPr>
          </a:p>
        </p:txBody>
      </p:sp>
      <p:sp>
        <p:nvSpPr>
          <p:cNvPr id="26" name="矩形: 圆角 35"/>
          <p:cNvSpPr/>
          <p:nvPr/>
        </p:nvSpPr>
        <p:spPr>
          <a:xfrm>
            <a:off x="2821940" y="518160"/>
            <a:ext cx="3753485" cy="408940"/>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bg1"/>
              </a:solidFill>
              <a:latin typeface="微软雅黑" panose="020B0503020204020204" charset="-122"/>
              <a:ea typeface="微软雅黑" panose="020B0503020204020204" charset="-122"/>
            </a:endParaRPr>
          </a:p>
        </p:txBody>
      </p:sp>
      <p:sp>
        <p:nvSpPr>
          <p:cNvPr id="40" name="文本框 27"/>
          <p:cNvSpPr txBox="1"/>
          <p:nvPr/>
        </p:nvSpPr>
        <p:spPr>
          <a:xfrm>
            <a:off x="1985421" y="1500310"/>
            <a:ext cx="640080" cy="275590"/>
          </a:xfrm>
          <a:prstGeom prst="rect">
            <a:avLst/>
          </a:prstGeom>
          <a:noFill/>
        </p:spPr>
        <p:txBody>
          <a:bodyPr wrap="none" rtlCol="0">
            <a:spAutoFit/>
          </a:bodyPr>
          <a:lstStyle/>
          <a:p>
            <a:pPr algn="ctr"/>
            <a:r>
              <a:rPr lang="zh-CN" altLang="en-US" sz="1200" dirty="0">
                <a:solidFill>
                  <a:srgbClr val="FFF9E6"/>
                </a:solidFill>
                <a:latin typeface="微软雅黑" panose="020B0503020204020204" charset="-122"/>
                <a:ea typeface="微软雅黑" panose="020B0503020204020204" charset="-122"/>
              </a:rPr>
              <a:t>关键词</a:t>
            </a:r>
            <a:endParaRPr lang="zh-CN" altLang="en-US" sz="1200" dirty="0">
              <a:solidFill>
                <a:srgbClr val="FFF9E6"/>
              </a:solidFill>
              <a:latin typeface="微软雅黑" panose="020B0503020204020204" charset="-122"/>
              <a:ea typeface="微软雅黑" panose="020B0503020204020204" charset="-122"/>
            </a:endParaRPr>
          </a:p>
        </p:txBody>
      </p:sp>
      <p:sp>
        <p:nvSpPr>
          <p:cNvPr id="41" name="文本框 28"/>
          <p:cNvSpPr txBox="1"/>
          <p:nvPr/>
        </p:nvSpPr>
        <p:spPr>
          <a:xfrm>
            <a:off x="2124454" y="2812270"/>
            <a:ext cx="697230" cy="299085"/>
          </a:xfrm>
          <a:prstGeom prst="rect">
            <a:avLst/>
          </a:prstGeom>
          <a:noFill/>
        </p:spPr>
        <p:txBody>
          <a:bodyPr wrap="none" rtlCol="0">
            <a:spAutoFit/>
          </a:bodyPr>
          <a:lstStyle/>
          <a:p>
            <a:pPr algn="ctr"/>
            <a:r>
              <a:rPr lang="zh-CN" altLang="en-US" sz="1350" dirty="0">
                <a:solidFill>
                  <a:srgbClr val="FFF9E6"/>
                </a:solidFill>
                <a:latin typeface="微软雅黑" panose="020B0503020204020204" charset="-122"/>
                <a:ea typeface="微软雅黑" panose="020B0503020204020204" charset="-122"/>
              </a:rPr>
              <a:t>关键词</a:t>
            </a:r>
            <a:endParaRPr lang="zh-CN" altLang="en-US" sz="1350" dirty="0">
              <a:solidFill>
                <a:srgbClr val="FFF9E6"/>
              </a:solidFill>
              <a:latin typeface="微软雅黑" panose="020B0503020204020204" charset="-122"/>
              <a:ea typeface="微软雅黑" panose="020B0503020204020204" charset="-122"/>
            </a:endParaRPr>
          </a:p>
        </p:txBody>
      </p:sp>
      <p:sp>
        <p:nvSpPr>
          <p:cNvPr id="42" name="文本框 29"/>
          <p:cNvSpPr txBox="1"/>
          <p:nvPr/>
        </p:nvSpPr>
        <p:spPr>
          <a:xfrm>
            <a:off x="2592258" y="2094159"/>
            <a:ext cx="640080" cy="275590"/>
          </a:xfrm>
          <a:prstGeom prst="rect">
            <a:avLst/>
          </a:prstGeom>
          <a:noFill/>
        </p:spPr>
        <p:txBody>
          <a:bodyPr wrap="none" rtlCol="0">
            <a:spAutoFit/>
          </a:bodyPr>
          <a:lstStyle/>
          <a:p>
            <a:pPr algn="ctr"/>
            <a:r>
              <a:rPr lang="zh-CN" altLang="en-US" sz="1200" dirty="0">
                <a:solidFill>
                  <a:srgbClr val="FFF9E6"/>
                </a:solidFill>
                <a:latin typeface="微软雅黑" panose="020B0503020204020204" charset="-122"/>
                <a:ea typeface="微软雅黑" panose="020B0503020204020204" charset="-122"/>
              </a:rPr>
              <a:t>关键词</a:t>
            </a:r>
            <a:endParaRPr lang="zh-CN" altLang="en-US" sz="1200" dirty="0">
              <a:solidFill>
                <a:srgbClr val="FFF9E6"/>
              </a:solidFill>
              <a:latin typeface="微软雅黑" panose="020B0503020204020204" charset="-122"/>
              <a:ea typeface="微软雅黑" panose="020B0503020204020204" charset="-122"/>
            </a:endParaRPr>
          </a:p>
        </p:txBody>
      </p:sp>
      <p:sp>
        <p:nvSpPr>
          <p:cNvPr id="43" name="文本框 30"/>
          <p:cNvSpPr txBox="1"/>
          <p:nvPr/>
        </p:nvSpPr>
        <p:spPr>
          <a:xfrm>
            <a:off x="1246138" y="2806243"/>
            <a:ext cx="640080" cy="275590"/>
          </a:xfrm>
          <a:prstGeom prst="rect">
            <a:avLst/>
          </a:prstGeom>
          <a:noFill/>
        </p:spPr>
        <p:txBody>
          <a:bodyPr wrap="none" rtlCol="0">
            <a:spAutoFit/>
          </a:bodyPr>
          <a:lstStyle/>
          <a:p>
            <a:pPr algn="ctr"/>
            <a:r>
              <a:rPr lang="zh-CN" altLang="en-US" sz="1200" dirty="0">
                <a:solidFill>
                  <a:srgbClr val="FFF9E6"/>
                </a:solidFill>
                <a:latin typeface="微软雅黑" panose="020B0503020204020204" charset="-122"/>
                <a:ea typeface="微软雅黑" panose="020B0503020204020204" charset="-122"/>
              </a:rPr>
              <a:t>关键词</a:t>
            </a:r>
            <a:endParaRPr lang="zh-CN" altLang="en-US" sz="1200" dirty="0">
              <a:solidFill>
                <a:srgbClr val="FFF9E6"/>
              </a:solidFill>
              <a:latin typeface="微软雅黑" panose="020B0503020204020204" charset="-122"/>
              <a:ea typeface="微软雅黑" panose="020B0503020204020204" charset="-122"/>
            </a:endParaRPr>
          </a:p>
        </p:txBody>
      </p:sp>
      <p:sp>
        <p:nvSpPr>
          <p:cNvPr id="44" name="文本框 31"/>
          <p:cNvSpPr txBox="1"/>
          <p:nvPr/>
        </p:nvSpPr>
        <p:spPr>
          <a:xfrm>
            <a:off x="1742971" y="2284432"/>
            <a:ext cx="525780" cy="229870"/>
          </a:xfrm>
          <a:prstGeom prst="rect">
            <a:avLst/>
          </a:prstGeom>
          <a:noFill/>
        </p:spPr>
        <p:txBody>
          <a:bodyPr wrap="none" rtlCol="0">
            <a:spAutoFit/>
          </a:bodyPr>
          <a:lstStyle/>
          <a:p>
            <a:pPr algn="ctr"/>
            <a:r>
              <a:rPr lang="zh-CN" altLang="en-US" sz="900" dirty="0">
                <a:solidFill>
                  <a:srgbClr val="FFF9E6"/>
                </a:solidFill>
                <a:latin typeface="微软雅黑" panose="020B0503020204020204" charset="-122"/>
                <a:ea typeface="微软雅黑" panose="020B0503020204020204" charset="-122"/>
              </a:rPr>
              <a:t>关键词</a:t>
            </a:r>
            <a:endParaRPr lang="zh-CN" altLang="en-US" sz="900" dirty="0">
              <a:solidFill>
                <a:srgbClr val="FFF9E6"/>
              </a:solidFill>
              <a:latin typeface="微软雅黑" panose="020B0503020204020204" charset="-122"/>
              <a:ea typeface="微软雅黑" panose="020B0503020204020204" charset="-122"/>
            </a:endParaRPr>
          </a:p>
        </p:txBody>
      </p:sp>
      <p:sp>
        <p:nvSpPr>
          <p:cNvPr id="45" name="文本框 32"/>
          <p:cNvSpPr txBox="1"/>
          <p:nvPr/>
        </p:nvSpPr>
        <p:spPr>
          <a:xfrm>
            <a:off x="3048636" y="2752530"/>
            <a:ext cx="640080" cy="275590"/>
          </a:xfrm>
          <a:prstGeom prst="rect">
            <a:avLst/>
          </a:prstGeom>
          <a:noFill/>
        </p:spPr>
        <p:txBody>
          <a:bodyPr wrap="none" rtlCol="0">
            <a:spAutoFit/>
          </a:bodyPr>
          <a:lstStyle/>
          <a:p>
            <a:pPr algn="ctr"/>
            <a:r>
              <a:rPr lang="zh-CN" altLang="en-US" sz="1200" dirty="0">
                <a:solidFill>
                  <a:srgbClr val="FFF9E6"/>
                </a:solidFill>
                <a:latin typeface="微软雅黑" panose="020B0503020204020204" charset="-122"/>
                <a:ea typeface="微软雅黑" panose="020B0503020204020204" charset="-122"/>
              </a:rPr>
              <a:t>关键词</a:t>
            </a:r>
            <a:endParaRPr lang="zh-CN" altLang="en-US" sz="1200" dirty="0">
              <a:solidFill>
                <a:srgbClr val="FFF9E6"/>
              </a:solidFill>
              <a:latin typeface="微软雅黑" panose="020B0503020204020204" charset="-122"/>
              <a:ea typeface="微软雅黑" panose="020B0503020204020204" charset="-122"/>
            </a:endParaRPr>
          </a:p>
        </p:txBody>
      </p:sp>
      <p:sp>
        <p:nvSpPr>
          <p:cNvPr id="46" name="矩形 45" descr="e7d195523061f1c003d7160bb3852330e69e1b47c664ea0314E9593E18313AD830F940F1AC53C40C0B8B3D93D4DFF44B590F8D4A945ADE53F5D61968231FCAE157B0D7022AA0681C03E9FB4B1E3862D0C13C109685D0C1F9D9ACA5E10B258C1727924FC3FC0E61468152E413AFD3EDAA03A1BA0B768D2D39A9D26D6009DD7E2AED15C90B1EA11F84"/>
          <p:cNvSpPr/>
          <p:nvPr/>
        </p:nvSpPr>
        <p:spPr>
          <a:xfrm>
            <a:off x="1092835" y="1046480"/>
            <a:ext cx="6958330" cy="3830955"/>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50000"/>
              </a:lnSpc>
            </a:pPr>
            <a:r>
              <a:rPr lang="zh-CN" altLang="en-US" dirty="0">
                <a:solidFill>
                  <a:schemeClr val="tx1"/>
                </a:solidFill>
                <a:latin typeface="+mn-ea"/>
                <a:cs typeface="+mn-ea"/>
              </a:rPr>
              <a:t>测试用例执行结果可以从覆盖率、执行率、通过率等几个方面进行分析和考察。测试用例覆盖率是指测试用例覆盖的功能与测试需求功能的比值；测试用例执行率是指已执行的测试用例数与测试用例总数的比值；测试用例通过率是指成功执行的测试用例数与测试用例总数的比值。 </a:t>
            </a:r>
            <a:endParaRPr lang="zh-CN" altLang="en-US" dirty="0">
              <a:solidFill>
                <a:schemeClr val="tx1"/>
              </a:solidFill>
              <a:latin typeface="+mn-ea"/>
              <a:cs typeface="+mn-ea"/>
            </a:endParaRPr>
          </a:p>
          <a:p>
            <a:pPr indent="457200" fontAlgn="auto">
              <a:lnSpc>
                <a:spcPct val="150000"/>
              </a:lnSpc>
            </a:pPr>
            <a:r>
              <a:rPr lang="zh-CN" altLang="en-US" dirty="0">
                <a:solidFill>
                  <a:schemeClr val="tx1"/>
                </a:solidFill>
                <a:latin typeface="+mn-ea"/>
                <a:cs typeface="+mn-ea"/>
              </a:rPr>
              <a:t>测试用例的覆盖率需要达到100%；测试用例执行率是衡量测试效率的因素，一般说来，在测试完成时测试用例的执行率也需要达到100%；测试用例通过率是衡量用例本身设计质量和被测软件质量的因素。</a:t>
            </a:r>
            <a:endParaRPr lang="zh-CN" altLang="en-US" dirty="0">
              <a:solidFill>
                <a:schemeClr val="tx1"/>
              </a:solidFill>
              <a:latin typeface="+mn-ea"/>
              <a:cs typeface="+mn-ea"/>
            </a:endParaRPr>
          </a:p>
        </p:txBody>
      </p:sp>
      <p:sp>
        <p:nvSpPr>
          <p:cNvPr id="47" name="文本框 34"/>
          <p:cNvSpPr txBox="1"/>
          <p:nvPr/>
        </p:nvSpPr>
        <p:spPr>
          <a:xfrm>
            <a:off x="3308350" y="538480"/>
            <a:ext cx="2781300" cy="368300"/>
          </a:xfrm>
          <a:prstGeom prst="rect">
            <a:avLst/>
          </a:prstGeom>
          <a:noFill/>
        </p:spPr>
        <p:txBody>
          <a:bodyPr wrap="square" rtlCol="0">
            <a:spAutoFit/>
          </a:bodyPr>
          <a:lstStyle/>
          <a:p>
            <a:r>
              <a:rPr lang="en-US" altLang="zh-CN" dirty="0">
                <a:solidFill>
                  <a:schemeClr val="bg1"/>
                </a:solidFill>
                <a:latin typeface="微软雅黑" panose="020B0503020204020204" charset="-122"/>
                <a:ea typeface="微软雅黑" panose="020B0503020204020204" charset="-122"/>
              </a:rPr>
              <a:t>2.</a:t>
            </a:r>
            <a:r>
              <a:rPr lang="zh-CN" altLang="en-US" dirty="0">
                <a:solidFill>
                  <a:schemeClr val="bg1"/>
                </a:solidFill>
                <a:latin typeface="微软雅黑" panose="020B0503020204020204" charset="-122"/>
                <a:ea typeface="微软雅黑" panose="020B0503020204020204" charset="-122"/>
              </a:rPr>
              <a:t>测试用例执行结果分析</a:t>
            </a:r>
            <a:endParaRPr lang="zh-CN" altLang="en-US" dirty="0">
              <a:solidFill>
                <a:schemeClr val="bg1"/>
              </a:solidFill>
              <a:latin typeface="微软雅黑" panose="020B0503020204020204" charset="-122"/>
              <a:ea typeface="微软雅黑" panose="020B0503020204020204" charset="-122"/>
            </a:endParaRPr>
          </a:p>
        </p:txBody>
      </p:sp>
    </p:spTree>
  </p:cSld>
  <p:clrMapOvr>
    <a:masterClrMapping/>
  </p:clrMapOvr>
  <p:transition advTm="1872">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40"/>
                                        </p:tgtEl>
                                        <p:attrNameLst>
                                          <p:attrName>style.visibility</p:attrName>
                                        </p:attrNameLst>
                                      </p:cBhvr>
                                      <p:to>
                                        <p:strVal val="visible"/>
                                      </p:to>
                                    </p:set>
                                    <p:anim calcmode="lin" valueType="num">
                                      <p:cBhvr additive="base">
                                        <p:cTn id="7" dur="500" fill="hold"/>
                                        <p:tgtEl>
                                          <p:spTgt spid="40"/>
                                        </p:tgtEl>
                                        <p:attrNameLst>
                                          <p:attrName>ppt_x</p:attrName>
                                        </p:attrNameLst>
                                      </p:cBhvr>
                                      <p:tavLst>
                                        <p:tav tm="0">
                                          <p:val>
                                            <p:strVal val="#ppt_x"/>
                                          </p:val>
                                        </p:tav>
                                        <p:tav tm="100000">
                                          <p:val>
                                            <p:strVal val="#ppt_x"/>
                                          </p:val>
                                        </p:tav>
                                      </p:tavLst>
                                    </p:anim>
                                    <p:anim calcmode="lin" valueType="num">
                                      <p:cBhvr additive="base">
                                        <p:cTn id="8" dur="500" fill="hold"/>
                                        <p:tgtEl>
                                          <p:spTgt spid="40"/>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1"/>
                                        </p:tgtEl>
                                        <p:attrNameLst>
                                          <p:attrName>style.visibility</p:attrName>
                                        </p:attrNameLst>
                                      </p:cBhvr>
                                      <p:to>
                                        <p:strVal val="visible"/>
                                      </p:to>
                                    </p:set>
                                    <p:anim calcmode="lin" valueType="num">
                                      <p:cBhvr additive="base">
                                        <p:cTn id="11" dur="500" fill="hold"/>
                                        <p:tgtEl>
                                          <p:spTgt spid="41"/>
                                        </p:tgtEl>
                                        <p:attrNameLst>
                                          <p:attrName>ppt_x</p:attrName>
                                        </p:attrNameLst>
                                      </p:cBhvr>
                                      <p:tavLst>
                                        <p:tav tm="0">
                                          <p:val>
                                            <p:strVal val="#ppt_x"/>
                                          </p:val>
                                        </p:tav>
                                        <p:tav tm="100000">
                                          <p:val>
                                            <p:strVal val="#ppt_x"/>
                                          </p:val>
                                        </p:tav>
                                      </p:tavLst>
                                    </p:anim>
                                    <p:anim calcmode="lin" valueType="num">
                                      <p:cBhvr additive="base">
                                        <p:cTn id="12" dur="500" fill="hold"/>
                                        <p:tgtEl>
                                          <p:spTgt spid="41"/>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42"/>
                                        </p:tgtEl>
                                        <p:attrNameLst>
                                          <p:attrName>style.visibility</p:attrName>
                                        </p:attrNameLst>
                                      </p:cBhvr>
                                      <p:to>
                                        <p:strVal val="visible"/>
                                      </p:to>
                                    </p:set>
                                    <p:anim calcmode="lin" valueType="num">
                                      <p:cBhvr additive="base">
                                        <p:cTn id="15" dur="500" fill="hold"/>
                                        <p:tgtEl>
                                          <p:spTgt spid="42"/>
                                        </p:tgtEl>
                                        <p:attrNameLst>
                                          <p:attrName>ppt_x</p:attrName>
                                        </p:attrNameLst>
                                      </p:cBhvr>
                                      <p:tavLst>
                                        <p:tav tm="0">
                                          <p:val>
                                            <p:strVal val="#ppt_x"/>
                                          </p:val>
                                        </p:tav>
                                        <p:tav tm="100000">
                                          <p:val>
                                            <p:strVal val="#ppt_x"/>
                                          </p:val>
                                        </p:tav>
                                      </p:tavLst>
                                    </p:anim>
                                    <p:anim calcmode="lin" valueType="num">
                                      <p:cBhvr additive="base">
                                        <p:cTn id="16" dur="500" fill="hold"/>
                                        <p:tgtEl>
                                          <p:spTgt spid="42"/>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43"/>
                                        </p:tgtEl>
                                        <p:attrNameLst>
                                          <p:attrName>style.visibility</p:attrName>
                                        </p:attrNameLst>
                                      </p:cBhvr>
                                      <p:to>
                                        <p:strVal val="visible"/>
                                      </p:to>
                                    </p:set>
                                    <p:anim calcmode="lin" valueType="num">
                                      <p:cBhvr additive="base">
                                        <p:cTn id="19" dur="500" fill="hold"/>
                                        <p:tgtEl>
                                          <p:spTgt spid="43"/>
                                        </p:tgtEl>
                                        <p:attrNameLst>
                                          <p:attrName>ppt_x</p:attrName>
                                        </p:attrNameLst>
                                      </p:cBhvr>
                                      <p:tavLst>
                                        <p:tav tm="0">
                                          <p:val>
                                            <p:strVal val="#ppt_x"/>
                                          </p:val>
                                        </p:tav>
                                        <p:tav tm="100000">
                                          <p:val>
                                            <p:strVal val="#ppt_x"/>
                                          </p:val>
                                        </p:tav>
                                      </p:tavLst>
                                    </p:anim>
                                    <p:anim calcmode="lin" valueType="num">
                                      <p:cBhvr additive="base">
                                        <p:cTn id="20" dur="500" fill="hold"/>
                                        <p:tgtEl>
                                          <p:spTgt spid="43"/>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44"/>
                                        </p:tgtEl>
                                        <p:attrNameLst>
                                          <p:attrName>style.visibility</p:attrName>
                                        </p:attrNameLst>
                                      </p:cBhvr>
                                      <p:to>
                                        <p:strVal val="visible"/>
                                      </p:to>
                                    </p:set>
                                    <p:anim calcmode="lin" valueType="num">
                                      <p:cBhvr additive="base">
                                        <p:cTn id="23" dur="500" fill="hold"/>
                                        <p:tgtEl>
                                          <p:spTgt spid="44"/>
                                        </p:tgtEl>
                                        <p:attrNameLst>
                                          <p:attrName>ppt_x</p:attrName>
                                        </p:attrNameLst>
                                      </p:cBhvr>
                                      <p:tavLst>
                                        <p:tav tm="0">
                                          <p:val>
                                            <p:strVal val="#ppt_x"/>
                                          </p:val>
                                        </p:tav>
                                        <p:tav tm="100000">
                                          <p:val>
                                            <p:strVal val="#ppt_x"/>
                                          </p:val>
                                        </p:tav>
                                      </p:tavLst>
                                    </p:anim>
                                    <p:anim calcmode="lin" valueType="num">
                                      <p:cBhvr additive="base">
                                        <p:cTn id="24" dur="500" fill="hold"/>
                                        <p:tgtEl>
                                          <p:spTgt spid="44"/>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45"/>
                                        </p:tgtEl>
                                        <p:attrNameLst>
                                          <p:attrName>style.visibility</p:attrName>
                                        </p:attrNameLst>
                                      </p:cBhvr>
                                      <p:to>
                                        <p:strVal val="visible"/>
                                      </p:to>
                                    </p:set>
                                    <p:anim calcmode="lin" valueType="num">
                                      <p:cBhvr additive="base">
                                        <p:cTn id="27" dur="500" fill="hold"/>
                                        <p:tgtEl>
                                          <p:spTgt spid="45"/>
                                        </p:tgtEl>
                                        <p:attrNameLst>
                                          <p:attrName>ppt_x</p:attrName>
                                        </p:attrNameLst>
                                      </p:cBhvr>
                                      <p:tavLst>
                                        <p:tav tm="0">
                                          <p:val>
                                            <p:strVal val="#ppt_x"/>
                                          </p:val>
                                        </p:tav>
                                        <p:tav tm="100000">
                                          <p:val>
                                            <p:strVal val="#ppt_x"/>
                                          </p:val>
                                        </p:tav>
                                      </p:tavLst>
                                    </p:anim>
                                    <p:anim calcmode="lin" valueType="num">
                                      <p:cBhvr additive="base">
                                        <p:cTn id="28" dur="500" fill="hold"/>
                                        <p:tgtEl>
                                          <p:spTgt spid="45"/>
                                        </p:tgtEl>
                                        <p:attrNameLst>
                                          <p:attrName>ppt_y</p:attrName>
                                        </p:attrNameLst>
                                      </p:cBhvr>
                                      <p:tavLst>
                                        <p:tav tm="0">
                                          <p:val>
                                            <p:strVal val="1+#ppt_h/2"/>
                                          </p:val>
                                        </p:tav>
                                        <p:tav tm="100000">
                                          <p:val>
                                            <p:strVal val="#ppt_y"/>
                                          </p:val>
                                        </p:tav>
                                      </p:tavLst>
                                    </p:anim>
                                  </p:childTnLst>
                                </p:cTn>
                              </p:par>
                            </p:childTnLst>
                          </p:cTn>
                        </p:par>
                        <p:par>
                          <p:cTn id="29" fill="hold">
                            <p:stCondLst>
                              <p:cond delay="500"/>
                            </p:stCondLst>
                            <p:childTnLst>
                              <p:par>
                                <p:cTn id="30" presetID="12" presetClass="entr" presetSubtype="8" fill="hold" grpId="0" nodeType="afterEffect">
                                  <p:stCondLst>
                                    <p:cond delay="0"/>
                                  </p:stCondLst>
                                  <p:childTnLst>
                                    <p:set>
                                      <p:cBhvr>
                                        <p:cTn id="31" dur="1" fill="hold">
                                          <p:stCondLst>
                                            <p:cond delay="0"/>
                                          </p:stCondLst>
                                        </p:cTn>
                                        <p:tgtEl>
                                          <p:spTgt spid="26"/>
                                        </p:tgtEl>
                                        <p:attrNameLst>
                                          <p:attrName>style.visibility</p:attrName>
                                        </p:attrNameLst>
                                      </p:cBhvr>
                                      <p:to>
                                        <p:strVal val="visible"/>
                                      </p:to>
                                    </p:set>
                                    <p:anim calcmode="lin" valueType="num">
                                      <p:cBhvr additive="base">
                                        <p:cTn id="32" dur="750"/>
                                        <p:tgtEl>
                                          <p:spTgt spid="26"/>
                                        </p:tgtEl>
                                        <p:attrNameLst>
                                          <p:attrName>ppt_x</p:attrName>
                                        </p:attrNameLst>
                                      </p:cBhvr>
                                      <p:tavLst>
                                        <p:tav tm="0">
                                          <p:val>
                                            <p:strVal val="#ppt_x-#ppt_w*1.125000"/>
                                          </p:val>
                                        </p:tav>
                                        <p:tav tm="100000">
                                          <p:val>
                                            <p:strVal val="#ppt_x"/>
                                          </p:val>
                                        </p:tav>
                                      </p:tavLst>
                                    </p:anim>
                                    <p:animEffect transition="in" filter="wipe(right)">
                                      <p:cBhvr>
                                        <p:cTn id="33" dur="750"/>
                                        <p:tgtEl>
                                          <p:spTgt spid="26"/>
                                        </p:tgtEl>
                                      </p:cBhvr>
                                    </p:animEffect>
                                  </p:childTnLst>
                                </p:cTn>
                              </p:par>
                              <p:par>
                                <p:cTn id="34" presetID="12" presetClass="entr" presetSubtype="8" fill="hold" grpId="0" nodeType="withEffect">
                                  <p:stCondLst>
                                    <p:cond delay="0"/>
                                  </p:stCondLst>
                                  <p:childTnLst>
                                    <p:set>
                                      <p:cBhvr>
                                        <p:cTn id="35" dur="1" fill="hold">
                                          <p:stCondLst>
                                            <p:cond delay="0"/>
                                          </p:stCondLst>
                                        </p:cTn>
                                        <p:tgtEl>
                                          <p:spTgt spid="46"/>
                                        </p:tgtEl>
                                        <p:attrNameLst>
                                          <p:attrName>style.visibility</p:attrName>
                                        </p:attrNameLst>
                                      </p:cBhvr>
                                      <p:to>
                                        <p:strVal val="visible"/>
                                      </p:to>
                                    </p:set>
                                    <p:anim calcmode="lin" valueType="num">
                                      <p:cBhvr additive="base">
                                        <p:cTn id="36" dur="750"/>
                                        <p:tgtEl>
                                          <p:spTgt spid="46"/>
                                        </p:tgtEl>
                                        <p:attrNameLst>
                                          <p:attrName>ppt_x</p:attrName>
                                        </p:attrNameLst>
                                      </p:cBhvr>
                                      <p:tavLst>
                                        <p:tav tm="0">
                                          <p:val>
                                            <p:strVal val="#ppt_x-#ppt_w*1.125000"/>
                                          </p:val>
                                        </p:tav>
                                        <p:tav tm="100000">
                                          <p:val>
                                            <p:strVal val="#ppt_x"/>
                                          </p:val>
                                        </p:tav>
                                      </p:tavLst>
                                    </p:anim>
                                    <p:animEffect transition="in" filter="wipe(right)">
                                      <p:cBhvr>
                                        <p:cTn id="37" dur="750"/>
                                        <p:tgtEl>
                                          <p:spTgt spid="46"/>
                                        </p:tgtEl>
                                      </p:cBhvr>
                                    </p:animEffect>
                                  </p:childTnLst>
                                </p:cTn>
                              </p:par>
                              <p:par>
                                <p:cTn id="38" presetID="12" presetClass="entr" presetSubtype="8" fill="hold" grpId="0" nodeType="withEffect">
                                  <p:stCondLst>
                                    <p:cond delay="0"/>
                                  </p:stCondLst>
                                  <p:childTnLst>
                                    <p:set>
                                      <p:cBhvr>
                                        <p:cTn id="39" dur="1" fill="hold">
                                          <p:stCondLst>
                                            <p:cond delay="0"/>
                                          </p:stCondLst>
                                        </p:cTn>
                                        <p:tgtEl>
                                          <p:spTgt spid="47"/>
                                        </p:tgtEl>
                                        <p:attrNameLst>
                                          <p:attrName>style.visibility</p:attrName>
                                        </p:attrNameLst>
                                      </p:cBhvr>
                                      <p:to>
                                        <p:strVal val="visible"/>
                                      </p:to>
                                    </p:set>
                                    <p:anim calcmode="lin" valueType="num">
                                      <p:cBhvr additive="base">
                                        <p:cTn id="40" dur="750"/>
                                        <p:tgtEl>
                                          <p:spTgt spid="47"/>
                                        </p:tgtEl>
                                        <p:attrNameLst>
                                          <p:attrName>ppt_x</p:attrName>
                                        </p:attrNameLst>
                                      </p:cBhvr>
                                      <p:tavLst>
                                        <p:tav tm="0">
                                          <p:val>
                                            <p:strVal val="#ppt_x-#ppt_w*1.125000"/>
                                          </p:val>
                                        </p:tav>
                                        <p:tav tm="100000">
                                          <p:val>
                                            <p:strVal val="#ppt_x"/>
                                          </p:val>
                                        </p:tav>
                                      </p:tavLst>
                                    </p:anim>
                                    <p:animEffect transition="in" filter="wipe(right)">
                                      <p:cBhvr>
                                        <p:cTn id="41" dur="75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bldLvl="0" animBg="1"/>
      <p:bldP spid="40" grpId="0"/>
      <p:bldP spid="41" grpId="0"/>
      <p:bldP spid="42" grpId="0"/>
      <p:bldP spid="43" grpId="0"/>
      <p:bldP spid="44" grpId="0"/>
      <p:bldP spid="45" grpId="0"/>
      <p:bldP spid="46" grpId="0"/>
      <p:bldP spid="47"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等腰三角形 22"/>
          <p:cNvSpPr/>
          <p:nvPr/>
        </p:nvSpPr>
        <p:spPr>
          <a:xfrm rot="5400000">
            <a:off x="-266176" y="1195691"/>
            <a:ext cx="2109560" cy="1576305"/>
          </a:xfrm>
          <a:prstGeom prst="triangle">
            <a:avLst/>
          </a:prstGeom>
          <a:solidFill>
            <a:schemeClr val="accent4">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2934453" y="2163309"/>
            <a:ext cx="2926080" cy="645160"/>
          </a:xfrm>
          <a:prstGeom prst="rect">
            <a:avLst/>
          </a:prstGeom>
          <a:noFill/>
        </p:spPr>
        <p:txBody>
          <a:bodyPr wrap="none" rtlCol="0">
            <a:spAutoFit/>
          </a:bodyPr>
          <a:lstStyle/>
          <a:p>
            <a:pPr algn="l"/>
            <a:r>
              <a:rPr lang="zh-CN" altLang="en-US" sz="3600" dirty="0">
                <a:solidFill>
                  <a:schemeClr val="tx1">
                    <a:lumMod val="75000"/>
                    <a:lumOff val="25000"/>
                  </a:schemeClr>
                </a:solidFill>
                <a:latin typeface="微软雅黑" panose="020B0503020204020204" charset="-122"/>
                <a:ea typeface="微软雅黑" panose="020B0503020204020204" charset="-122"/>
              </a:rPr>
              <a:t>测试用例维护</a:t>
            </a:r>
            <a:endParaRPr lang="zh-CN" altLang="en-US" sz="3600" dirty="0">
              <a:solidFill>
                <a:schemeClr val="tx1">
                  <a:lumMod val="75000"/>
                  <a:lumOff val="25000"/>
                </a:schemeClr>
              </a:solidFill>
              <a:latin typeface="微软雅黑" panose="020B0503020204020204" charset="-122"/>
              <a:ea typeface="微软雅黑" panose="020B0503020204020204" charset="-122"/>
            </a:endParaRPr>
          </a:p>
        </p:txBody>
      </p:sp>
      <p:sp>
        <p:nvSpPr>
          <p:cNvPr id="22" name="等腰三角形 21"/>
          <p:cNvSpPr/>
          <p:nvPr/>
        </p:nvSpPr>
        <p:spPr>
          <a:xfrm rot="16200000" flipH="1">
            <a:off x="7788560" y="1992337"/>
            <a:ext cx="1552056" cy="1159727"/>
          </a:xfrm>
          <a:prstGeom prst="triangle">
            <a:avLst/>
          </a:prstGeom>
          <a:solidFill>
            <a:schemeClr val="accent2">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等腰三角形 20"/>
          <p:cNvSpPr/>
          <p:nvPr/>
        </p:nvSpPr>
        <p:spPr>
          <a:xfrm rot="5400000">
            <a:off x="-327381" y="1746389"/>
            <a:ext cx="2593802" cy="1938140"/>
          </a:xfrm>
          <a:prstGeom prst="triangle">
            <a:avLst/>
          </a:prstGeom>
          <a:solidFill>
            <a:schemeClr val="accent5">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35946" y="2163202"/>
            <a:ext cx="1254760" cy="1198880"/>
          </a:xfrm>
          <a:prstGeom prst="rect">
            <a:avLst/>
          </a:prstGeom>
          <a:noFill/>
        </p:spPr>
        <p:txBody>
          <a:bodyPr wrap="none" rtlCol="0">
            <a:spAutoFit/>
          </a:bodyPr>
          <a:lstStyle/>
          <a:p>
            <a:r>
              <a:rPr lang="en-US" altLang="zh-CN" sz="7200" dirty="0">
                <a:solidFill>
                  <a:schemeClr val="bg1"/>
                </a:solidFill>
                <a:latin typeface="微软雅黑" panose="020B0503020204020204" charset="-122"/>
                <a:ea typeface="微软雅黑" panose="020B0503020204020204" charset="-122"/>
              </a:rPr>
              <a:t>04</a:t>
            </a:r>
            <a:endParaRPr lang="zh-CN" altLang="en-US" sz="7200" dirty="0">
              <a:solidFill>
                <a:schemeClr val="bg1"/>
              </a:solidFill>
              <a:latin typeface="微软雅黑" panose="020B0503020204020204" charset="-122"/>
              <a:ea typeface="微软雅黑" panose="020B0503020204020204" charset="-122"/>
            </a:endParaRPr>
          </a:p>
        </p:txBody>
      </p:sp>
    </p:spTree>
  </p:cSld>
  <p:clrMapOvr>
    <a:masterClrMapping/>
  </p:clrMapOvr>
  <p:transition advTm="1778">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3"/>
                                        </p:tgtEl>
                                        <p:attrNameLst>
                                          <p:attrName>style.visibility</p:attrName>
                                        </p:attrNameLst>
                                      </p:cBhvr>
                                      <p:to>
                                        <p:strVal val="visible"/>
                                      </p:to>
                                    </p:set>
                                    <p:anim calcmode="lin" valueType="num">
                                      <p:cBhvr>
                                        <p:cTn id="7" dur="500" fill="hold"/>
                                        <p:tgtEl>
                                          <p:spTgt spid="23"/>
                                        </p:tgtEl>
                                        <p:attrNameLst>
                                          <p:attrName>ppt_w</p:attrName>
                                        </p:attrNameLst>
                                      </p:cBhvr>
                                      <p:tavLst>
                                        <p:tav tm="0">
                                          <p:val>
                                            <p:fltVal val="0"/>
                                          </p:val>
                                        </p:tav>
                                        <p:tav tm="100000">
                                          <p:val>
                                            <p:strVal val="#ppt_w"/>
                                          </p:val>
                                        </p:tav>
                                      </p:tavLst>
                                    </p:anim>
                                    <p:anim calcmode="lin" valueType="num">
                                      <p:cBhvr>
                                        <p:cTn id="8" dur="500" fill="hold"/>
                                        <p:tgtEl>
                                          <p:spTgt spid="23"/>
                                        </p:tgtEl>
                                        <p:attrNameLst>
                                          <p:attrName>ppt_h</p:attrName>
                                        </p:attrNameLst>
                                      </p:cBhvr>
                                      <p:tavLst>
                                        <p:tav tm="0">
                                          <p:val>
                                            <p:fltVal val="0"/>
                                          </p:val>
                                        </p:tav>
                                        <p:tav tm="100000">
                                          <p:val>
                                            <p:strVal val="#ppt_h"/>
                                          </p:val>
                                        </p:tav>
                                      </p:tavLst>
                                    </p:anim>
                                    <p:animEffect transition="in" filter="fade">
                                      <p:cBhvr>
                                        <p:cTn id="9" dur="500"/>
                                        <p:tgtEl>
                                          <p:spTgt spid="23"/>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22"/>
                                        </p:tgtEl>
                                        <p:attrNameLst>
                                          <p:attrName>style.visibility</p:attrName>
                                        </p:attrNameLst>
                                      </p:cBhvr>
                                      <p:to>
                                        <p:strVal val="visible"/>
                                      </p:to>
                                    </p:set>
                                    <p:anim calcmode="lin" valueType="num">
                                      <p:cBhvr>
                                        <p:cTn id="12" dur="500" fill="hold"/>
                                        <p:tgtEl>
                                          <p:spTgt spid="22"/>
                                        </p:tgtEl>
                                        <p:attrNameLst>
                                          <p:attrName>ppt_w</p:attrName>
                                        </p:attrNameLst>
                                      </p:cBhvr>
                                      <p:tavLst>
                                        <p:tav tm="0">
                                          <p:val>
                                            <p:fltVal val="0"/>
                                          </p:val>
                                        </p:tav>
                                        <p:tav tm="100000">
                                          <p:val>
                                            <p:strVal val="#ppt_w"/>
                                          </p:val>
                                        </p:tav>
                                      </p:tavLst>
                                    </p:anim>
                                    <p:anim calcmode="lin" valueType="num">
                                      <p:cBhvr>
                                        <p:cTn id="13" dur="500" fill="hold"/>
                                        <p:tgtEl>
                                          <p:spTgt spid="22"/>
                                        </p:tgtEl>
                                        <p:attrNameLst>
                                          <p:attrName>ppt_h</p:attrName>
                                        </p:attrNameLst>
                                      </p:cBhvr>
                                      <p:tavLst>
                                        <p:tav tm="0">
                                          <p:val>
                                            <p:fltVal val="0"/>
                                          </p:val>
                                        </p:tav>
                                        <p:tav tm="100000">
                                          <p:val>
                                            <p:strVal val="#ppt_h"/>
                                          </p:val>
                                        </p:tav>
                                      </p:tavLst>
                                    </p:anim>
                                    <p:animEffect transition="in" filter="fade">
                                      <p:cBhvr>
                                        <p:cTn id="14" dur="500"/>
                                        <p:tgtEl>
                                          <p:spTgt spid="22"/>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21"/>
                                        </p:tgtEl>
                                        <p:attrNameLst>
                                          <p:attrName>style.visibility</p:attrName>
                                        </p:attrNameLst>
                                      </p:cBhvr>
                                      <p:to>
                                        <p:strVal val="visible"/>
                                      </p:to>
                                    </p:set>
                                    <p:anim calcmode="lin" valueType="num">
                                      <p:cBhvr>
                                        <p:cTn id="17" dur="500" fill="hold"/>
                                        <p:tgtEl>
                                          <p:spTgt spid="21"/>
                                        </p:tgtEl>
                                        <p:attrNameLst>
                                          <p:attrName>ppt_w</p:attrName>
                                        </p:attrNameLst>
                                      </p:cBhvr>
                                      <p:tavLst>
                                        <p:tav tm="0">
                                          <p:val>
                                            <p:fltVal val="0"/>
                                          </p:val>
                                        </p:tav>
                                        <p:tav tm="100000">
                                          <p:val>
                                            <p:strVal val="#ppt_w"/>
                                          </p:val>
                                        </p:tav>
                                      </p:tavLst>
                                    </p:anim>
                                    <p:anim calcmode="lin" valueType="num">
                                      <p:cBhvr>
                                        <p:cTn id="18" dur="500" fill="hold"/>
                                        <p:tgtEl>
                                          <p:spTgt spid="21"/>
                                        </p:tgtEl>
                                        <p:attrNameLst>
                                          <p:attrName>ppt_h</p:attrName>
                                        </p:attrNameLst>
                                      </p:cBhvr>
                                      <p:tavLst>
                                        <p:tav tm="0">
                                          <p:val>
                                            <p:fltVal val="0"/>
                                          </p:val>
                                        </p:tav>
                                        <p:tav tm="100000">
                                          <p:val>
                                            <p:strVal val="#ppt_h"/>
                                          </p:val>
                                        </p:tav>
                                      </p:tavLst>
                                    </p:anim>
                                    <p:animEffect transition="in" filter="fade">
                                      <p:cBhvr>
                                        <p:cTn id="19" dur="500"/>
                                        <p:tgtEl>
                                          <p:spTgt spid="21"/>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4"/>
                                        </p:tgtEl>
                                        <p:attrNameLst>
                                          <p:attrName>style.visibility</p:attrName>
                                        </p:attrNameLst>
                                      </p:cBhvr>
                                      <p:to>
                                        <p:strVal val="visible"/>
                                      </p:to>
                                    </p:set>
                                    <p:anim calcmode="lin" valueType="num">
                                      <p:cBhvr>
                                        <p:cTn id="22" dur="500" fill="hold"/>
                                        <p:tgtEl>
                                          <p:spTgt spid="4"/>
                                        </p:tgtEl>
                                        <p:attrNameLst>
                                          <p:attrName>ppt_w</p:attrName>
                                        </p:attrNameLst>
                                      </p:cBhvr>
                                      <p:tavLst>
                                        <p:tav tm="0">
                                          <p:val>
                                            <p:fltVal val="0"/>
                                          </p:val>
                                        </p:tav>
                                        <p:tav tm="100000">
                                          <p:val>
                                            <p:strVal val="#ppt_w"/>
                                          </p:val>
                                        </p:tav>
                                      </p:tavLst>
                                    </p:anim>
                                    <p:anim calcmode="lin" valueType="num">
                                      <p:cBhvr>
                                        <p:cTn id="23" dur="500" fill="hold"/>
                                        <p:tgtEl>
                                          <p:spTgt spid="4"/>
                                        </p:tgtEl>
                                        <p:attrNameLst>
                                          <p:attrName>ppt_h</p:attrName>
                                        </p:attrNameLst>
                                      </p:cBhvr>
                                      <p:tavLst>
                                        <p:tav tm="0">
                                          <p:val>
                                            <p:fltVal val="0"/>
                                          </p:val>
                                        </p:tav>
                                        <p:tav tm="100000">
                                          <p:val>
                                            <p:strVal val="#ppt_h"/>
                                          </p:val>
                                        </p:tav>
                                      </p:tavLst>
                                    </p:anim>
                                    <p:animEffect transition="in" filter="fade">
                                      <p:cBhvr>
                                        <p:cTn id="24" dur="500"/>
                                        <p:tgtEl>
                                          <p:spTgt spid="4"/>
                                        </p:tgtEl>
                                      </p:cBhvr>
                                    </p:animEffect>
                                  </p:childTnLst>
                                </p:cTn>
                              </p:par>
                            </p:childTnLst>
                          </p:cTn>
                        </p:par>
                        <p:par>
                          <p:cTn id="25" fill="hold">
                            <p:stCondLst>
                              <p:cond delay="500"/>
                            </p:stCondLst>
                            <p:childTnLst>
                              <p:par>
                                <p:cTn id="26" presetID="2" presetClass="entr" presetSubtype="8" fill="hold" grpId="0" nodeType="afterEffect">
                                  <p:stCondLst>
                                    <p:cond delay="0"/>
                                  </p:stCondLst>
                                  <p:childTnLst>
                                    <p:set>
                                      <p:cBhvr>
                                        <p:cTn id="27" dur="1" fill="hold">
                                          <p:stCondLst>
                                            <p:cond delay="0"/>
                                          </p:stCondLst>
                                        </p:cTn>
                                        <p:tgtEl>
                                          <p:spTgt spid="5"/>
                                        </p:tgtEl>
                                        <p:attrNameLst>
                                          <p:attrName>style.visibility</p:attrName>
                                        </p:attrNameLst>
                                      </p:cBhvr>
                                      <p:to>
                                        <p:strVal val="visible"/>
                                      </p:to>
                                    </p:set>
                                    <p:anim calcmode="lin" valueType="num">
                                      <p:cBhvr additive="base">
                                        <p:cTn id="28" dur="500" fill="hold"/>
                                        <p:tgtEl>
                                          <p:spTgt spid="5"/>
                                        </p:tgtEl>
                                        <p:attrNameLst>
                                          <p:attrName>ppt_x</p:attrName>
                                        </p:attrNameLst>
                                      </p:cBhvr>
                                      <p:tavLst>
                                        <p:tav tm="0">
                                          <p:val>
                                            <p:strVal val="0-#ppt_w/2"/>
                                          </p:val>
                                        </p:tav>
                                        <p:tav tm="100000">
                                          <p:val>
                                            <p:strVal val="#ppt_x"/>
                                          </p:val>
                                        </p:tav>
                                      </p:tavLst>
                                    </p:anim>
                                    <p:anim calcmode="lin" valueType="num">
                                      <p:cBhvr additive="base">
                                        <p:cTn id="29"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bldLvl="0" animBg="1"/>
      <p:bldP spid="5" grpId="0"/>
      <p:bldP spid="22" grpId="0" bldLvl="0" animBg="1"/>
      <p:bldP spid="21" grpId="0" bldLvl="0" animBg="1"/>
      <p:bldP spid="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矩形 77"/>
          <p:cNvSpPr/>
          <p:nvPr/>
        </p:nvSpPr>
        <p:spPr>
          <a:xfrm>
            <a:off x="-4286" y="96176"/>
            <a:ext cx="275273" cy="291465"/>
          </a:xfrm>
          <a:prstGeom prst="rect">
            <a:avLst/>
          </a:prstGeom>
          <a:gradFill>
            <a:gsLst>
              <a:gs pos="0">
                <a:srgbClr val="012D86"/>
              </a:gs>
              <a:gs pos="100000">
                <a:srgbClr val="0E2557"/>
              </a:gs>
            </a:gsLst>
            <a:lin ang="5400000" scaled="0"/>
          </a:gra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200" b="0" i="0" u="none" strike="noStrike" kern="0" cap="none" spc="0" normalizeH="0" baseline="0" noProof="0">
              <a:ln>
                <a:noFill/>
              </a:ln>
              <a:solidFill>
                <a:srgbClr val="397E9E"/>
              </a:solidFill>
              <a:effectLst/>
              <a:uLnTx/>
              <a:uFillTx/>
              <a:latin typeface="Century Gothic" panose="020B0502020202020204"/>
              <a:ea typeface="微软雅黑" panose="020B0503020204020204" charset="-122"/>
            </a:endParaRPr>
          </a:p>
        </p:txBody>
      </p:sp>
      <p:sp>
        <p:nvSpPr>
          <p:cNvPr id="79" name="矩形 78"/>
          <p:cNvSpPr/>
          <p:nvPr/>
        </p:nvSpPr>
        <p:spPr>
          <a:xfrm>
            <a:off x="302895" y="96176"/>
            <a:ext cx="57150" cy="290989"/>
          </a:xfrm>
          <a:prstGeom prst="rect">
            <a:avLst/>
          </a:prstGeom>
          <a:solidFill>
            <a:srgbClr val="0070C0"/>
          </a:soli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200" b="0" i="0" u="none" strike="noStrike" kern="0" cap="none" spc="0" normalizeH="0" baseline="0" noProof="0">
              <a:ln>
                <a:noFill/>
              </a:ln>
              <a:solidFill>
                <a:srgbClr val="397E9E"/>
              </a:solidFill>
              <a:effectLst/>
              <a:uLnTx/>
              <a:uFillTx/>
              <a:latin typeface="Century Gothic" panose="020B0502020202020204"/>
              <a:ea typeface="微软雅黑" panose="020B0503020204020204" charset="-122"/>
            </a:endParaRPr>
          </a:p>
        </p:txBody>
      </p:sp>
      <p:sp>
        <p:nvSpPr>
          <p:cNvPr id="80" name="文本占位符 3"/>
          <p:cNvSpPr txBox="1"/>
          <p:nvPr/>
        </p:nvSpPr>
        <p:spPr>
          <a:xfrm>
            <a:off x="323765" y="42640"/>
            <a:ext cx="2236205" cy="418556"/>
          </a:xfrm>
          <a:prstGeom prst="rect">
            <a:avLst/>
          </a:prstGeom>
        </p:spPr>
        <p:txBody>
          <a:bodyPr anchor="ctr"/>
          <a:lstStyle>
            <a:lvl1pPr marL="0" indent="0" algn="l" defTabSz="963930" rtl="0" eaLnBrk="1" latinLnBrk="0" hangingPunct="1">
              <a:lnSpc>
                <a:spcPct val="90000"/>
              </a:lnSpc>
              <a:spcBef>
                <a:spcPts val="1055"/>
              </a:spcBef>
              <a:buFont typeface="Arial" panose="020B0604020202020204" pitchFamily="34" charset="0"/>
              <a:buNone/>
              <a:defRPr sz="2955" b="1" kern="1200">
                <a:solidFill>
                  <a:schemeClr val="tx1"/>
                </a:solidFill>
                <a:latin typeface="+mn-lt"/>
                <a:ea typeface="+mn-ea"/>
                <a:cs typeface="+mn-cs"/>
              </a:defRPr>
            </a:lvl1pPr>
            <a:lvl2pPr marL="723265" indent="-241300" algn="l" defTabSz="963930" rtl="0" eaLnBrk="1" latinLnBrk="0" hangingPunct="1">
              <a:lnSpc>
                <a:spcPct val="90000"/>
              </a:lnSpc>
              <a:spcBef>
                <a:spcPts val="525"/>
              </a:spcBef>
              <a:buFont typeface="Arial" panose="020B0604020202020204" pitchFamily="34" charset="0"/>
              <a:buChar char="•"/>
              <a:defRPr sz="2530" kern="1200">
                <a:solidFill>
                  <a:schemeClr val="tx1"/>
                </a:solidFill>
                <a:latin typeface="+mn-lt"/>
                <a:ea typeface="+mn-ea"/>
                <a:cs typeface="+mn-cs"/>
              </a:defRPr>
            </a:lvl2pPr>
            <a:lvl3pPr marL="1205230" indent="-241300" algn="l" defTabSz="963930" rtl="0" eaLnBrk="1" latinLnBrk="0" hangingPunct="1">
              <a:lnSpc>
                <a:spcPct val="90000"/>
              </a:lnSpc>
              <a:spcBef>
                <a:spcPts val="525"/>
              </a:spcBef>
              <a:buFont typeface="Arial" panose="020B0604020202020204" pitchFamily="34" charset="0"/>
              <a:buChar char="•"/>
              <a:defRPr sz="2110" kern="1200">
                <a:solidFill>
                  <a:schemeClr val="tx1"/>
                </a:solidFill>
                <a:latin typeface="+mn-lt"/>
                <a:ea typeface="+mn-ea"/>
                <a:cs typeface="+mn-cs"/>
              </a:defRPr>
            </a:lvl3pPr>
            <a:lvl4pPr marL="168783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4pPr>
            <a:lvl5pPr marL="216979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5pPr>
            <a:lvl6pPr marL="26517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6pPr>
            <a:lvl7pPr marL="31343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7pPr>
            <a:lvl8pPr marL="361632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8pPr>
            <a:lvl9pPr marL="409829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9pPr>
          </a:lstStyle>
          <a:p>
            <a:pPr algn="l">
              <a:lnSpc>
                <a:spcPct val="100000"/>
              </a:lnSpc>
            </a:pPr>
            <a:r>
              <a:rPr kumimoji="1" lang="zh-CN" altLang="en-US" sz="1500" b="0" dirty="0">
                <a:solidFill>
                  <a:schemeClr val="tx1">
                    <a:lumMod val="65000"/>
                    <a:lumOff val="35000"/>
                  </a:schemeClr>
                </a:solidFill>
                <a:latin typeface="微软雅黑" panose="020B0503020204020204" charset="-122"/>
                <a:ea typeface="微软雅黑" panose="020B0503020204020204" charset="-122"/>
              </a:rPr>
              <a:t>测试用例变更的原因</a:t>
            </a:r>
            <a:endParaRPr kumimoji="1" lang="zh-CN" altLang="en-US" sz="1500" b="0" dirty="0">
              <a:solidFill>
                <a:schemeClr val="tx1">
                  <a:lumMod val="65000"/>
                  <a:lumOff val="35000"/>
                </a:schemeClr>
              </a:solidFill>
              <a:latin typeface="微软雅黑" panose="020B0503020204020204" charset="-122"/>
              <a:ea typeface="微软雅黑" panose="020B0503020204020204" charset="-122"/>
            </a:endParaRPr>
          </a:p>
        </p:txBody>
      </p:sp>
      <p:sp>
        <p:nvSpPr>
          <p:cNvPr id="17" name="Oval 16"/>
          <p:cNvSpPr>
            <a:spLocks noChangeAspect="1"/>
          </p:cNvSpPr>
          <p:nvPr/>
        </p:nvSpPr>
        <p:spPr>
          <a:xfrm>
            <a:off x="2329094" y="1895815"/>
            <a:ext cx="1336586" cy="1336659"/>
          </a:xfrm>
          <a:prstGeom prst="ellipse">
            <a:avLst/>
          </a:prstGeom>
          <a:solidFill>
            <a:schemeClr val="accent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lnSpc>
                <a:spcPct val="120000"/>
              </a:lnSpc>
            </a:pPr>
            <a:endParaRPr lang="en-US" sz="600" b="1" dirty="0">
              <a:solidFill>
                <a:schemeClr val="bg1"/>
              </a:solidFill>
              <a:latin typeface="Arial" panose="020B0604020202020204" pitchFamily="34" charset="0"/>
              <a:ea typeface="微软雅黑" panose="020B0503020204020204" charset="-122"/>
              <a:cs typeface="+mn-ea"/>
              <a:sym typeface="Arial" panose="020B0604020202020204" pitchFamily="34" charset="0"/>
            </a:endParaRPr>
          </a:p>
        </p:txBody>
      </p:sp>
      <p:sp>
        <p:nvSpPr>
          <p:cNvPr id="22" name="Oval 21"/>
          <p:cNvSpPr>
            <a:spLocks noChangeAspect="1"/>
          </p:cNvSpPr>
          <p:nvPr/>
        </p:nvSpPr>
        <p:spPr>
          <a:xfrm>
            <a:off x="3375734" y="1895815"/>
            <a:ext cx="1336586" cy="1336659"/>
          </a:xfrm>
          <a:prstGeom prst="ellipse">
            <a:avLst/>
          </a:prstGeom>
          <a:solidFill>
            <a:schemeClr val="accent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lnSpc>
                <a:spcPct val="120000"/>
              </a:lnSpc>
            </a:pPr>
            <a:endParaRPr lang="en-US" sz="600" b="1" dirty="0">
              <a:solidFill>
                <a:schemeClr val="bg1"/>
              </a:solidFill>
              <a:latin typeface="Arial" panose="020B0604020202020204" pitchFamily="34" charset="0"/>
              <a:ea typeface="微软雅黑" panose="020B0503020204020204" charset="-122"/>
              <a:cs typeface="+mn-ea"/>
              <a:sym typeface="Arial" panose="020B0604020202020204" pitchFamily="34" charset="0"/>
            </a:endParaRPr>
          </a:p>
        </p:txBody>
      </p:sp>
      <p:sp>
        <p:nvSpPr>
          <p:cNvPr id="29" name="Oval 28"/>
          <p:cNvSpPr>
            <a:spLocks noChangeAspect="1"/>
          </p:cNvSpPr>
          <p:nvPr/>
        </p:nvSpPr>
        <p:spPr>
          <a:xfrm>
            <a:off x="5469011" y="1895815"/>
            <a:ext cx="1336586" cy="1336659"/>
          </a:xfrm>
          <a:prstGeom prst="ellipse">
            <a:avLst/>
          </a:prstGeom>
          <a:solidFill>
            <a:schemeClr val="accent4">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lnSpc>
                <a:spcPct val="120000"/>
              </a:lnSpc>
            </a:pPr>
            <a:endParaRPr lang="en-US" sz="600" b="1" dirty="0">
              <a:solidFill>
                <a:schemeClr val="bg1"/>
              </a:solidFill>
              <a:latin typeface="Arial" panose="020B0604020202020204" pitchFamily="34" charset="0"/>
              <a:ea typeface="微软雅黑" panose="020B0503020204020204" charset="-122"/>
              <a:cs typeface="+mn-ea"/>
              <a:sym typeface="Arial" panose="020B0604020202020204" pitchFamily="34" charset="0"/>
            </a:endParaRPr>
          </a:p>
        </p:txBody>
      </p:sp>
      <p:sp>
        <p:nvSpPr>
          <p:cNvPr id="35" name="Oval 34"/>
          <p:cNvSpPr>
            <a:spLocks noChangeAspect="1"/>
          </p:cNvSpPr>
          <p:nvPr/>
        </p:nvSpPr>
        <p:spPr>
          <a:xfrm>
            <a:off x="4422371" y="1895815"/>
            <a:ext cx="1336586" cy="1336659"/>
          </a:xfrm>
          <a:prstGeom prst="ellipse">
            <a:avLst/>
          </a:pr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lnSpc>
                <a:spcPct val="120000"/>
              </a:lnSpc>
            </a:pPr>
            <a:endParaRPr lang="en-US" sz="600" b="1" dirty="0">
              <a:solidFill>
                <a:schemeClr val="bg1"/>
              </a:solidFill>
              <a:latin typeface="Arial" panose="020B0604020202020204" pitchFamily="34" charset="0"/>
              <a:ea typeface="微软雅黑" panose="020B0503020204020204" charset="-122"/>
              <a:cs typeface="+mn-ea"/>
              <a:sym typeface="Arial" panose="020B0604020202020204" pitchFamily="34" charset="0"/>
            </a:endParaRPr>
          </a:p>
        </p:txBody>
      </p:sp>
      <p:sp>
        <p:nvSpPr>
          <p:cNvPr id="39" name="Title 1"/>
          <p:cNvSpPr txBox="1"/>
          <p:nvPr/>
        </p:nvSpPr>
        <p:spPr>
          <a:xfrm>
            <a:off x="2701761" y="2350703"/>
            <a:ext cx="590138" cy="442595"/>
          </a:xfrm>
          <a:prstGeom prst="rect">
            <a:avLst/>
          </a:prstGeom>
        </p:spPr>
        <p:txBody>
          <a:bodyPr vert="horz" wrap="square" lIns="0" tIns="0" rIns="0" bIns="0" rtlCol="0" anchor="t" anchorCtr="0">
            <a:spAutoFit/>
          </a:bodyPr>
          <a:lstStyle>
            <a:lvl1pPr algn="ctr" defTabSz="914400" rtl="0" eaLnBrk="1" latinLnBrk="0" hangingPunct="1">
              <a:lnSpc>
                <a:spcPct val="90000"/>
              </a:lnSpc>
              <a:spcBef>
                <a:spcPct val="0"/>
              </a:spcBef>
              <a:buNone/>
              <a:defRPr sz="4000" kern="1200">
                <a:solidFill>
                  <a:schemeClr val="tx1">
                    <a:lumMod val="65000"/>
                    <a:lumOff val="35000"/>
                  </a:schemeClr>
                </a:solidFill>
                <a:latin typeface="Roboto" pitchFamily="2" charset="0"/>
                <a:ea typeface="Roboto" pitchFamily="2" charset="0"/>
                <a:cs typeface="+mj-cs"/>
              </a:defRPr>
            </a:lvl1pPr>
          </a:lstStyle>
          <a:p>
            <a:pPr>
              <a:lnSpc>
                <a:spcPct val="120000"/>
              </a:lnSpc>
              <a:spcBef>
                <a:spcPts val="0"/>
              </a:spcBef>
            </a:pPr>
            <a:r>
              <a:rPr lang="en-US" sz="2400" dirty="0">
                <a:solidFill>
                  <a:schemeClr val="bg1"/>
                </a:solidFill>
                <a:latin typeface="Arial" panose="020B0604020202020204" pitchFamily="34" charset="0"/>
                <a:ea typeface="微软雅黑" panose="020B0503020204020204" charset="-122"/>
                <a:cs typeface="+mn-ea"/>
                <a:sym typeface="Arial" panose="020B0604020202020204" pitchFamily="34" charset="0"/>
              </a:rPr>
              <a:t>1</a:t>
            </a:r>
            <a:endParaRPr lang="en-US" sz="2400" dirty="0">
              <a:solidFill>
                <a:schemeClr val="bg1"/>
              </a:solidFill>
              <a:latin typeface="Arial" panose="020B0604020202020204" pitchFamily="34" charset="0"/>
              <a:ea typeface="微软雅黑" panose="020B0503020204020204" charset="-122"/>
              <a:cs typeface="+mn-ea"/>
              <a:sym typeface="Arial" panose="020B0604020202020204" pitchFamily="34" charset="0"/>
            </a:endParaRPr>
          </a:p>
        </p:txBody>
      </p:sp>
      <p:sp>
        <p:nvSpPr>
          <p:cNvPr id="40" name="Title 1"/>
          <p:cNvSpPr txBox="1"/>
          <p:nvPr/>
        </p:nvSpPr>
        <p:spPr>
          <a:xfrm>
            <a:off x="3748956" y="2350703"/>
            <a:ext cx="590138" cy="442595"/>
          </a:xfrm>
          <a:prstGeom prst="rect">
            <a:avLst/>
          </a:prstGeom>
        </p:spPr>
        <p:txBody>
          <a:bodyPr vert="horz" wrap="square" lIns="0" tIns="0" rIns="0" bIns="0" rtlCol="0" anchor="t" anchorCtr="0">
            <a:spAutoFit/>
          </a:bodyPr>
          <a:lstStyle>
            <a:lvl1pPr algn="ctr" defTabSz="914400" rtl="0" eaLnBrk="1" latinLnBrk="0" hangingPunct="1">
              <a:lnSpc>
                <a:spcPct val="90000"/>
              </a:lnSpc>
              <a:spcBef>
                <a:spcPct val="0"/>
              </a:spcBef>
              <a:buNone/>
              <a:defRPr sz="4000" kern="1200">
                <a:solidFill>
                  <a:schemeClr val="tx1">
                    <a:lumMod val="65000"/>
                    <a:lumOff val="35000"/>
                  </a:schemeClr>
                </a:solidFill>
                <a:latin typeface="Roboto" pitchFamily="2" charset="0"/>
                <a:ea typeface="Roboto" pitchFamily="2" charset="0"/>
                <a:cs typeface="+mj-cs"/>
              </a:defRPr>
            </a:lvl1pPr>
          </a:lstStyle>
          <a:p>
            <a:pPr>
              <a:lnSpc>
                <a:spcPct val="120000"/>
              </a:lnSpc>
              <a:spcBef>
                <a:spcPts val="0"/>
              </a:spcBef>
            </a:pPr>
            <a:r>
              <a:rPr lang="en-US" altLang="zh-CN" sz="2400" dirty="0">
                <a:solidFill>
                  <a:schemeClr val="bg1"/>
                </a:solidFill>
                <a:latin typeface="Arial" panose="020B0604020202020204" pitchFamily="34" charset="0"/>
                <a:ea typeface="微软雅黑" panose="020B0503020204020204" charset="-122"/>
                <a:cs typeface="+mn-ea"/>
                <a:sym typeface="Arial" panose="020B0604020202020204" pitchFamily="34" charset="0"/>
              </a:rPr>
              <a:t>2</a:t>
            </a:r>
            <a:endParaRPr lang="en-US" altLang="zh-CN" sz="2400" dirty="0">
              <a:solidFill>
                <a:schemeClr val="bg1"/>
              </a:solidFill>
              <a:latin typeface="Arial" panose="020B0604020202020204" pitchFamily="34" charset="0"/>
              <a:ea typeface="微软雅黑" panose="020B0503020204020204" charset="-122"/>
              <a:cs typeface="+mn-ea"/>
              <a:sym typeface="Arial" panose="020B0604020202020204" pitchFamily="34" charset="0"/>
            </a:endParaRPr>
          </a:p>
        </p:txBody>
      </p:sp>
      <p:sp>
        <p:nvSpPr>
          <p:cNvPr id="41" name="Title 1"/>
          <p:cNvSpPr txBox="1"/>
          <p:nvPr/>
        </p:nvSpPr>
        <p:spPr>
          <a:xfrm>
            <a:off x="4795595" y="2342607"/>
            <a:ext cx="590138" cy="442595"/>
          </a:xfrm>
          <a:prstGeom prst="rect">
            <a:avLst/>
          </a:prstGeom>
        </p:spPr>
        <p:txBody>
          <a:bodyPr vert="horz" wrap="square" lIns="0" tIns="0" rIns="0" bIns="0" rtlCol="0" anchor="t" anchorCtr="0">
            <a:spAutoFit/>
          </a:bodyPr>
          <a:lstStyle>
            <a:lvl1pPr algn="ctr" defTabSz="914400" rtl="0" eaLnBrk="1" latinLnBrk="0" hangingPunct="1">
              <a:lnSpc>
                <a:spcPct val="90000"/>
              </a:lnSpc>
              <a:spcBef>
                <a:spcPct val="0"/>
              </a:spcBef>
              <a:buNone/>
              <a:defRPr sz="4000" kern="1200">
                <a:solidFill>
                  <a:schemeClr val="tx1">
                    <a:lumMod val="65000"/>
                    <a:lumOff val="35000"/>
                  </a:schemeClr>
                </a:solidFill>
                <a:latin typeface="Roboto" pitchFamily="2" charset="0"/>
                <a:ea typeface="Roboto" pitchFamily="2" charset="0"/>
                <a:cs typeface="+mj-cs"/>
              </a:defRPr>
            </a:lvl1pPr>
          </a:lstStyle>
          <a:p>
            <a:pPr>
              <a:lnSpc>
                <a:spcPct val="120000"/>
              </a:lnSpc>
              <a:spcBef>
                <a:spcPts val="0"/>
              </a:spcBef>
            </a:pPr>
            <a:r>
              <a:rPr lang="en-US" sz="2400" dirty="0">
                <a:solidFill>
                  <a:schemeClr val="bg1"/>
                </a:solidFill>
                <a:latin typeface="Arial" panose="020B0604020202020204" pitchFamily="34" charset="0"/>
                <a:ea typeface="微软雅黑" panose="020B0503020204020204" charset="-122"/>
                <a:cs typeface="+mn-ea"/>
                <a:sym typeface="Arial" panose="020B0604020202020204" pitchFamily="34" charset="0"/>
              </a:rPr>
              <a:t>3</a:t>
            </a:r>
            <a:endParaRPr lang="en-US" sz="2400" dirty="0">
              <a:solidFill>
                <a:schemeClr val="bg1"/>
              </a:solidFill>
              <a:latin typeface="Arial" panose="020B0604020202020204" pitchFamily="34" charset="0"/>
              <a:ea typeface="微软雅黑" panose="020B0503020204020204" charset="-122"/>
              <a:cs typeface="+mn-ea"/>
              <a:sym typeface="Arial" panose="020B0604020202020204" pitchFamily="34" charset="0"/>
            </a:endParaRPr>
          </a:p>
        </p:txBody>
      </p:sp>
      <p:sp>
        <p:nvSpPr>
          <p:cNvPr id="42" name="Title 1"/>
          <p:cNvSpPr txBox="1"/>
          <p:nvPr/>
        </p:nvSpPr>
        <p:spPr>
          <a:xfrm>
            <a:off x="5842236" y="2342607"/>
            <a:ext cx="590138" cy="442595"/>
          </a:xfrm>
          <a:prstGeom prst="rect">
            <a:avLst/>
          </a:prstGeom>
        </p:spPr>
        <p:txBody>
          <a:bodyPr vert="horz" wrap="square" lIns="0" tIns="0" rIns="0" bIns="0" rtlCol="0" anchor="t" anchorCtr="0">
            <a:spAutoFit/>
          </a:bodyPr>
          <a:lstStyle>
            <a:lvl1pPr algn="ctr" defTabSz="914400" rtl="0" eaLnBrk="1" latinLnBrk="0" hangingPunct="1">
              <a:lnSpc>
                <a:spcPct val="90000"/>
              </a:lnSpc>
              <a:spcBef>
                <a:spcPct val="0"/>
              </a:spcBef>
              <a:buNone/>
              <a:defRPr sz="4000" kern="1200">
                <a:solidFill>
                  <a:schemeClr val="tx1">
                    <a:lumMod val="65000"/>
                    <a:lumOff val="35000"/>
                  </a:schemeClr>
                </a:solidFill>
                <a:latin typeface="Roboto" pitchFamily="2" charset="0"/>
                <a:ea typeface="Roboto" pitchFamily="2" charset="0"/>
                <a:cs typeface="+mj-cs"/>
              </a:defRPr>
            </a:lvl1pPr>
          </a:lstStyle>
          <a:p>
            <a:pPr>
              <a:lnSpc>
                <a:spcPct val="120000"/>
              </a:lnSpc>
              <a:spcBef>
                <a:spcPts val="0"/>
              </a:spcBef>
            </a:pPr>
            <a:r>
              <a:rPr lang="en-US" sz="2400" dirty="0">
                <a:solidFill>
                  <a:schemeClr val="bg1"/>
                </a:solidFill>
                <a:latin typeface="Arial" panose="020B0604020202020204" pitchFamily="34" charset="0"/>
                <a:ea typeface="微软雅黑" panose="020B0503020204020204" charset="-122"/>
                <a:cs typeface="+mn-ea"/>
                <a:sym typeface="Arial" panose="020B0604020202020204" pitchFamily="34" charset="0"/>
              </a:rPr>
              <a:t>4</a:t>
            </a:r>
            <a:endParaRPr lang="en-US" sz="2400" dirty="0">
              <a:solidFill>
                <a:schemeClr val="bg1"/>
              </a:solidFill>
              <a:latin typeface="Arial" panose="020B0604020202020204" pitchFamily="34" charset="0"/>
              <a:ea typeface="微软雅黑" panose="020B0503020204020204" charset="-122"/>
              <a:cs typeface="+mn-ea"/>
              <a:sym typeface="Arial" panose="020B0604020202020204" pitchFamily="34" charset="0"/>
            </a:endParaRPr>
          </a:p>
        </p:txBody>
      </p:sp>
      <p:cxnSp>
        <p:nvCxnSpPr>
          <p:cNvPr id="43" name="Elbow Connector 42"/>
          <p:cNvCxnSpPr/>
          <p:nvPr/>
        </p:nvCxnSpPr>
        <p:spPr>
          <a:xfrm rot="10800000">
            <a:off x="2288381" y="1546357"/>
            <a:ext cx="696754" cy="350044"/>
          </a:xfrm>
          <a:prstGeom prst="bentConnector3">
            <a:avLst>
              <a:gd name="adj1" fmla="val 49966"/>
            </a:avLst>
          </a:prstGeom>
          <a:ln w="19050">
            <a:solidFill>
              <a:schemeClr val="bg1">
                <a:lumMod val="65000"/>
              </a:schemeClr>
            </a:solidFill>
            <a:prstDash val="sysDot"/>
            <a:headEnd type="oval"/>
            <a:tailEnd type="triangle"/>
          </a:ln>
        </p:spPr>
        <p:style>
          <a:lnRef idx="1">
            <a:schemeClr val="accent1"/>
          </a:lnRef>
          <a:fillRef idx="0">
            <a:schemeClr val="accent1"/>
          </a:fillRef>
          <a:effectRef idx="0">
            <a:schemeClr val="accent1"/>
          </a:effectRef>
          <a:fontRef idx="minor">
            <a:schemeClr val="tx1"/>
          </a:fontRef>
        </p:style>
      </p:cxnSp>
      <p:sp>
        <p:nvSpPr>
          <p:cNvPr id="45" name="Text Placeholder 11"/>
          <p:cNvSpPr txBox="1"/>
          <p:nvPr/>
        </p:nvSpPr>
        <p:spPr>
          <a:xfrm>
            <a:off x="707177" y="1480303"/>
            <a:ext cx="1852673" cy="482600"/>
          </a:xfrm>
          <a:prstGeom prst="rect">
            <a:avLst/>
          </a:prstGeom>
        </p:spPr>
        <p:txBody>
          <a:bodyPr wrap="square" lIns="68543" tIns="34272" rIns="68543" bIns="34272">
            <a:spAutoFit/>
          </a:bodyPr>
          <a:lstStyle>
            <a:defPPr>
              <a:defRPr lang="zh-CN"/>
            </a:defPPr>
            <a:lvl1pPr>
              <a:lnSpc>
                <a:spcPct val="150000"/>
              </a:lnSpc>
              <a:defRPr sz="1400">
                <a:solidFill>
                  <a:schemeClr val="tx1">
                    <a:lumMod val="50000"/>
                    <a:lumOff val="50000"/>
                  </a:schemeClr>
                </a:solidFill>
                <a:latin typeface="微软雅黑" panose="020B0503020204020204" charset="-122"/>
                <a:ea typeface="微软雅黑" panose="020B0503020204020204" charset="-122"/>
                <a:cs typeface="Segoe UI Semilight" panose="020B0402040204020203" pitchFamily="34" charset="0"/>
              </a:defRPr>
            </a:lvl1pPr>
          </a:lstStyle>
          <a:p>
            <a:r>
              <a:rPr lang="zh-CN" altLang="en-US" sz="1800" dirty="0">
                <a:solidFill>
                  <a:schemeClr val="tx1"/>
                </a:solidFill>
                <a:sym typeface="Arial" panose="020B0604020202020204" pitchFamily="34" charset="0"/>
              </a:rPr>
              <a:t>软件需求变更。</a:t>
            </a:r>
            <a:endParaRPr lang="zh-CN" altLang="en-US" sz="1800" dirty="0">
              <a:solidFill>
                <a:schemeClr val="tx1"/>
              </a:solidFill>
              <a:sym typeface="Arial" panose="020B0604020202020204" pitchFamily="34" charset="0"/>
            </a:endParaRPr>
          </a:p>
        </p:txBody>
      </p:sp>
      <p:cxnSp>
        <p:nvCxnSpPr>
          <p:cNvPr id="46" name="Elbow Connector 45"/>
          <p:cNvCxnSpPr/>
          <p:nvPr/>
        </p:nvCxnSpPr>
        <p:spPr>
          <a:xfrm rot="10800000" flipV="1">
            <a:off x="2555081" y="3232282"/>
            <a:ext cx="1488281" cy="520065"/>
          </a:xfrm>
          <a:prstGeom prst="bentConnector3">
            <a:avLst>
              <a:gd name="adj1" fmla="val 49984"/>
            </a:avLst>
          </a:prstGeom>
          <a:ln w="19050">
            <a:solidFill>
              <a:schemeClr val="bg1">
                <a:lumMod val="65000"/>
              </a:schemeClr>
            </a:solidFill>
            <a:prstDash val="sysDot"/>
            <a:headEnd type="oval"/>
            <a:tailEnd type="triangle"/>
          </a:ln>
        </p:spPr>
        <p:style>
          <a:lnRef idx="1">
            <a:schemeClr val="accent1"/>
          </a:lnRef>
          <a:fillRef idx="0">
            <a:schemeClr val="accent1"/>
          </a:fillRef>
          <a:effectRef idx="0">
            <a:schemeClr val="accent1"/>
          </a:effectRef>
          <a:fontRef idx="minor">
            <a:schemeClr val="tx1"/>
          </a:fontRef>
        </p:style>
      </p:cxnSp>
      <p:sp>
        <p:nvSpPr>
          <p:cNvPr id="48" name="Text Placeholder 11"/>
          <p:cNvSpPr txBox="1"/>
          <p:nvPr/>
        </p:nvSpPr>
        <p:spPr>
          <a:xfrm>
            <a:off x="702561" y="3232735"/>
            <a:ext cx="1852673" cy="897890"/>
          </a:xfrm>
          <a:prstGeom prst="rect">
            <a:avLst/>
          </a:prstGeom>
        </p:spPr>
        <p:txBody>
          <a:bodyPr wrap="square" lIns="68543" tIns="34272" rIns="68543" bIns="34272">
            <a:spAutoFit/>
          </a:bodyPr>
          <a:lstStyle>
            <a:defPPr>
              <a:defRPr lang="zh-CN"/>
            </a:defPPr>
            <a:lvl1pPr>
              <a:lnSpc>
                <a:spcPct val="150000"/>
              </a:lnSpc>
              <a:defRPr sz="1400">
                <a:solidFill>
                  <a:schemeClr val="tx1">
                    <a:lumMod val="50000"/>
                    <a:lumOff val="50000"/>
                  </a:schemeClr>
                </a:solidFill>
                <a:latin typeface="微软雅黑" panose="020B0503020204020204" charset="-122"/>
                <a:ea typeface="微软雅黑" panose="020B0503020204020204" charset="-122"/>
                <a:cs typeface="Segoe UI Semilight" panose="020B0402040204020203" pitchFamily="34" charset="0"/>
              </a:defRPr>
            </a:lvl1pPr>
          </a:lstStyle>
          <a:p>
            <a:r>
              <a:rPr lang="zh-CN" altLang="en-US" sz="1800" dirty="0">
                <a:solidFill>
                  <a:schemeClr val="tx1"/>
                </a:solidFill>
                <a:sym typeface="Arial" panose="020B0604020202020204" pitchFamily="34" charset="0"/>
              </a:rPr>
              <a:t> 测试需求的遗漏 和误解。</a:t>
            </a:r>
            <a:endParaRPr lang="zh-CN" altLang="en-US" sz="1800" dirty="0">
              <a:solidFill>
                <a:schemeClr val="tx1"/>
              </a:solidFill>
              <a:sym typeface="Arial" panose="020B0604020202020204" pitchFamily="34" charset="0"/>
            </a:endParaRPr>
          </a:p>
        </p:txBody>
      </p:sp>
      <p:cxnSp>
        <p:nvCxnSpPr>
          <p:cNvPr id="49" name="Elbow Connector 48"/>
          <p:cNvCxnSpPr/>
          <p:nvPr/>
        </p:nvCxnSpPr>
        <p:spPr>
          <a:xfrm flipV="1">
            <a:off x="6139815" y="1421104"/>
            <a:ext cx="633889" cy="474821"/>
          </a:xfrm>
          <a:prstGeom prst="bentConnector3">
            <a:avLst>
              <a:gd name="adj1" fmla="val 50038"/>
            </a:avLst>
          </a:prstGeom>
          <a:ln w="19050">
            <a:solidFill>
              <a:schemeClr val="bg1">
                <a:lumMod val="65000"/>
              </a:schemeClr>
            </a:solidFill>
            <a:prstDash val="sysDot"/>
            <a:headEnd type="oval"/>
            <a:tailEnd type="triangle"/>
          </a:ln>
        </p:spPr>
        <p:style>
          <a:lnRef idx="1">
            <a:schemeClr val="accent1"/>
          </a:lnRef>
          <a:fillRef idx="0">
            <a:schemeClr val="accent1"/>
          </a:fillRef>
          <a:effectRef idx="0">
            <a:schemeClr val="accent1"/>
          </a:effectRef>
          <a:fontRef idx="minor">
            <a:schemeClr val="tx1"/>
          </a:fontRef>
        </p:style>
      </p:cxnSp>
      <p:sp>
        <p:nvSpPr>
          <p:cNvPr id="51" name="Text Placeholder 11"/>
          <p:cNvSpPr txBox="1"/>
          <p:nvPr/>
        </p:nvSpPr>
        <p:spPr>
          <a:xfrm>
            <a:off x="6804938" y="1333663"/>
            <a:ext cx="1865953" cy="482600"/>
          </a:xfrm>
          <a:prstGeom prst="rect">
            <a:avLst/>
          </a:prstGeom>
        </p:spPr>
        <p:txBody>
          <a:bodyPr wrap="square" lIns="68543" tIns="34272" rIns="68543" bIns="34272">
            <a:spAutoFit/>
          </a:bodyPr>
          <a:lstStyle>
            <a:defPPr>
              <a:defRPr lang="zh-CN"/>
            </a:defPPr>
            <a:lvl1pPr>
              <a:lnSpc>
                <a:spcPct val="150000"/>
              </a:lnSpc>
              <a:defRPr sz="1400">
                <a:solidFill>
                  <a:schemeClr val="tx1">
                    <a:lumMod val="50000"/>
                    <a:lumOff val="50000"/>
                  </a:schemeClr>
                </a:solidFill>
                <a:latin typeface="微软雅黑" panose="020B0503020204020204" charset="-122"/>
                <a:ea typeface="微软雅黑" panose="020B0503020204020204" charset="-122"/>
                <a:cs typeface="Segoe UI Semilight" panose="020B0402040204020203" pitchFamily="34" charset="0"/>
              </a:defRPr>
            </a:lvl1pPr>
          </a:lstStyle>
          <a:p>
            <a:r>
              <a:rPr lang="zh-CN" altLang="en-US" sz="1800" dirty="0">
                <a:solidFill>
                  <a:schemeClr val="tx1"/>
                </a:solidFill>
                <a:sym typeface="Arial" panose="020B0604020202020204" pitchFamily="34" charset="0"/>
              </a:rPr>
              <a:t> 测试用例遗漏。</a:t>
            </a:r>
            <a:endParaRPr lang="zh-CN" altLang="en-US" sz="1800" dirty="0">
              <a:solidFill>
                <a:schemeClr val="tx1"/>
              </a:solidFill>
              <a:sym typeface="Arial" panose="020B0604020202020204" pitchFamily="34" charset="0"/>
            </a:endParaRPr>
          </a:p>
        </p:txBody>
      </p:sp>
      <p:cxnSp>
        <p:nvCxnSpPr>
          <p:cNvPr id="53" name="Elbow Connector 52"/>
          <p:cNvCxnSpPr/>
          <p:nvPr/>
        </p:nvCxnSpPr>
        <p:spPr>
          <a:xfrm>
            <a:off x="5040154" y="3231330"/>
            <a:ext cx="1237774" cy="513398"/>
          </a:xfrm>
          <a:prstGeom prst="bentConnector3">
            <a:avLst>
              <a:gd name="adj1" fmla="val 50019"/>
            </a:avLst>
          </a:prstGeom>
          <a:ln w="19050">
            <a:solidFill>
              <a:schemeClr val="bg1">
                <a:lumMod val="65000"/>
              </a:schemeClr>
            </a:solidFill>
            <a:prstDash val="sysDot"/>
            <a:headEnd type="oval"/>
            <a:tailEnd type="triangle"/>
          </a:ln>
        </p:spPr>
        <p:style>
          <a:lnRef idx="1">
            <a:schemeClr val="accent1"/>
          </a:lnRef>
          <a:fillRef idx="0">
            <a:schemeClr val="accent1"/>
          </a:fillRef>
          <a:effectRef idx="0">
            <a:schemeClr val="accent1"/>
          </a:effectRef>
          <a:fontRef idx="minor">
            <a:schemeClr val="tx1"/>
          </a:fontRef>
        </p:style>
      </p:cxnSp>
      <p:sp>
        <p:nvSpPr>
          <p:cNvPr id="55" name="Text Placeholder 11"/>
          <p:cNvSpPr txBox="1"/>
          <p:nvPr/>
        </p:nvSpPr>
        <p:spPr>
          <a:xfrm>
            <a:off x="6346766" y="3426650"/>
            <a:ext cx="1865953" cy="897890"/>
          </a:xfrm>
          <a:prstGeom prst="rect">
            <a:avLst/>
          </a:prstGeom>
        </p:spPr>
        <p:txBody>
          <a:bodyPr wrap="square" lIns="68543" tIns="34272" rIns="68543" bIns="34272">
            <a:spAutoFit/>
          </a:bodyPr>
          <a:lstStyle>
            <a:defPPr>
              <a:defRPr lang="zh-CN"/>
            </a:defPPr>
            <a:lvl1pPr>
              <a:lnSpc>
                <a:spcPct val="150000"/>
              </a:lnSpc>
              <a:defRPr sz="1400">
                <a:solidFill>
                  <a:schemeClr val="tx1">
                    <a:lumMod val="50000"/>
                    <a:lumOff val="50000"/>
                  </a:schemeClr>
                </a:solidFill>
                <a:latin typeface="微软雅黑" panose="020B0503020204020204" charset="-122"/>
                <a:ea typeface="微软雅黑" panose="020B0503020204020204" charset="-122"/>
                <a:cs typeface="Segoe UI Semilight" panose="020B0402040204020203" pitchFamily="34" charset="0"/>
              </a:defRPr>
            </a:lvl1pPr>
          </a:lstStyle>
          <a:p>
            <a:r>
              <a:rPr lang="zh-CN" altLang="en-US" sz="1800" dirty="0">
                <a:solidFill>
                  <a:schemeClr val="tx1"/>
                </a:solidFill>
                <a:sym typeface="Arial" panose="020B0604020202020204" pitchFamily="34" charset="0"/>
              </a:rPr>
              <a:t> 软件发布后，用户反馈的缺陷。</a:t>
            </a:r>
            <a:endParaRPr lang="zh-CN" altLang="en-US" sz="1800" dirty="0">
              <a:solidFill>
                <a:schemeClr val="tx1"/>
              </a:solidFill>
              <a:sym typeface="Arial" panose="020B0604020202020204" pitchFamily="34" charset="0"/>
            </a:endParaRPr>
          </a:p>
        </p:txBody>
      </p:sp>
    </p:spTree>
  </p:cSld>
  <p:clrMapOvr>
    <a:masterClrMapping/>
  </p:clrMapOvr>
  <p:transition advTm="10624">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left)">
                                      <p:cBhvr>
                                        <p:cTn id="7" dur="500"/>
                                        <p:tgtEl>
                                          <p:spTgt spid="17"/>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9"/>
                                        </p:tgtEl>
                                        <p:attrNameLst>
                                          <p:attrName>style.visibility</p:attrName>
                                        </p:attrNameLst>
                                      </p:cBhvr>
                                      <p:to>
                                        <p:strVal val="visible"/>
                                      </p:to>
                                    </p:set>
                                    <p:animEffect transition="in" filter="fade">
                                      <p:cBhvr>
                                        <p:cTn id="11" dur="500"/>
                                        <p:tgtEl>
                                          <p:spTgt spid="39"/>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wipe(left)">
                                      <p:cBhvr>
                                        <p:cTn id="15" dur="500"/>
                                        <p:tgtEl>
                                          <p:spTgt spid="22"/>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40"/>
                                        </p:tgtEl>
                                        <p:attrNameLst>
                                          <p:attrName>style.visibility</p:attrName>
                                        </p:attrNameLst>
                                      </p:cBhvr>
                                      <p:to>
                                        <p:strVal val="visible"/>
                                      </p:to>
                                    </p:set>
                                    <p:animEffect transition="in" filter="fade">
                                      <p:cBhvr>
                                        <p:cTn id="19" dur="500"/>
                                        <p:tgtEl>
                                          <p:spTgt spid="40"/>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5"/>
                                        </p:tgtEl>
                                        <p:attrNameLst>
                                          <p:attrName>style.visibility</p:attrName>
                                        </p:attrNameLst>
                                      </p:cBhvr>
                                      <p:to>
                                        <p:strVal val="visible"/>
                                      </p:to>
                                    </p:set>
                                    <p:animEffect transition="in" filter="wipe(left)">
                                      <p:cBhvr>
                                        <p:cTn id="23" dur="500"/>
                                        <p:tgtEl>
                                          <p:spTgt spid="35"/>
                                        </p:tgtEl>
                                      </p:cBhvr>
                                    </p:animEffect>
                                  </p:childTnLst>
                                </p:cTn>
                              </p:par>
                            </p:childTnLst>
                          </p:cTn>
                        </p:par>
                        <p:par>
                          <p:cTn id="24" fill="hold">
                            <p:stCondLst>
                              <p:cond delay="2500"/>
                            </p:stCondLst>
                            <p:childTnLst>
                              <p:par>
                                <p:cTn id="25" presetID="10" presetClass="entr" presetSubtype="0" fill="hold" grpId="0" nodeType="afterEffect">
                                  <p:stCondLst>
                                    <p:cond delay="0"/>
                                  </p:stCondLst>
                                  <p:childTnLst>
                                    <p:set>
                                      <p:cBhvr>
                                        <p:cTn id="26" dur="1" fill="hold">
                                          <p:stCondLst>
                                            <p:cond delay="0"/>
                                          </p:stCondLst>
                                        </p:cTn>
                                        <p:tgtEl>
                                          <p:spTgt spid="41"/>
                                        </p:tgtEl>
                                        <p:attrNameLst>
                                          <p:attrName>style.visibility</p:attrName>
                                        </p:attrNameLst>
                                      </p:cBhvr>
                                      <p:to>
                                        <p:strVal val="visible"/>
                                      </p:to>
                                    </p:set>
                                    <p:animEffect transition="in" filter="fade">
                                      <p:cBhvr>
                                        <p:cTn id="27" dur="500"/>
                                        <p:tgtEl>
                                          <p:spTgt spid="41"/>
                                        </p:tgtEl>
                                      </p:cBhvr>
                                    </p:animEffect>
                                  </p:childTnLst>
                                </p:cTn>
                              </p:par>
                            </p:childTnLst>
                          </p:cTn>
                        </p:par>
                        <p:par>
                          <p:cTn id="28" fill="hold">
                            <p:stCondLst>
                              <p:cond delay="3000"/>
                            </p:stCondLst>
                            <p:childTnLst>
                              <p:par>
                                <p:cTn id="29" presetID="22" presetClass="entr" presetSubtype="8" fill="hold" grpId="0" nodeType="afterEffect">
                                  <p:stCondLst>
                                    <p:cond delay="0"/>
                                  </p:stCondLst>
                                  <p:childTnLst>
                                    <p:set>
                                      <p:cBhvr>
                                        <p:cTn id="30" dur="1" fill="hold">
                                          <p:stCondLst>
                                            <p:cond delay="0"/>
                                          </p:stCondLst>
                                        </p:cTn>
                                        <p:tgtEl>
                                          <p:spTgt spid="29"/>
                                        </p:tgtEl>
                                        <p:attrNameLst>
                                          <p:attrName>style.visibility</p:attrName>
                                        </p:attrNameLst>
                                      </p:cBhvr>
                                      <p:to>
                                        <p:strVal val="visible"/>
                                      </p:to>
                                    </p:set>
                                    <p:animEffect transition="in" filter="wipe(left)">
                                      <p:cBhvr>
                                        <p:cTn id="31" dur="500"/>
                                        <p:tgtEl>
                                          <p:spTgt spid="29"/>
                                        </p:tgtEl>
                                      </p:cBhvr>
                                    </p:animEffect>
                                  </p:childTnLst>
                                </p:cTn>
                              </p:par>
                            </p:childTnLst>
                          </p:cTn>
                        </p:par>
                        <p:par>
                          <p:cTn id="32" fill="hold">
                            <p:stCondLst>
                              <p:cond delay="3500"/>
                            </p:stCondLst>
                            <p:childTnLst>
                              <p:par>
                                <p:cTn id="33" presetID="10" presetClass="entr" presetSubtype="0" fill="hold" grpId="0" nodeType="afterEffect">
                                  <p:stCondLst>
                                    <p:cond delay="0"/>
                                  </p:stCondLst>
                                  <p:childTnLst>
                                    <p:set>
                                      <p:cBhvr>
                                        <p:cTn id="34" dur="1" fill="hold">
                                          <p:stCondLst>
                                            <p:cond delay="0"/>
                                          </p:stCondLst>
                                        </p:cTn>
                                        <p:tgtEl>
                                          <p:spTgt spid="42"/>
                                        </p:tgtEl>
                                        <p:attrNameLst>
                                          <p:attrName>style.visibility</p:attrName>
                                        </p:attrNameLst>
                                      </p:cBhvr>
                                      <p:to>
                                        <p:strVal val="visible"/>
                                      </p:to>
                                    </p:set>
                                    <p:animEffect transition="in" filter="fade">
                                      <p:cBhvr>
                                        <p:cTn id="35" dur="500"/>
                                        <p:tgtEl>
                                          <p:spTgt spid="42"/>
                                        </p:tgtEl>
                                      </p:cBhvr>
                                    </p:animEffect>
                                  </p:childTnLst>
                                </p:cTn>
                              </p:par>
                            </p:childTnLst>
                          </p:cTn>
                        </p:par>
                        <p:par>
                          <p:cTn id="36" fill="hold">
                            <p:stCondLst>
                              <p:cond delay="4000"/>
                            </p:stCondLst>
                            <p:childTnLst>
                              <p:par>
                                <p:cTn id="37" presetID="22" presetClass="entr" presetSubtype="2" fill="hold" nodeType="afterEffect">
                                  <p:stCondLst>
                                    <p:cond delay="0"/>
                                  </p:stCondLst>
                                  <p:childTnLst>
                                    <p:set>
                                      <p:cBhvr>
                                        <p:cTn id="38" dur="1" fill="hold">
                                          <p:stCondLst>
                                            <p:cond delay="0"/>
                                          </p:stCondLst>
                                        </p:cTn>
                                        <p:tgtEl>
                                          <p:spTgt spid="43"/>
                                        </p:tgtEl>
                                        <p:attrNameLst>
                                          <p:attrName>style.visibility</p:attrName>
                                        </p:attrNameLst>
                                      </p:cBhvr>
                                      <p:to>
                                        <p:strVal val="visible"/>
                                      </p:to>
                                    </p:set>
                                    <p:animEffect transition="in" filter="wipe(right)">
                                      <p:cBhvr>
                                        <p:cTn id="39" dur="500"/>
                                        <p:tgtEl>
                                          <p:spTgt spid="43"/>
                                        </p:tgtEl>
                                      </p:cBhvr>
                                    </p:animEffect>
                                  </p:childTnLst>
                                </p:cTn>
                              </p:par>
                            </p:childTnLst>
                          </p:cTn>
                        </p:par>
                        <p:par>
                          <p:cTn id="40" fill="hold">
                            <p:stCondLst>
                              <p:cond delay="4500"/>
                            </p:stCondLst>
                            <p:childTnLst>
                              <p:par>
                                <p:cTn id="41" presetID="22" presetClass="entr" presetSubtype="4" fill="hold" grpId="0" nodeType="afterEffect">
                                  <p:stCondLst>
                                    <p:cond delay="0"/>
                                  </p:stCondLst>
                                  <p:childTnLst>
                                    <p:set>
                                      <p:cBhvr>
                                        <p:cTn id="42" dur="1" fill="hold">
                                          <p:stCondLst>
                                            <p:cond delay="0"/>
                                          </p:stCondLst>
                                        </p:cTn>
                                        <p:tgtEl>
                                          <p:spTgt spid="45">
                                            <p:txEl>
                                              <p:pRg st="0" end="0"/>
                                            </p:txEl>
                                          </p:spTgt>
                                        </p:tgtEl>
                                        <p:attrNameLst>
                                          <p:attrName>style.visibility</p:attrName>
                                        </p:attrNameLst>
                                      </p:cBhvr>
                                      <p:to>
                                        <p:strVal val="visible"/>
                                      </p:to>
                                    </p:set>
                                    <p:animEffect transition="in" filter="wipe(down)">
                                      <p:cBhvr>
                                        <p:cTn id="43" dur="500"/>
                                        <p:tgtEl>
                                          <p:spTgt spid="45">
                                            <p:txEl>
                                              <p:pRg st="0" end="0"/>
                                            </p:txEl>
                                          </p:spTgt>
                                        </p:tgtEl>
                                      </p:cBhvr>
                                    </p:animEffect>
                                  </p:childTnLst>
                                </p:cTn>
                              </p:par>
                            </p:childTnLst>
                          </p:cTn>
                        </p:par>
                        <p:par>
                          <p:cTn id="44" fill="hold">
                            <p:stCondLst>
                              <p:cond delay="5000"/>
                            </p:stCondLst>
                            <p:childTnLst>
                              <p:par>
                                <p:cTn id="45" presetID="22" presetClass="entr" presetSubtype="2" fill="hold" nodeType="afterEffect">
                                  <p:stCondLst>
                                    <p:cond delay="0"/>
                                  </p:stCondLst>
                                  <p:childTnLst>
                                    <p:set>
                                      <p:cBhvr>
                                        <p:cTn id="46" dur="1" fill="hold">
                                          <p:stCondLst>
                                            <p:cond delay="0"/>
                                          </p:stCondLst>
                                        </p:cTn>
                                        <p:tgtEl>
                                          <p:spTgt spid="46"/>
                                        </p:tgtEl>
                                        <p:attrNameLst>
                                          <p:attrName>style.visibility</p:attrName>
                                        </p:attrNameLst>
                                      </p:cBhvr>
                                      <p:to>
                                        <p:strVal val="visible"/>
                                      </p:to>
                                    </p:set>
                                    <p:animEffect transition="in" filter="wipe(right)">
                                      <p:cBhvr>
                                        <p:cTn id="47" dur="500"/>
                                        <p:tgtEl>
                                          <p:spTgt spid="46"/>
                                        </p:tgtEl>
                                      </p:cBhvr>
                                    </p:animEffect>
                                  </p:childTnLst>
                                </p:cTn>
                              </p:par>
                            </p:childTnLst>
                          </p:cTn>
                        </p:par>
                        <p:par>
                          <p:cTn id="48" fill="hold">
                            <p:stCondLst>
                              <p:cond delay="5500"/>
                            </p:stCondLst>
                            <p:childTnLst>
                              <p:par>
                                <p:cTn id="49" presetID="22" presetClass="entr" presetSubtype="4" fill="hold" grpId="0" nodeType="afterEffect">
                                  <p:stCondLst>
                                    <p:cond delay="0"/>
                                  </p:stCondLst>
                                  <p:childTnLst>
                                    <p:set>
                                      <p:cBhvr>
                                        <p:cTn id="50" dur="1" fill="hold">
                                          <p:stCondLst>
                                            <p:cond delay="0"/>
                                          </p:stCondLst>
                                        </p:cTn>
                                        <p:tgtEl>
                                          <p:spTgt spid="48">
                                            <p:txEl>
                                              <p:pRg st="0" end="0"/>
                                            </p:txEl>
                                          </p:spTgt>
                                        </p:tgtEl>
                                        <p:attrNameLst>
                                          <p:attrName>style.visibility</p:attrName>
                                        </p:attrNameLst>
                                      </p:cBhvr>
                                      <p:to>
                                        <p:strVal val="visible"/>
                                      </p:to>
                                    </p:set>
                                    <p:animEffect transition="in" filter="wipe(down)">
                                      <p:cBhvr>
                                        <p:cTn id="51" dur="500"/>
                                        <p:tgtEl>
                                          <p:spTgt spid="48">
                                            <p:txEl>
                                              <p:pRg st="0" end="0"/>
                                            </p:txEl>
                                          </p:spTgt>
                                        </p:tgtEl>
                                      </p:cBhvr>
                                    </p:animEffect>
                                  </p:childTnLst>
                                </p:cTn>
                              </p:par>
                            </p:childTnLst>
                          </p:cTn>
                        </p:par>
                        <p:par>
                          <p:cTn id="52" fill="hold">
                            <p:stCondLst>
                              <p:cond delay="6000"/>
                            </p:stCondLst>
                            <p:childTnLst>
                              <p:par>
                                <p:cTn id="53" presetID="22" presetClass="entr" presetSubtype="8" fill="hold" nodeType="afterEffect">
                                  <p:stCondLst>
                                    <p:cond delay="0"/>
                                  </p:stCondLst>
                                  <p:childTnLst>
                                    <p:set>
                                      <p:cBhvr>
                                        <p:cTn id="54" dur="1" fill="hold">
                                          <p:stCondLst>
                                            <p:cond delay="0"/>
                                          </p:stCondLst>
                                        </p:cTn>
                                        <p:tgtEl>
                                          <p:spTgt spid="53"/>
                                        </p:tgtEl>
                                        <p:attrNameLst>
                                          <p:attrName>style.visibility</p:attrName>
                                        </p:attrNameLst>
                                      </p:cBhvr>
                                      <p:to>
                                        <p:strVal val="visible"/>
                                      </p:to>
                                    </p:set>
                                    <p:animEffect transition="in" filter="wipe(left)">
                                      <p:cBhvr>
                                        <p:cTn id="55" dur="500"/>
                                        <p:tgtEl>
                                          <p:spTgt spid="53"/>
                                        </p:tgtEl>
                                      </p:cBhvr>
                                    </p:animEffect>
                                  </p:childTnLst>
                                </p:cTn>
                              </p:par>
                            </p:childTnLst>
                          </p:cTn>
                        </p:par>
                        <p:par>
                          <p:cTn id="56" fill="hold">
                            <p:stCondLst>
                              <p:cond delay="6500"/>
                            </p:stCondLst>
                            <p:childTnLst>
                              <p:par>
                                <p:cTn id="57" presetID="22" presetClass="entr" presetSubtype="4" fill="hold" grpId="0" nodeType="afterEffect">
                                  <p:stCondLst>
                                    <p:cond delay="0"/>
                                  </p:stCondLst>
                                  <p:childTnLst>
                                    <p:set>
                                      <p:cBhvr>
                                        <p:cTn id="58" dur="1" fill="hold">
                                          <p:stCondLst>
                                            <p:cond delay="0"/>
                                          </p:stCondLst>
                                        </p:cTn>
                                        <p:tgtEl>
                                          <p:spTgt spid="55">
                                            <p:txEl>
                                              <p:pRg st="0" end="0"/>
                                            </p:txEl>
                                          </p:spTgt>
                                        </p:tgtEl>
                                        <p:attrNameLst>
                                          <p:attrName>style.visibility</p:attrName>
                                        </p:attrNameLst>
                                      </p:cBhvr>
                                      <p:to>
                                        <p:strVal val="visible"/>
                                      </p:to>
                                    </p:set>
                                    <p:animEffect transition="in" filter="wipe(down)">
                                      <p:cBhvr>
                                        <p:cTn id="59" dur="500"/>
                                        <p:tgtEl>
                                          <p:spTgt spid="55">
                                            <p:txEl>
                                              <p:pRg st="0" end="0"/>
                                            </p:txEl>
                                          </p:spTgt>
                                        </p:tgtEl>
                                      </p:cBhvr>
                                    </p:animEffect>
                                  </p:childTnLst>
                                </p:cTn>
                              </p:par>
                            </p:childTnLst>
                          </p:cTn>
                        </p:par>
                        <p:par>
                          <p:cTn id="60" fill="hold">
                            <p:stCondLst>
                              <p:cond delay="7000"/>
                            </p:stCondLst>
                            <p:childTnLst>
                              <p:par>
                                <p:cTn id="61" presetID="22" presetClass="entr" presetSubtype="8" fill="hold" nodeType="afterEffect">
                                  <p:stCondLst>
                                    <p:cond delay="0"/>
                                  </p:stCondLst>
                                  <p:childTnLst>
                                    <p:set>
                                      <p:cBhvr>
                                        <p:cTn id="62" dur="1" fill="hold">
                                          <p:stCondLst>
                                            <p:cond delay="0"/>
                                          </p:stCondLst>
                                        </p:cTn>
                                        <p:tgtEl>
                                          <p:spTgt spid="49"/>
                                        </p:tgtEl>
                                        <p:attrNameLst>
                                          <p:attrName>style.visibility</p:attrName>
                                        </p:attrNameLst>
                                      </p:cBhvr>
                                      <p:to>
                                        <p:strVal val="visible"/>
                                      </p:to>
                                    </p:set>
                                    <p:animEffect transition="in" filter="wipe(left)">
                                      <p:cBhvr>
                                        <p:cTn id="63" dur="500"/>
                                        <p:tgtEl>
                                          <p:spTgt spid="49"/>
                                        </p:tgtEl>
                                      </p:cBhvr>
                                    </p:animEffect>
                                  </p:childTnLst>
                                </p:cTn>
                              </p:par>
                            </p:childTnLst>
                          </p:cTn>
                        </p:par>
                        <p:par>
                          <p:cTn id="64" fill="hold">
                            <p:stCondLst>
                              <p:cond delay="7500"/>
                            </p:stCondLst>
                            <p:childTnLst>
                              <p:par>
                                <p:cTn id="65" presetID="22" presetClass="entr" presetSubtype="4" fill="hold" grpId="0" nodeType="afterEffect">
                                  <p:stCondLst>
                                    <p:cond delay="0"/>
                                  </p:stCondLst>
                                  <p:childTnLst>
                                    <p:set>
                                      <p:cBhvr>
                                        <p:cTn id="66" dur="1" fill="hold">
                                          <p:stCondLst>
                                            <p:cond delay="0"/>
                                          </p:stCondLst>
                                        </p:cTn>
                                        <p:tgtEl>
                                          <p:spTgt spid="51">
                                            <p:txEl>
                                              <p:pRg st="0" end="0"/>
                                            </p:txEl>
                                          </p:spTgt>
                                        </p:tgtEl>
                                        <p:attrNameLst>
                                          <p:attrName>style.visibility</p:attrName>
                                        </p:attrNameLst>
                                      </p:cBhvr>
                                      <p:to>
                                        <p:strVal val="visible"/>
                                      </p:to>
                                    </p:set>
                                    <p:animEffect transition="in" filter="wipe(down)">
                                      <p:cBhvr>
                                        <p:cTn id="67" dur="500"/>
                                        <p:tgtEl>
                                          <p:spTgt spid="5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bldLvl="0" animBg="1"/>
      <p:bldP spid="22" grpId="0" bldLvl="0" animBg="1"/>
      <p:bldP spid="29" grpId="0" bldLvl="0" animBg="1"/>
      <p:bldP spid="35" grpId="0" bldLvl="0" animBg="1"/>
      <p:bldP spid="39" grpId="0"/>
      <p:bldP spid="40" grpId="0"/>
      <p:bldP spid="41" grpId="0"/>
      <p:bldP spid="42" grpId="0"/>
      <p:bldP spid="45" grpId="0" build="p"/>
      <p:bldP spid="48" grpId="0" build="p"/>
      <p:bldP spid="51" grpId="0" build="p"/>
      <p:bldP spid="55"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矩形 77"/>
          <p:cNvSpPr/>
          <p:nvPr/>
        </p:nvSpPr>
        <p:spPr>
          <a:xfrm>
            <a:off x="-4286" y="96176"/>
            <a:ext cx="275273" cy="291465"/>
          </a:xfrm>
          <a:prstGeom prst="rect">
            <a:avLst/>
          </a:prstGeom>
          <a:gradFill>
            <a:gsLst>
              <a:gs pos="0">
                <a:srgbClr val="012D86"/>
              </a:gs>
              <a:gs pos="100000">
                <a:srgbClr val="0E2557"/>
              </a:gs>
            </a:gsLst>
            <a:lin ang="5400000" scaled="0"/>
          </a:gra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200" b="0" i="0" u="none" strike="noStrike" kern="0" cap="none" spc="0" normalizeH="0" baseline="0" noProof="0">
              <a:ln>
                <a:noFill/>
              </a:ln>
              <a:solidFill>
                <a:srgbClr val="397E9E"/>
              </a:solidFill>
              <a:effectLst/>
              <a:uLnTx/>
              <a:uFillTx/>
              <a:latin typeface="Century Gothic" panose="020B0502020202020204"/>
              <a:ea typeface="微软雅黑" panose="020B0503020204020204" charset="-122"/>
            </a:endParaRPr>
          </a:p>
        </p:txBody>
      </p:sp>
      <p:sp>
        <p:nvSpPr>
          <p:cNvPr id="79" name="矩形 78"/>
          <p:cNvSpPr/>
          <p:nvPr/>
        </p:nvSpPr>
        <p:spPr>
          <a:xfrm>
            <a:off x="302895" y="96176"/>
            <a:ext cx="57150" cy="290989"/>
          </a:xfrm>
          <a:prstGeom prst="rect">
            <a:avLst/>
          </a:prstGeom>
          <a:solidFill>
            <a:srgbClr val="0070C0"/>
          </a:soli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200" b="0" i="0" u="none" strike="noStrike" kern="0" cap="none" spc="0" normalizeH="0" baseline="0" noProof="0">
              <a:ln>
                <a:noFill/>
              </a:ln>
              <a:solidFill>
                <a:srgbClr val="397E9E"/>
              </a:solidFill>
              <a:effectLst/>
              <a:uLnTx/>
              <a:uFillTx/>
              <a:latin typeface="Century Gothic" panose="020B0502020202020204"/>
              <a:ea typeface="微软雅黑" panose="020B0503020204020204" charset="-122"/>
            </a:endParaRPr>
          </a:p>
        </p:txBody>
      </p:sp>
      <p:sp>
        <p:nvSpPr>
          <p:cNvPr id="80" name="文本占位符 3"/>
          <p:cNvSpPr txBox="1"/>
          <p:nvPr/>
        </p:nvSpPr>
        <p:spPr>
          <a:xfrm>
            <a:off x="323765" y="42640"/>
            <a:ext cx="2236205" cy="418556"/>
          </a:xfrm>
          <a:prstGeom prst="rect">
            <a:avLst/>
          </a:prstGeom>
        </p:spPr>
        <p:txBody>
          <a:bodyPr anchor="ctr"/>
          <a:lstStyle>
            <a:lvl1pPr marL="0" indent="0" algn="l" defTabSz="963930" rtl="0" eaLnBrk="1" latinLnBrk="0" hangingPunct="1">
              <a:lnSpc>
                <a:spcPct val="90000"/>
              </a:lnSpc>
              <a:spcBef>
                <a:spcPts val="1055"/>
              </a:spcBef>
              <a:buFont typeface="Arial" panose="020B0604020202020204" pitchFamily="34" charset="0"/>
              <a:buNone/>
              <a:defRPr sz="2955" b="1" kern="1200">
                <a:solidFill>
                  <a:schemeClr val="tx1"/>
                </a:solidFill>
                <a:latin typeface="+mn-lt"/>
                <a:ea typeface="+mn-ea"/>
                <a:cs typeface="+mn-cs"/>
              </a:defRPr>
            </a:lvl1pPr>
            <a:lvl2pPr marL="723265" indent="-241300" algn="l" defTabSz="963930" rtl="0" eaLnBrk="1" latinLnBrk="0" hangingPunct="1">
              <a:lnSpc>
                <a:spcPct val="90000"/>
              </a:lnSpc>
              <a:spcBef>
                <a:spcPts val="525"/>
              </a:spcBef>
              <a:buFont typeface="Arial" panose="020B0604020202020204" pitchFamily="34" charset="0"/>
              <a:buChar char="•"/>
              <a:defRPr sz="2530" kern="1200">
                <a:solidFill>
                  <a:schemeClr val="tx1"/>
                </a:solidFill>
                <a:latin typeface="+mn-lt"/>
                <a:ea typeface="+mn-ea"/>
                <a:cs typeface="+mn-cs"/>
              </a:defRPr>
            </a:lvl2pPr>
            <a:lvl3pPr marL="1205230" indent="-241300" algn="l" defTabSz="963930" rtl="0" eaLnBrk="1" latinLnBrk="0" hangingPunct="1">
              <a:lnSpc>
                <a:spcPct val="90000"/>
              </a:lnSpc>
              <a:spcBef>
                <a:spcPts val="525"/>
              </a:spcBef>
              <a:buFont typeface="Arial" panose="020B0604020202020204" pitchFamily="34" charset="0"/>
              <a:buChar char="•"/>
              <a:defRPr sz="2110" kern="1200">
                <a:solidFill>
                  <a:schemeClr val="tx1"/>
                </a:solidFill>
                <a:latin typeface="+mn-lt"/>
                <a:ea typeface="+mn-ea"/>
                <a:cs typeface="+mn-cs"/>
              </a:defRPr>
            </a:lvl3pPr>
            <a:lvl4pPr marL="168783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4pPr>
            <a:lvl5pPr marL="216979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5pPr>
            <a:lvl6pPr marL="26517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6pPr>
            <a:lvl7pPr marL="31343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7pPr>
            <a:lvl8pPr marL="361632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8pPr>
            <a:lvl9pPr marL="409829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9pPr>
          </a:lstStyle>
          <a:p>
            <a:pPr algn="l">
              <a:lnSpc>
                <a:spcPct val="100000"/>
              </a:lnSpc>
            </a:pPr>
            <a:r>
              <a:rPr kumimoji="1" lang="zh-CN" altLang="en-US" sz="1500" b="0" dirty="0">
                <a:solidFill>
                  <a:schemeClr val="tx1">
                    <a:lumMod val="65000"/>
                    <a:lumOff val="35000"/>
                  </a:schemeClr>
                </a:solidFill>
                <a:latin typeface="微软雅黑" panose="020B0503020204020204" charset="-122"/>
                <a:ea typeface="微软雅黑" panose="020B0503020204020204" charset="-122"/>
              </a:rPr>
              <a:t>测试用例维护原则</a:t>
            </a:r>
            <a:endParaRPr kumimoji="1" lang="zh-CN" altLang="en-US" sz="1500" b="0" dirty="0">
              <a:solidFill>
                <a:schemeClr val="tx1">
                  <a:lumMod val="65000"/>
                  <a:lumOff val="35000"/>
                </a:schemeClr>
              </a:solidFill>
              <a:latin typeface="微软雅黑" panose="020B0503020204020204" charset="-122"/>
              <a:ea typeface="微软雅黑" panose="020B0503020204020204" charset="-122"/>
            </a:endParaRPr>
          </a:p>
        </p:txBody>
      </p:sp>
      <p:sp>
        <p:nvSpPr>
          <p:cNvPr id="12" name="Content Placeholder 2"/>
          <p:cNvSpPr txBox="1"/>
          <p:nvPr/>
        </p:nvSpPr>
        <p:spPr>
          <a:xfrm>
            <a:off x="1129324" y="2465049"/>
            <a:ext cx="1498159" cy="759460"/>
          </a:xfrm>
          <a:prstGeom prst="rect">
            <a:avLst/>
          </a:prstGeom>
        </p:spPr>
        <p:txBody>
          <a:bodyPr wrap="square" lIns="68543" tIns="34272" rIns="68543" bIns="34272">
            <a:spAutoFit/>
          </a:bodyPr>
          <a:lstStyle>
            <a:defPPr>
              <a:defRPr lang="zh-CN"/>
            </a:defPPr>
            <a:lvl1pPr>
              <a:lnSpc>
                <a:spcPct val="150000"/>
              </a:lnSpc>
              <a:defRPr sz="1400">
                <a:solidFill>
                  <a:schemeClr val="tx1">
                    <a:lumMod val="50000"/>
                    <a:lumOff val="50000"/>
                  </a:schemeClr>
                </a:solidFill>
                <a:latin typeface="微软雅黑" panose="020B0503020204020204" charset="-122"/>
                <a:ea typeface="微软雅黑" panose="020B0503020204020204" charset="-122"/>
                <a:cs typeface="Segoe UI Semilight" panose="020B0402040204020203" pitchFamily="34" charset="0"/>
              </a:defRPr>
            </a:lvl1pPr>
          </a:lstStyle>
          <a:p>
            <a:r>
              <a:rPr lang="zh-CN" altLang="en-US" sz="1500" dirty="0">
                <a:solidFill>
                  <a:schemeClr val="tx1"/>
                </a:solidFill>
                <a:sym typeface="Arial" panose="020B0604020202020204" pitchFamily="34" charset="0"/>
              </a:rPr>
              <a:t>及时删除过时的测试用例 </a:t>
            </a:r>
            <a:endParaRPr lang="zh-CN" altLang="en-US" sz="1500" dirty="0">
              <a:solidFill>
                <a:schemeClr val="tx1"/>
              </a:solidFill>
              <a:sym typeface="Arial" panose="020B0604020202020204" pitchFamily="34" charset="0"/>
            </a:endParaRPr>
          </a:p>
        </p:txBody>
      </p:sp>
      <p:sp>
        <p:nvSpPr>
          <p:cNvPr id="13" name="Content Placeholder 2"/>
          <p:cNvSpPr txBox="1"/>
          <p:nvPr/>
        </p:nvSpPr>
        <p:spPr>
          <a:xfrm>
            <a:off x="2707482" y="2828610"/>
            <a:ext cx="1492992" cy="759460"/>
          </a:xfrm>
          <a:prstGeom prst="rect">
            <a:avLst/>
          </a:prstGeom>
        </p:spPr>
        <p:txBody>
          <a:bodyPr wrap="square" lIns="68543" tIns="34272" rIns="68543" bIns="34272">
            <a:spAutoFit/>
          </a:bodyPr>
          <a:lstStyle>
            <a:defPPr>
              <a:defRPr lang="zh-CN"/>
            </a:defPPr>
            <a:lvl1pPr>
              <a:lnSpc>
                <a:spcPct val="150000"/>
              </a:lnSpc>
              <a:defRPr sz="1400">
                <a:solidFill>
                  <a:schemeClr val="tx1">
                    <a:lumMod val="50000"/>
                    <a:lumOff val="50000"/>
                  </a:schemeClr>
                </a:solidFill>
                <a:latin typeface="微软雅黑" panose="020B0503020204020204" charset="-122"/>
                <a:ea typeface="微软雅黑" panose="020B0503020204020204" charset="-122"/>
                <a:cs typeface="Segoe UI Semilight" panose="020B0402040204020203" pitchFamily="34" charset="0"/>
              </a:defRPr>
            </a:lvl1pPr>
          </a:lstStyle>
          <a:p>
            <a:r>
              <a:rPr sz="1500" dirty="0">
                <a:solidFill>
                  <a:schemeClr val="tx1"/>
                </a:solidFill>
                <a:sym typeface="Arial" panose="020B0604020202020204" pitchFamily="34" charset="0"/>
              </a:rPr>
              <a:t>及时删除冗余的测试用例 </a:t>
            </a:r>
            <a:endParaRPr sz="1500" dirty="0">
              <a:solidFill>
                <a:schemeClr val="tx1"/>
              </a:solidFill>
              <a:sym typeface="Arial" panose="020B0604020202020204" pitchFamily="34" charset="0"/>
            </a:endParaRPr>
          </a:p>
        </p:txBody>
      </p:sp>
      <p:sp>
        <p:nvSpPr>
          <p:cNvPr id="14" name="Content Placeholder 2"/>
          <p:cNvSpPr txBox="1"/>
          <p:nvPr/>
        </p:nvSpPr>
        <p:spPr>
          <a:xfrm>
            <a:off x="4287717" y="3105609"/>
            <a:ext cx="1492992" cy="759460"/>
          </a:xfrm>
          <a:prstGeom prst="rect">
            <a:avLst/>
          </a:prstGeom>
        </p:spPr>
        <p:txBody>
          <a:bodyPr wrap="square" lIns="68543" tIns="34272" rIns="68543" bIns="34272">
            <a:spAutoFit/>
          </a:bodyPr>
          <a:lstStyle>
            <a:defPPr>
              <a:defRPr lang="zh-CN"/>
            </a:defPPr>
            <a:lvl1pPr>
              <a:lnSpc>
                <a:spcPct val="150000"/>
              </a:lnSpc>
              <a:defRPr sz="1400">
                <a:solidFill>
                  <a:schemeClr val="tx1">
                    <a:lumMod val="50000"/>
                    <a:lumOff val="50000"/>
                  </a:schemeClr>
                </a:solidFill>
                <a:latin typeface="微软雅黑" panose="020B0503020204020204" charset="-122"/>
                <a:ea typeface="微软雅黑" panose="020B0503020204020204" charset="-122"/>
                <a:cs typeface="Segoe UI Semilight" panose="020B0402040204020203" pitchFamily="34" charset="0"/>
              </a:defRPr>
            </a:lvl1pPr>
          </a:lstStyle>
          <a:p>
            <a:r>
              <a:rPr sz="1500" dirty="0">
                <a:solidFill>
                  <a:schemeClr val="tx1"/>
                </a:solidFill>
                <a:sym typeface="Arial" panose="020B0604020202020204" pitchFamily="34" charset="0"/>
              </a:rPr>
              <a:t>增加新的测试用例 </a:t>
            </a:r>
            <a:endParaRPr sz="1500" dirty="0">
              <a:solidFill>
                <a:schemeClr val="tx1"/>
              </a:solidFill>
              <a:sym typeface="Arial" panose="020B0604020202020204" pitchFamily="34" charset="0"/>
            </a:endParaRPr>
          </a:p>
        </p:txBody>
      </p:sp>
      <p:sp>
        <p:nvSpPr>
          <p:cNvPr id="15" name="Content Placeholder 2"/>
          <p:cNvSpPr txBox="1"/>
          <p:nvPr/>
        </p:nvSpPr>
        <p:spPr>
          <a:xfrm>
            <a:off x="5867061" y="3469170"/>
            <a:ext cx="1539566" cy="413385"/>
          </a:xfrm>
          <a:prstGeom prst="rect">
            <a:avLst/>
          </a:prstGeom>
        </p:spPr>
        <p:txBody>
          <a:bodyPr wrap="square" lIns="68543" tIns="34272" rIns="68543" bIns="34272">
            <a:spAutoFit/>
          </a:bodyPr>
          <a:lstStyle>
            <a:defPPr>
              <a:defRPr lang="zh-CN"/>
            </a:defPPr>
            <a:lvl1pPr>
              <a:lnSpc>
                <a:spcPct val="150000"/>
              </a:lnSpc>
              <a:defRPr sz="1400">
                <a:solidFill>
                  <a:schemeClr val="tx1">
                    <a:lumMod val="50000"/>
                    <a:lumOff val="50000"/>
                  </a:schemeClr>
                </a:solidFill>
                <a:latin typeface="微软雅黑" panose="020B0503020204020204" charset="-122"/>
                <a:ea typeface="微软雅黑" panose="020B0503020204020204" charset="-122"/>
                <a:cs typeface="Segoe UI Semilight" panose="020B0402040204020203" pitchFamily="34" charset="0"/>
              </a:defRPr>
            </a:lvl1pPr>
          </a:lstStyle>
          <a:p>
            <a:r>
              <a:rPr sz="1500" dirty="0">
                <a:solidFill>
                  <a:schemeClr val="tx1"/>
                </a:solidFill>
                <a:sym typeface="Arial" panose="020B0604020202020204" pitchFamily="34" charset="0"/>
              </a:rPr>
              <a:t> 改进测试用例 </a:t>
            </a:r>
            <a:endParaRPr sz="1500" dirty="0">
              <a:solidFill>
                <a:schemeClr val="tx1"/>
              </a:solidFill>
              <a:sym typeface="Arial" panose="020B0604020202020204" pitchFamily="34" charset="0"/>
            </a:endParaRPr>
          </a:p>
        </p:txBody>
      </p:sp>
      <p:sp>
        <p:nvSpPr>
          <p:cNvPr id="5" name="任意多边形 4"/>
          <p:cNvSpPr/>
          <p:nvPr/>
        </p:nvSpPr>
        <p:spPr>
          <a:xfrm>
            <a:off x="1175737" y="1633249"/>
            <a:ext cx="6813398" cy="992013"/>
          </a:xfrm>
          <a:custGeom>
            <a:avLst/>
            <a:gdLst>
              <a:gd name="connsiteX0" fmla="*/ 0 w 9581341"/>
              <a:gd name="connsiteY0" fmla="*/ 348736 h 1394942"/>
              <a:gd name="connsiteX1" fmla="*/ 8883870 w 9581341"/>
              <a:gd name="connsiteY1" fmla="*/ 348736 h 1394942"/>
              <a:gd name="connsiteX2" fmla="*/ 8883870 w 9581341"/>
              <a:gd name="connsiteY2" fmla="*/ 0 h 1394942"/>
              <a:gd name="connsiteX3" fmla="*/ 9581341 w 9581341"/>
              <a:gd name="connsiteY3" fmla="*/ 697471 h 1394942"/>
              <a:gd name="connsiteX4" fmla="*/ 8883870 w 9581341"/>
              <a:gd name="connsiteY4" fmla="*/ 1394942 h 1394942"/>
              <a:gd name="connsiteX5" fmla="*/ 8883870 w 9581341"/>
              <a:gd name="connsiteY5" fmla="*/ 1046207 h 1394942"/>
              <a:gd name="connsiteX6" fmla="*/ 0 w 9581341"/>
              <a:gd name="connsiteY6" fmla="*/ 1046207 h 1394942"/>
              <a:gd name="connsiteX7" fmla="*/ 0 w 9581341"/>
              <a:gd name="connsiteY7" fmla="*/ 348736 h 1394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581341" h="1394942">
                <a:moveTo>
                  <a:pt x="0" y="348736"/>
                </a:moveTo>
                <a:lnTo>
                  <a:pt x="8883870" y="348736"/>
                </a:lnTo>
                <a:lnTo>
                  <a:pt x="8883870" y="0"/>
                </a:lnTo>
                <a:lnTo>
                  <a:pt x="9581341" y="697471"/>
                </a:lnTo>
                <a:lnTo>
                  <a:pt x="8883870" y="1394942"/>
                </a:lnTo>
                <a:lnTo>
                  <a:pt x="8883870" y="1046207"/>
                </a:lnTo>
                <a:lnTo>
                  <a:pt x="0" y="1046207"/>
                </a:lnTo>
                <a:lnTo>
                  <a:pt x="0" y="348736"/>
                </a:lnTo>
                <a:close/>
              </a:path>
            </a:pathLst>
          </a:custGeom>
          <a:ln>
            <a:noFill/>
          </a:ln>
        </p:spPr>
        <p:style>
          <a:lnRef idx="2">
            <a:scrgbClr r="0" g="0" b="0"/>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383980" tIns="269651" rIns="428589" bIns="405442" numCol="1" spcCol="1204" anchor="ctr" anchorCtr="0">
            <a:noAutofit/>
          </a:bodyPr>
          <a:lstStyle/>
          <a:p>
            <a:pPr algn="ctr" defTabSz="336550">
              <a:lnSpc>
                <a:spcPct val="120000"/>
              </a:lnSpc>
            </a:pPr>
            <a:endParaRPr lang="en-US" sz="1500" b="1" dirty="0">
              <a:solidFill>
                <a:schemeClr val="bg1"/>
              </a:solidFill>
              <a:latin typeface="Arial" panose="020B0604020202020204" pitchFamily="34" charset="0"/>
              <a:ea typeface="微软雅黑" panose="020B0503020204020204" charset="-122"/>
              <a:cs typeface="+mn-ea"/>
              <a:sym typeface="Arial" panose="020B0604020202020204" pitchFamily="34" charset="0"/>
            </a:endParaRPr>
          </a:p>
        </p:txBody>
      </p:sp>
      <p:sp>
        <p:nvSpPr>
          <p:cNvPr id="7" name="任意多边形 6"/>
          <p:cNvSpPr/>
          <p:nvPr/>
        </p:nvSpPr>
        <p:spPr>
          <a:xfrm>
            <a:off x="2746225" y="2029015"/>
            <a:ext cx="5242910" cy="992013"/>
          </a:xfrm>
          <a:custGeom>
            <a:avLst/>
            <a:gdLst>
              <a:gd name="connsiteX0" fmla="*/ 0 w 7372841"/>
              <a:gd name="connsiteY0" fmla="*/ 348736 h 1394942"/>
              <a:gd name="connsiteX1" fmla="*/ 6675370 w 7372841"/>
              <a:gd name="connsiteY1" fmla="*/ 348736 h 1394942"/>
              <a:gd name="connsiteX2" fmla="*/ 6675370 w 7372841"/>
              <a:gd name="connsiteY2" fmla="*/ 0 h 1394942"/>
              <a:gd name="connsiteX3" fmla="*/ 7372841 w 7372841"/>
              <a:gd name="connsiteY3" fmla="*/ 697471 h 1394942"/>
              <a:gd name="connsiteX4" fmla="*/ 6675370 w 7372841"/>
              <a:gd name="connsiteY4" fmla="*/ 1394942 h 1394942"/>
              <a:gd name="connsiteX5" fmla="*/ 6675370 w 7372841"/>
              <a:gd name="connsiteY5" fmla="*/ 1046207 h 1394942"/>
              <a:gd name="connsiteX6" fmla="*/ 0 w 7372841"/>
              <a:gd name="connsiteY6" fmla="*/ 1046207 h 1394942"/>
              <a:gd name="connsiteX7" fmla="*/ 0 w 7372841"/>
              <a:gd name="connsiteY7" fmla="*/ 348736 h 1394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372841" h="1394942">
                <a:moveTo>
                  <a:pt x="0" y="348736"/>
                </a:moveTo>
                <a:lnTo>
                  <a:pt x="6675370" y="348736"/>
                </a:lnTo>
                <a:lnTo>
                  <a:pt x="6675370" y="0"/>
                </a:lnTo>
                <a:lnTo>
                  <a:pt x="7372841" y="697471"/>
                </a:lnTo>
                <a:lnTo>
                  <a:pt x="6675370" y="1394942"/>
                </a:lnTo>
                <a:lnTo>
                  <a:pt x="6675370" y="1046207"/>
                </a:lnTo>
                <a:lnTo>
                  <a:pt x="0" y="1046207"/>
                </a:lnTo>
                <a:lnTo>
                  <a:pt x="0" y="348736"/>
                </a:lnTo>
                <a:close/>
              </a:path>
            </a:pathLst>
          </a:custGeom>
          <a:ln>
            <a:noFill/>
          </a:ln>
        </p:spPr>
        <p:style>
          <a:lnRef idx="2">
            <a:scrgbClr r="0" g="0" b="0"/>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83980" tIns="269651" rIns="428589" bIns="405442" numCol="1" spcCol="1204" anchor="ctr" anchorCtr="0">
            <a:noAutofit/>
          </a:bodyPr>
          <a:lstStyle/>
          <a:p>
            <a:pPr algn="ctr" defTabSz="336550">
              <a:lnSpc>
                <a:spcPct val="120000"/>
              </a:lnSpc>
            </a:pPr>
            <a:endParaRPr lang="en-US" sz="1350" b="1" dirty="0">
              <a:solidFill>
                <a:schemeClr val="bg1"/>
              </a:solidFill>
              <a:latin typeface="Arial" panose="020B0604020202020204" pitchFamily="34" charset="0"/>
              <a:ea typeface="微软雅黑" panose="020B0503020204020204" charset="-122"/>
              <a:cs typeface="+mn-ea"/>
              <a:sym typeface="Arial" panose="020B0604020202020204" pitchFamily="34" charset="0"/>
            </a:endParaRPr>
          </a:p>
        </p:txBody>
      </p:sp>
      <p:sp>
        <p:nvSpPr>
          <p:cNvPr id="8" name="任意多边形 7"/>
          <p:cNvSpPr/>
          <p:nvPr/>
        </p:nvSpPr>
        <p:spPr>
          <a:xfrm>
            <a:off x="4316713" y="2316157"/>
            <a:ext cx="3672421" cy="992013"/>
          </a:xfrm>
          <a:custGeom>
            <a:avLst/>
            <a:gdLst>
              <a:gd name="connsiteX0" fmla="*/ 0 w 5164342"/>
              <a:gd name="connsiteY0" fmla="*/ 348736 h 1394942"/>
              <a:gd name="connsiteX1" fmla="*/ 4466871 w 5164342"/>
              <a:gd name="connsiteY1" fmla="*/ 348736 h 1394942"/>
              <a:gd name="connsiteX2" fmla="*/ 4466871 w 5164342"/>
              <a:gd name="connsiteY2" fmla="*/ 0 h 1394942"/>
              <a:gd name="connsiteX3" fmla="*/ 5164342 w 5164342"/>
              <a:gd name="connsiteY3" fmla="*/ 697471 h 1394942"/>
              <a:gd name="connsiteX4" fmla="*/ 4466871 w 5164342"/>
              <a:gd name="connsiteY4" fmla="*/ 1394942 h 1394942"/>
              <a:gd name="connsiteX5" fmla="*/ 4466871 w 5164342"/>
              <a:gd name="connsiteY5" fmla="*/ 1046207 h 1394942"/>
              <a:gd name="connsiteX6" fmla="*/ 0 w 5164342"/>
              <a:gd name="connsiteY6" fmla="*/ 1046207 h 1394942"/>
              <a:gd name="connsiteX7" fmla="*/ 0 w 5164342"/>
              <a:gd name="connsiteY7" fmla="*/ 348736 h 1394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64342" h="1394942">
                <a:moveTo>
                  <a:pt x="0" y="348736"/>
                </a:moveTo>
                <a:lnTo>
                  <a:pt x="4466871" y="348736"/>
                </a:lnTo>
                <a:lnTo>
                  <a:pt x="4466871" y="0"/>
                </a:lnTo>
                <a:lnTo>
                  <a:pt x="5164342" y="697471"/>
                </a:lnTo>
                <a:lnTo>
                  <a:pt x="4466871" y="1394942"/>
                </a:lnTo>
                <a:lnTo>
                  <a:pt x="4466871" y="1046207"/>
                </a:lnTo>
                <a:lnTo>
                  <a:pt x="0" y="1046207"/>
                </a:lnTo>
                <a:lnTo>
                  <a:pt x="0" y="348736"/>
                </a:lnTo>
                <a:close/>
              </a:path>
            </a:pathLst>
          </a:custGeom>
          <a:ln>
            <a:noFill/>
          </a:ln>
        </p:spPr>
        <p:style>
          <a:lnRef idx="2">
            <a:scrgbClr r="0" g="0" b="0"/>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383980" tIns="269651" rIns="428589" bIns="405442" numCol="1" spcCol="1204" anchor="ctr" anchorCtr="0">
            <a:noAutofit/>
          </a:bodyPr>
          <a:lstStyle/>
          <a:p>
            <a:pPr algn="ctr" defTabSz="336550">
              <a:lnSpc>
                <a:spcPct val="120000"/>
              </a:lnSpc>
            </a:pPr>
            <a:endParaRPr lang="en-US" sz="1350" b="1" dirty="0">
              <a:solidFill>
                <a:schemeClr val="bg1"/>
              </a:solidFill>
              <a:latin typeface="Arial" panose="020B0604020202020204" pitchFamily="34" charset="0"/>
              <a:ea typeface="微软雅黑" panose="020B0503020204020204" charset="-122"/>
              <a:cs typeface="+mn-ea"/>
              <a:sym typeface="Arial" panose="020B0604020202020204" pitchFamily="34" charset="0"/>
            </a:endParaRPr>
          </a:p>
        </p:txBody>
      </p:sp>
      <p:sp>
        <p:nvSpPr>
          <p:cNvPr id="9" name="任意多边形 8"/>
          <p:cNvSpPr/>
          <p:nvPr/>
        </p:nvSpPr>
        <p:spPr>
          <a:xfrm>
            <a:off x="5887201" y="2646631"/>
            <a:ext cx="2101933" cy="992013"/>
          </a:xfrm>
          <a:custGeom>
            <a:avLst/>
            <a:gdLst>
              <a:gd name="connsiteX0" fmla="*/ 0 w 2955843"/>
              <a:gd name="connsiteY0" fmla="*/ 348736 h 1394942"/>
              <a:gd name="connsiteX1" fmla="*/ 2258372 w 2955843"/>
              <a:gd name="connsiteY1" fmla="*/ 348736 h 1394942"/>
              <a:gd name="connsiteX2" fmla="*/ 2258372 w 2955843"/>
              <a:gd name="connsiteY2" fmla="*/ 0 h 1394942"/>
              <a:gd name="connsiteX3" fmla="*/ 2955843 w 2955843"/>
              <a:gd name="connsiteY3" fmla="*/ 697471 h 1394942"/>
              <a:gd name="connsiteX4" fmla="*/ 2258372 w 2955843"/>
              <a:gd name="connsiteY4" fmla="*/ 1394942 h 1394942"/>
              <a:gd name="connsiteX5" fmla="*/ 2258372 w 2955843"/>
              <a:gd name="connsiteY5" fmla="*/ 1046207 h 1394942"/>
              <a:gd name="connsiteX6" fmla="*/ 0 w 2955843"/>
              <a:gd name="connsiteY6" fmla="*/ 1046207 h 1394942"/>
              <a:gd name="connsiteX7" fmla="*/ 0 w 2955843"/>
              <a:gd name="connsiteY7" fmla="*/ 348736 h 1394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55843" h="1394942">
                <a:moveTo>
                  <a:pt x="0" y="348736"/>
                </a:moveTo>
                <a:lnTo>
                  <a:pt x="2258372" y="348736"/>
                </a:lnTo>
                <a:lnTo>
                  <a:pt x="2258372" y="0"/>
                </a:lnTo>
                <a:lnTo>
                  <a:pt x="2955843" y="697471"/>
                </a:lnTo>
                <a:lnTo>
                  <a:pt x="2258372" y="1394942"/>
                </a:lnTo>
                <a:lnTo>
                  <a:pt x="2258372" y="1046207"/>
                </a:lnTo>
                <a:lnTo>
                  <a:pt x="0" y="1046207"/>
                </a:lnTo>
                <a:lnTo>
                  <a:pt x="0" y="348736"/>
                </a:lnTo>
                <a:close/>
              </a:path>
            </a:pathLst>
          </a:custGeom>
          <a:ln>
            <a:noFill/>
          </a:ln>
        </p:spPr>
        <p:style>
          <a:lnRef idx="2">
            <a:scrgbClr r="0" g="0" b="0"/>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383980" tIns="269651" rIns="428589" bIns="405442" numCol="1" spcCol="1204" anchor="ctr" anchorCtr="0">
            <a:noAutofit/>
          </a:bodyPr>
          <a:lstStyle/>
          <a:p>
            <a:pPr algn="ctr" defTabSz="336550">
              <a:lnSpc>
                <a:spcPct val="120000"/>
              </a:lnSpc>
            </a:pPr>
            <a:endParaRPr lang="en-US" sz="1500" b="1" dirty="0">
              <a:solidFill>
                <a:schemeClr val="bg1"/>
              </a:solidFill>
              <a:latin typeface="Arial" panose="020B0604020202020204" pitchFamily="34" charset="0"/>
              <a:ea typeface="微软雅黑" panose="020B0503020204020204" charset="-122"/>
              <a:cs typeface="+mn-ea"/>
              <a:sym typeface="Arial" panose="020B0604020202020204" pitchFamily="34" charset="0"/>
            </a:endParaRPr>
          </a:p>
        </p:txBody>
      </p:sp>
      <p:sp>
        <p:nvSpPr>
          <p:cNvPr id="16" name="Freeform 26"/>
          <p:cNvSpPr/>
          <p:nvPr/>
        </p:nvSpPr>
        <p:spPr bwMode="auto">
          <a:xfrm>
            <a:off x="5955351" y="2990486"/>
            <a:ext cx="269986" cy="270000"/>
          </a:xfrm>
          <a:custGeom>
            <a:avLst/>
            <a:gdLst>
              <a:gd name="T0" fmla="*/ 103 w 274"/>
              <a:gd name="T1" fmla="*/ 284 h 284"/>
              <a:gd name="T2" fmla="*/ 80 w 274"/>
              <a:gd name="T3" fmla="*/ 273 h 284"/>
              <a:gd name="T4" fmla="*/ 9 w 274"/>
              <a:gd name="T5" fmla="*/ 178 h 284"/>
              <a:gd name="T6" fmla="*/ 14 w 274"/>
              <a:gd name="T7" fmla="*/ 139 h 284"/>
              <a:gd name="T8" fmla="*/ 53 w 274"/>
              <a:gd name="T9" fmla="*/ 145 h 284"/>
              <a:gd name="T10" fmla="*/ 100 w 274"/>
              <a:gd name="T11" fmla="*/ 207 h 284"/>
              <a:gd name="T12" fmla="*/ 219 w 274"/>
              <a:gd name="T13" fmla="*/ 17 h 284"/>
              <a:gd name="T14" fmla="*/ 257 w 274"/>
              <a:gd name="T15" fmla="*/ 8 h 284"/>
              <a:gd name="T16" fmla="*/ 266 w 274"/>
              <a:gd name="T17" fmla="*/ 47 h 284"/>
              <a:gd name="T18" fmla="*/ 126 w 274"/>
              <a:gd name="T19" fmla="*/ 271 h 284"/>
              <a:gd name="T20" fmla="*/ 104 w 274"/>
              <a:gd name="T21" fmla="*/ 284 h 284"/>
              <a:gd name="T22" fmla="*/ 103 w 274"/>
              <a:gd name="T23" fmla="*/ 284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 h="284">
                <a:moveTo>
                  <a:pt x="103" y="284"/>
                </a:moveTo>
                <a:cubicBezTo>
                  <a:pt x="94" y="284"/>
                  <a:pt x="86" y="280"/>
                  <a:pt x="80" y="273"/>
                </a:cubicBezTo>
                <a:cubicBezTo>
                  <a:pt x="9" y="178"/>
                  <a:pt x="9" y="178"/>
                  <a:pt x="9" y="178"/>
                </a:cubicBezTo>
                <a:cubicBezTo>
                  <a:pt x="0" y="166"/>
                  <a:pt x="2" y="149"/>
                  <a:pt x="14" y="139"/>
                </a:cubicBezTo>
                <a:cubicBezTo>
                  <a:pt x="27" y="130"/>
                  <a:pt x="44" y="133"/>
                  <a:pt x="53" y="145"/>
                </a:cubicBezTo>
                <a:cubicBezTo>
                  <a:pt x="100" y="207"/>
                  <a:pt x="100" y="207"/>
                  <a:pt x="100" y="207"/>
                </a:cubicBezTo>
                <a:cubicBezTo>
                  <a:pt x="219" y="17"/>
                  <a:pt x="219" y="17"/>
                  <a:pt x="219" y="17"/>
                </a:cubicBezTo>
                <a:cubicBezTo>
                  <a:pt x="227" y="4"/>
                  <a:pt x="244" y="0"/>
                  <a:pt x="257" y="8"/>
                </a:cubicBezTo>
                <a:cubicBezTo>
                  <a:pt x="270" y="16"/>
                  <a:pt x="274" y="33"/>
                  <a:pt x="266" y="47"/>
                </a:cubicBezTo>
                <a:cubicBezTo>
                  <a:pt x="126" y="271"/>
                  <a:pt x="126" y="271"/>
                  <a:pt x="126" y="271"/>
                </a:cubicBezTo>
                <a:cubicBezTo>
                  <a:pt x="121" y="279"/>
                  <a:pt x="113" y="283"/>
                  <a:pt x="104" y="284"/>
                </a:cubicBezTo>
                <a:cubicBezTo>
                  <a:pt x="104" y="284"/>
                  <a:pt x="103" y="284"/>
                  <a:pt x="103" y="284"/>
                </a:cubicBezTo>
                <a:close/>
              </a:path>
            </a:pathLst>
          </a:custGeom>
          <a:solidFill>
            <a:schemeClr val="bg1"/>
          </a:solidFill>
          <a:ln>
            <a:noFill/>
          </a:ln>
        </p:spPr>
        <p:txBody>
          <a:bodyPr vert="horz" wrap="square" lIns="68572" tIns="34286" rIns="68572" bIns="34286" numCol="1" anchor="t" anchorCtr="0" compatLnSpc="1"/>
          <a:lstStyle/>
          <a:p>
            <a:pPr algn="just">
              <a:lnSpc>
                <a:spcPct val="120000"/>
              </a:lnSpc>
            </a:pPr>
            <a:endParaRPr lang="en-US" sz="600" dirty="0">
              <a:latin typeface="Arial" panose="020B0604020202020204" pitchFamily="34" charset="0"/>
              <a:ea typeface="微软雅黑" panose="020B0503020204020204" charset="-122"/>
              <a:cs typeface="+mn-ea"/>
              <a:sym typeface="Arial" panose="020B0604020202020204" pitchFamily="34" charset="0"/>
            </a:endParaRPr>
          </a:p>
        </p:txBody>
      </p:sp>
      <p:grpSp>
        <p:nvGrpSpPr>
          <p:cNvPr id="17" name="Group 16"/>
          <p:cNvGrpSpPr/>
          <p:nvPr/>
        </p:nvGrpSpPr>
        <p:grpSpPr>
          <a:xfrm>
            <a:off x="4417628" y="2683671"/>
            <a:ext cx="269986" cy="270000"/>
            <a:chOff x="3526798" y="4057329"/>
            <a:chExt cx="284519" cy="359394"/>
          </a:xfrm>
          <a:solidFill>
            <a:schemeClr val="bg1"/>
          </a:solidFill>
        </p:grpSpPr>
        <p:sp>
          <p:nvSpPr>
            <p:cNvPr id="18" name="Freeform 107"/>
            <p:cNvSpPr/>
            <p:nvPr/>
          </p:nvSpPr>
          <p:spPr bwMode="auto">
            <a:xfrm>
              <a:off x="3561739" y="4092269"/>
              <a:ext cx="214637" cy="289511"/>
            </a:xfrm>
            <a:custGeom>
              <a:avLst/>
              <a:gdLst>
                <a:gd name="T0" fmla="*/ 0 w 86"/>
                <a:gd name="T1" fmla="*/ 10 h 116"/>
                <a:gd name="T2" fmla="*/ 76 w 86"/>
                <a:gd name="T3" fmla="*/ 10 h 116"/>
                <a:gd name="T4" fmla="*/ 76 w 86"/>
                <a:gd name="T5" fmla="*/ 116 h 116"/>
                <a:gd name="T6" fmla="*/ 86 w 86"/>
                <a:gd name="T7" fmla="*/ 116 h 116"/>
                <a:gd name="T8" fmla="*/ 86 w 86"/>
                <a:gd name="T9" fmla="*/ 0 h 116"/>
                <a:gd name="T10" fmla="*/ 0 w 86"/>
                <a:gd name="T11" fmla="*/ 0 h 116"/>
                <a:gd name="T12" fmla="*/ 0 w 86"/>
                <a:gd name="T13" fmla="*/ 10 h 116"/>
              </a:gdLst>
              <a:ahLst/>
              <a:cxnLst>
                <a:cxn ang="0">
                  <a:pos x="T0" y="T1"/>
                </a:cxn>
                <a:cxn ang="0">
                  <a:pos x="T2" y="T3"/>
                </a:cxn>
                <a:cxn ang="0">
                  <a:pos x="T4" y="T5"/>
                </a:cxn>
                <a:cxn ang="0">
                  <a:pos x="T6" y="T7"/>
                </a:cxn>
                <a:cxn ang="0">
                  <a:pos x="T8" y="T9"/>
                </a:cxn>
                <a:cxn ang="0">
                  <a:pos x="T10" y="T11"/>
                </a:cxn>
                <a:cxn ang="0">
                  <a:pos x="T12" y="T13"/>
                </a:cxn>
              </a:cxnLst>
              <a:rect l="0" t="0" r="r" b="b"/>
              <a:pathLst>
                <a:path w="86" h="116">
                  <a:moveTo>
                    <a:pt x="0" y="10"/>
                  </a:moveTo>
                  <a:lnTo>
                    <a:pt x="76" y="10"/>
                  </a:lnTo>
                  <a:lnTo>
                    <a:pt x="76" y="116"/>
                  </a:lnTo>
                  <a:lnTo>
                    <a:pt x="86" y="116"/>
                  </a:lnTo>
                  <a:lnTo>
                    <a:pt x="86" y="0"/>
                  </a:lnTo>
                  <a:lnTo>
                    <a:pt x="0" y="0"/>
                  </a:lnTo>
                  <a:lnTo>
                    <a:pt x="0" y="1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72326" tIns="36163" rIns="72326" bIns="36163" numCol="1" anchor="t" anchorCtr="0" compatLnSpc="1"/>
            <a:lstStyle/>
            <a:p>
              <a:pPr algn="just">
                <a:lnSpc>
                  <a:spcPct val="120000"/>
                </a:lnSpc>
              </a:pPr>
              <a:endParaRPr lang="en-US" sz="600" dirty="0">
                <a:latin typeface="Arial" panose="020B0604020202020204" pitchFamily="34" charset="0"/>
                <a:ea typeface="微软雅黑" panose="020B0503020204020204" charset="-122"/>
                <a:cs typeface="+mn-ea"/>
                <a:sym typeface="Arial" panose="020B0604020202020204" pitchFamily="34" charset="0"/>
              </a:endParaRPr>
            </a:p>
          </p:txBody>
        </p:sp>
        <p:sp>
          <p:nvSpPr>
            <p:cNvPr id="19" name="Freeform 108"/>
            <p:cNvSpPr/>
            <p:nvPr/>
          </p:nvSpPr>
          <p:spPr bwMode="auto">
            <a:xfrm>
              <a:off x="3599175" y="4057329"/>
              <a:ext cx="212142" cy="284519"/>
            </a:xfrm>
            <a:custGeom>
              <a:avLst/>
              <a:gdLst>
                <a:gd name="T0" fmla="*/ 0 w 85"/>
                <a:gd name="T1" fmla="*/ 0 h 114"/>
                <a:gd name="T2" fmla="*/ 0 w 85"/>
                <a:gd name="T3" fmla="*/ 9 h 114"/>
                <a:gd name="T4" fmla="*/ 76 w 85"/>
                <a:gd name="T5" fmla="*/ 9 h 114"/>
                <a:gd name="T6" fmla="*/ 76 w 85"/>
                <a:gd name="T7" fmla="*/ 114 h 114"/>
                <a:gd name="T8" fmla="*/ 85 w 85"/>
                <a:gd name="T9" fmla="*/ 114 h 114"/>
                <a:gd name="T10" fmla="*/ 85 w 85"/>
                <a:gd name="T11" fmla="*/ 0 h 114"/>
                <a:gd name="T12" fmla="*/ 0 w 85"/>
                <a:gd name="T13" fmla="*/ 0 h 114"/>
              </a:gdLst>
              <a:ahLst/>
              <a:cxnLst>
                <a:cxn ang="0">
                  <a:pos x="T0" y="T1"/>
                </a:cxn>
                <a:cxn ang="0">
                  <a:pos x="T2" y="T3"/>
                </a:cxn>
                <a:cxn ang="0">
                  <a:pos x="T4" y="T5"/>
                </a:cxn>
                <a:cxn ang="0">
                  <a:pos x="T6" y="T7"/>
                </a:cxn>
                <a:cxn ang="0">
                  <a:pos x="T8" y="T9"/>
                </a:cxn>
                <a:cxn ang="0">
                  <a:pos x="T10" y="T11"/>
                </a:cxn>
                <a:cxn ang="0">
                  <a:pos x="T12" y="T13"/>
                </a:cxn>
              </a:cxnLst>
              <a:rect l="0" t="0" r="r" b="b"/>
              <a:pathLst>
                <a:path w="85" h="114">
                  <a:moveTo>
                    <a:pt x="0" y="0"/>
                  </a:moveTo>
                  <a:lnTo>
                    <a:pt x="0" y="9"/>
                  </a:lnTo>
                  <a:lnTo>
                    <a:pt x="76" y="9"/>
                  </a:lnTo>
                  <a:lnTo>
                    <a:pt x="76" y="114"/>
                  </a:lnTo>
                  <a:lnTo>
                    <a:pt x="85" y="114"/>
                  </a:lnTo>
                  <a:lnTo>
                    <a:pt x="85"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72326" tIns="36163" rIns="72326" bIns="36163" numCol="1" anchor="t" anchorCtr="0" compatLnSpc="1"/>
            <a:lstStyle/>
            <a:p>
              <a:pPr algn="just">
                <a:lnSpc>
                  <a:spcPct val="120000"/>
                </a:lnSpc>
              </a:pPr>
              <a:endParaRPr lang="en-US" sz="600" dirty="0">
                <a:latin typeface="Arial" panose="020B0604020202020204" pitchFamily="34" charset="0"/>
                <a:ea typeface="微软雅黑" panose="020B0503020204020204" charset="-122"/>
                <a:cs typeface="+mn-ea"/>
                <a:sym typeface="Arial" panose="020B0604020202020204" pitchFamily="34" charset="0"/>
              </a:endParaRPr>
            </a:p>
          </p:txBody>
        </p:sp>
        <p:sp>
          <p:nvSpPr>
            <p:cNvPr id="20" name="Freeform 109"/>
            <p:cNvSpPr/>
            <p:nvPr/>
          </p:nvSpPr>
          <p:spPr bwMode="auto">
            <a:xfrm>
              <a:off x="3526798" y="4129707"/>
              <a:ext cx="212142" cy="287016"/>
            </a:xfrm>
            <a:custGeom>
              <a:avLst/>
              <a:gdLst>
                <a:gd name="T0" fmla="*/ 0 w 85"/>
                <a:gd name="T1" fmla="*/ 0 h 115"/>
                <a:gd name="T2" fmla="*/ 0 w 85"/>
                <a:gd name="T3" fmla="*/ 115 h 115"/>
                <a:gd name="T4" fmla="*/ 85 w 85"/>
                <a:gd name="T5" fmla="*/ 115 h 115"/>
                <a:gd name="T6" fmla="*/ 85 w 85"/>
                <a:gd name="T7" fmla="*/ 105 h 115"/>
                <a:gd name="T8" fmla="*/ 85 w 85"/>
                <a:gd name="T9" fmla="*/ 0 h 115"/>
                <a:gd name="T10" fmla="*/ 10 w 85"/>
                <a:gd name="T11" fmla="*/ 0 h 115"/>
                <a:gd name="T12" fmla="*/ 0 w 85"/>
                <a:gd name="T13" fmla="*/ 0 h 115"/>
              </a:gdLst>
              <a:ahLst/>
              <a:cxnLst>
                <a:cxn ang="0">
                  <a:pos x="T0" y="T1"/>
                </a:cxn>
                <a:cxn ang="0">
                  <a:pos x="T2" y="T3"/>
                </a:cxn>
                <a:cxn ang="0">
                  <a:pos x="T4" y="T5"/>
                </a:cxn>
                <a:cxn ang="0">
                  <a:pos x="T6" y="T7"/>
                </a:cxn>
                <a:cxn ang="0">
                  <a:pos x="T8" y="T9"/>
                </a:cxn>
                <a:cxn ang="0">
                  <a:pos x="T10" y="T11"/>
                </a:cxn>
                <a:cxn ang="0">
                  <a:pos x="T12" y="T13"/>
                </a:cxn>
              </a:cxnLst>
              <a:rect l="0" t="0" r="r" b="b"/>
              <a:pathLst>
                <a:path w="85" h="115">
                  <a:moveTo>
                    <a:pt x="0" y="0"/>
                  </a:moveTo>
                  <a:lnTo>
                    <a:pt x="0" y="115"/>
                  </a:lnTo>
                  <a:lnTo>
                    <a:pt x="85" y="115"/>
                  </a:lnTo>
                  <a:lnTo>
                    <a:pt x="85" y="105"/>
                  </a:lnTo>
                  <a:lnTo>
                    <a:pt x="85" y="0"/>
                  </a:lnTo>
                  <a:lnTo>
                    <a:pt x="1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72326" tIns="36163" rIns="72326" bIns="36163" numCol="1" anchor="t" anchorCtr="0" compatLnSpc="1"/>
            <a:lstStyle/>
            <a:p>
              <a:pPr algn="just">
                <a:lnSpc>
                  <a:spcPct val="120000"/>
                </a:lnSpc>
              </a:pPr>
              <a:endParaRPr lang="en-US" sz="600" dirty="0">
                <a:latin typeface="Arial" panose="020B0604020202020204" pitchFamily="34" charset="0"/>
                <a:ea typeface="微软雅黑" panose="020B0503020204020204" charset="-122"/>
                <a:cs typeface="+mn-ea"/>
                <a:sym typeface="Arial" panose="020B0604020202020204" pitchFamily="34" charset="0"/>
              </a:endParaRPr>
            </a:p>
          </p:txBody>
        </p:sp>
      </p:grpSp>
      <p:grpSp>
        <p:nvGrpSpPr>
          <p:cNvPr id="21" name="Group 20"/>
          <p:cNvGrpSpPr/>
          <p:nvPr/>
        </p:nvGrpSpPr>
        <p:grpSpPr>
          <a:xfrm>
            <a:off x="1283314" y="1983025"/>
            <a:ext cx="269986" cy="270000"/>
            <a:chOff x="4669866" y="3800264"/>
            <a:chExt cx="279527" cy="416797"/>
          </a:xfrm>
          <a:solidFill>
            <a:schemeClr val="bg1"/>
          </a:solidFill>
        </p:grpSpPr>
        <p:sp>
          <p:nvSpPr>
            <p:cNvPr id="22" name="Freeform 141"/>
            <p:cNvSpPr>
              <a:spLocks noEditPoints="1"/>
            </p:cNvSpPr>
            <p:nvPr/>
          </p:nvSpPr>
          <p:spPr bwMode="auto">
            <a:xfrm>
              <a:off x="4669866" y="3800264"/>
              <a:ext cx="279527" cy="316965"/>
            </a:xfrm>
            <a:custGeom>
              <a:avLst/>
              <a:gdLst>
                <a:gd name="T0" fmla="*/ 84 w 84"/>
                <a:gd name="T1" fmla="*/ 42 h 95"/>
                <a:gd name="T2" fmla="*/ 42 w 84"/>
                <a:gd name="T3" fmla="*/ 0 h 95"/>
                <a:gd name="T4" fmla="*/ 0 w 84"/>
                <a:gd name="T5" fmla="*/ 42 h 95"/>
                <a:gd name="T6" fmla="*/ 28 w 84"/>
                <a:gd name="T7" fmla="*/ 81 h 95"/>
                <a:gd name="T8" fmla="*/ 25 w 84"/>
                <a:gd name="T9" fmla="*/ 81 h 95"/>
                <a:gd name="T10" fmla="*/ 25 w 84"/>
                <a:gd name="T11" fmla="*/ 95 h 95"/>
                <a:gd name="T12" fmla="*/ 60 w 84"/>
                <a:gd name="T13" fmla="*/ 95 h 95"/>
                <a:gd name="T14" fmla="*/ 60 w 84"/>
                <a:gd name="T15" fmla="*/ 81 h 95"/>
                <a:gd name="T16" fmla="*/ 57 w 84"/>
                <a:gd name="T17" fmla="*/ 81 h 95"/>
                <a:gd name="T18" fmla="*/ 84 w 84"/>
                <a:gd name="T19" fmla="*/ 42 h 95"/>
                <a:gd name="T20" fmla="*/ 42 w 84"/>
                <a:gd name="T21" fmla="*/ 77 h 95"/>
                <a:gd name="T22" fmla="*/ 7 w 84"/>
                <a:gd name="T23" fmla="*/ 42 h 95"/>
                <a:gd name="T24" fmla="*/ 42 w 84"/>
                <a:gd name="T25" fmla="*/ 7 h 95"/>
                <a:gd name="T26" fmla="*/ 77 w 84"/>
                <a:gd name="T27" fmla="*/ 42 h 95"/>
                <a:gd name="T28" fmla="*/ 42 w 84"/>
                <a:gd name="T29" fmla="*/ 77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4" h="95">
                  <a:moveTo>
                    <a:pt x="84" y="42"/>
                  </a:moveTo>
                  <a:cubicBezTo>
                    <a:pt x="84" y="19"/>
                    <a:pt x="65" y="0"/>
                    <a:pt x="42" y="0"/>
                  </a:cubicBezTo>
                  <a:cubicBezTo>
                    <a:pt x="19" y="0"/>
                    <a:pt x="0" y="19"/>
                    <a:pt x="0" y="42"/>
                  </a:cubicBezTo>
                  <a:cubicBezTo>
                    <a:pt x="0" y="60"/>
                    <a:pt x="12" y="75"/>
                    <a:pt x="28" y="81"/>
                  </a:cubicBezTo>
                  <a:cubicBezTo>
                    <a:pt x="25" y="81"/>
                    <a:pt x="25" y="81"/>
                    <a:pt x="25" y="81"/>
                  </a:cubicBezTo>
                  <a:cubicBezTo>
                    <a:pt x="25" y="95"/>
                    <a:pt x="25" y="95"/>
                    <a:pt x="25" y="95"/>
                  </a:cubicBezTo>
                  <a:cubicBezTo>
                    <a:pt x="60" y="95"/>
                    <a:pt x="60" y="95"/>
                    <a:pt x="60" y="95"/>
                  </a:cubicBezTo>
                  <a:cubicBezTo>
                    <a:pt x="60" y="81"/>
                    <a:pt x="60" y="81"/>
                    <a:pt x="60" y="81"/>
                  </a:cubicBezTo>
                  <a:cubicBezTo>
                    <a:pt x="57" y="81"/>
                    <a:pt x="57" y="81"/>
                    <a:pt x="57" y="81"/>
                  </a:cubicBezTo>
                  <a:cubicBezTo>
                    <a:pt x="73" y="75"/>
                    <a:pt x="84" y="60"/>
                    <a:pt x="84" y="42"/>
                  </a:cubicBezTo>
                  <a:close/>
                  <a:moveTo>
                    <a:pt x="42" y="77"/>
                  </a:moveTo>
                  <a:cubicBezTo>
                    <a:pt x="23" y="77"/>
                    <a:pt x="7" y="61"/>
                    <a:pt x="7" y="42"/>
                  </a:cubicBezTo>
                  <a:cubicBezTo>
                    <a:pt x="7" y="23"/>
                    <a:pt x="23" y="7"/>
                    <a:pt x="42" y="7"/>
                  </a:cubicBezTo>
                  <a:cubicBezTo>
                    <a:pt x="62" y="7"/>
                    <a:pt x="77" y="23"/>
                    <a:pt x="77" y="42"/>
                  </a:cubicBezTo>
                  <a:cubicBezTo>
                    <a:pt x="77" y="61"/>
                    <a:pt x="62" y="77"/>
                    <a:pt x="42" y="7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72326" tIns="36163" rIns="72326" bIns="36163" numCol="1" anchor="t" anchorCtr="0" compatLnSpc="1"/>
            <a:lstStyle/>
            <a:p>
              <a:pPr algn="just">
                <a:lnSpc>
                  <a:spcPct val="120000"/>
                </a:lnSpc>
              </a:pPr>
              <a:endParaRPr lang="en-US" sz="600" dirty="0">
                <a:latin typeface="Arial" panose="020B0604020202020204" pitchFamily="34" charset="0"/>
                <a:ea typeface="微软雅黑" panose="020B0503020204020204" charset="-122"/>
                <a:cs typeface="+mn-ea"/>
                <a:sym typeface="Arial" panose="020B0604020202020204" pitchFamily="34" charset="0"/>
              </a:endParaRPr>
            </a:p>
          </p:txBody>
        </p:sp>
        <p:sp>
          <p:nvSpPr>
            <p:cNvPr id="23" name="Rectangle 142"/>
            <p:cNvSpPr>
              <a:spLocks noChangeArrowheads="1"/>
            </p:cNvSpPr>
            <p:nvPr/>
          </p:nvSpPr>
          <p:spPr bwMode="auto">
            <a:xfrm>
              <a:off x="4752226" y="4127210"/>
              <a:ext cx="117302" cy="4242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72326" tIns="36163" rIns="72326" bIns="36163" numCol="1" anchor="t" anchorCtr="0" compatLnSpc="1"/>
            <a:lstStyle/>
            <a:p>
              <a:pPr algn="just">
                <a:lnSpc>
                  <a:spcPct val="120000"/>
                </a:lnSpc>
              </a:pPr>
              <a:endParaRPr lang="en-US" sz="600" dirty="0">
                <a:latin typeface="Arial" panose="020B0604020202020204" pitchFamily="34" charset="0"/>
                <a:ea typeface="微软雅黑" panose="020B0503020204020204" charset="-122"/>
                <a:cs typeface="+mn-ea"/>
                <a:sym typeface="Arial" panose="020B0604020202020204" pitchFamily="34" charset="0"/>
              </a:endParaRPr>
            </a:p>
          </p:txBody>
        </p:sp>
        <p:sp>
          <p:nvSpPr>
            <p:cNvPr id="24" name="Freeform 143"/>
            <p:cNvSpPr/>
            <p:nvPr/>
          </p:nvSpPr>
          <p:spPr bwMode="auto">
            <a:xfrm>
              <a:off x="4752226" y="4179623"/>
              <a:ext cx="117302" cy="37438"/>
            </a:xfrm>
            <a:custGeom>
              <a:avLst/>
              <a:gdLst>
                <a:gd name="T0" fmla="*/ 0 w 47"/>
                <a:gd name="T1" fmla="*/ 9 h 15"/>
                <a:gd name="T2" fmla="*/ 16 w 47"/>
                <a:gd name="T3" fmla="*/ 9 h 15"/>
                <a:gd name="T4" fmla="*/ 16 w 47"/>
                <a:gd name="T5" fmla="*/ 15 h 15"/>
                <a:gd name="T6" fmla="*/ 31 w 47"/>
                <a:gd name="T7" fmla="*/ 15 h 15"/>
                <a:gd name="T8" fmla="*/ 31 w 47"/>
                <a:gd name="T9" fmla="*/ 9 h 15"/>
                <a:gd name="T10" fmla="*/ 47 w 47"/>
                <a:gd name="T11" fmla="*/ 9 h 15"/>
                <a:gd name="T12" fmla="*/ 47 w 47"/>
                <a:gd name="T13" fmla="*/ 0 h 15"/>
                <a:gd name="T14" fmla="*/ 0 w 47"/>
                <a:gd name="T15" fmla="*/ 0 h 15"/>
                <a:gd name="T16" fmla="*/ 0 w 47"/>
                <a:gd name="T17" fmla="*/ 9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 h="15">
                  <a:moveTo>
                    <a:pt x="0" y="9"/>
                  </a:moveTo>
                  <a:lnTo>
                    <a:pt x="16" y="9"/>
                  </a:lnTo>
                  <a:lnTo>
                    <a:pt x="16" y="15"/>
                  </a:lnTo>
                  <a:lnTo>
                    <a:pt x="31" y="15"/>
                  </a:lnTo>
                  <a:lnTo>
                    <a:pt x="31" y="9"/>
                  </a:lnTo>
                  <a:lnTo>
                    <a:pt x="47" y="9"/>
                  </a:lnTo>
                  <a:lnTo>
                    <a:pt x="47" y="0"/>
                  </a:lnTo>
                  <a:lnTo>
                    <a:pt x="0" y="0"/>
                  </a:lnTo>
                  <a:lnTo>
                    <a:pt x="0" y="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72326" tIns="36163" rIns="72326" bIns="36163" numCol="1" anchor="t" anchorCtr="0" compatLnSpc="1"/>
            <a:lstStyle/>
            <a:p>
              <a:pPr algn="just">
                <a:lnSpc>
                  <a:spcPct val="120000"/>
                </a:lnSpc>
              </a:pPr>
              <a:endParaRPr lang="en-US" sz="600" dirty="0">
                <a:latin typeface="Arial" panose="020B0604020202020204" pitchFamily="34" charset="0"/>
                <a:ea typeface="微软雅黑" panose="020B0503020204020204" charset="-122"/>
                <a:cs typeface="+mn-ea"/>
                <a:sym typeface="Arial" panose="020B0604020202020204" pitchFamily="34" charset="0"/>
              </a:endParaRPr>
            </a:p>
          </p:txBody>
        </p:sp>
        <p:sp>
          <p:nvSpPr>
            <p:cNvPr id="25" name="Freeform 144"/>
            <p:cNvSpPr>
              <a:spLocks noEditPoints="1"/>
            </p:cNvSpPr>
            <p:nvPr/>
          </p:nvSpPr>
          <p:spPr bwMode="auto">
            <a:xfrm>
              <a:off x="4769697" y="3890112"/>
              <a:ext cx="82362" cy="162227"/>
            </a:xfrm>
            <a:custGeom>
              <a:avLst/>
              <a:gdLst>
                <a:gd name="T0" fmla="*/ 32 w 33"/>
                <a:gd name="T1" fmla="*/ 3 h 65"/>
                <a:gd name="T2" fmla="*/ 28 w 33"/>
                <a:gd name="T3" fmla="*/ 0 h 65"/>
                <a:gd name="T4" fmla="*/ 16 w 33"/>
                <a:gd name="T5" fmla="*/ 5 h 65"/>
                <a:gd name="T6" fmla="*/ 4 w 33"/>
                <a:gd name="T7" fmla="*/ 0 h 65"/>
                <a:gd name="T8" fmla="*/ 0 w 33"/>
                <a:gd name="T9" fmla="*/ 3 h 65"/>
                <a:gd name="T10" fmla="*/ 0 w 33"/>
                <a:gd name="T11" fmla="*/ 3 h 65"/>
                <a:gd name="T12" fmla="*/ 0 w 33"/>
                <a:gd name="T13" fmla="*/ 3 h 65"/>
                <a:gd name="T14" fmla="*/ 15 w 33"/>
                <a:gd name="T15" fmla="*/ 65 h 65"/>
                <a:gd name="T16" fmla="*/ 19 w 33"/>
                <a:gd name="T17" fmla="*/ 65 h 65"/>
                <a:gd name="T18" fmla="*/ 33 w 33"/>
                <a:gd name="T19" fmla="*/ 3 h 65"/>
                <a:gd name="T20" fmla="*/ 33 w 33"/>
                <a:gd name="T21" fmla="*/ 3 h 65"/>
                <a:gd name="T22" fmla="*/ 33 w 33"/>
                <a:gd name="T23" fmla="*/ 3 h 65"/>
                <a:gd name="T24" fmla="*/ 33 w 33"/>
                <a:gd name="T25" fmla="*/ 3 h 65"/>
                <a:gd name="T26" fmla="*/ 32 w 33"/>
                <a:gd name="T27" fmla="*/ 3 h 65"/>
                <a:gd name="T28" fmla="*/ 16 w 33"/>
                <a:gd name="T29" fmla="*/ 57 h 65"/>
                <a:gd name="T30" fmla="*/ 4 w 33"/>
                <a:gd name="T31" fmla="*/ 4 h 65"/>
                <a:gd name="T32" fmla="*/ 16 w 33"/>
                <a:gd name="T33" fmla="*/ 8 h 65"/>
                <a:gd name="T34" fmla="*/ 29 w 33"/>
                <a:gd name="T35" fmla="*/ 4 h 65"/>
                <a:gd name="T36" fmla="*/ 16 w 33"/>
                <a:gd name="T37" fmla="*/ 57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3" h="65">
                  <a:moveTo>
                    <a:pt x="32" y="3"/>
                  </a:moveTo>
                  <a:lnTo>
                    <a:pt x="28" y="0"/>
                  </a:lnTo>
                  <a:lnTo>
                    <a:pt x="16" y="5"/>
                  </a:lnTo>
                  <a:lnTo>
                    <a:pt x="4" y="0"/>
                  </a:lnTo>
                  <a:lnTo>
                    <a:pt x="0" y="3"/>
                  </a:lnTo>
                  <a:lnTo>
                    <a:pt x="0" y="3"/>
                  </a:lnTo>
                  <a:lnTo>
                    <a:pt x="0" y="3"/>
                  </a:lnTo>
                  <a:lnTo>
                    <a:pt x="15" y="65"/>
                  </a:lnTo>
                  <a:lnTo>
                    <a:pt x="19" y="65"/>
                  </a:lnTo>
                  <a:lnTo>
                    <a:pt x="33" y="3"/>
                  </a:lnTo>
                  <a:lnTo>
                    <a:pt x="33" y="3"/>
                  </a:lnTo>
                  <a:lnTo>
                    <a:pt x="33" y="3"/>
                  </a:lnTo>
                  <a:lnTo>
                    <a:pt x="33" y="3"/>
                  </a:lnTo>
                  <a:lnTo>
                    <a:pt x="32" y="3"/>
                  </a:lnTo>
                  <a:close/>
                  <a:moveTo>
                    <a:pt x="16" y="57"/>
                  </a:moveTo>
                  <a:lnTo>
                    <a:pt x="4" y="4"/>
                  </a:lnTo>
                  <a:lnTo>
                    <a:pt x="16" y="8"/>
                  </a:lnTo>
                  <a:lnTo>
                    <a:pt x="29" y="4"/>
                  </a:lnTo>
                  <a:lnTo>
                    <a:pt x="16" y="5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72326" tIns="36163" rIns="72326" bIns="36163" numCol="1" anchor="t" anchorCtr="0" compatLnSpc="1"/>
            <a:lstStyle/>
            <a:p>
              <a:pPr algn="just">
                <a:lnSpc>
                  <a:spcPct val="120000"/>
                </a:lnSpc>
              </a:pPr>
              <a:endParaRPr lang="en-US" sz="600" dirty="0">
                <a:latin typeface="Arial" panose="020B0604020202020204" pitchFamily="34" charset="0"/>
                <a:ea typeface="微软雅黑" panose="020B0503020204020204" charset="-122"/>
                <a:cs typeface="+mn-ea"/>
                <a:sym typeface="Arial" panose="020B0604020202020204" pitchFamily="34" charset="0"/>
              </a:endParaRPr>
            </a:p>
          </p:txBody>
        </p:sp>
      </p:grpSp>
      <p:grpSp>
        <p:nvGrpSpPr>
          <p:cNvPr id="26" name="Group 25"/>
          <p:cNvGrpSpPr/>
          <p:nvPr/>
        </p:nvGrpSpPr>
        <p:grpSpPr>
          <a:xfrm>
            <a:off x="2865989" y="2382584"/>
            <a:ext cx="269986" cy="270000"/>
            <a:chOff x="3440113" y="1050925"/>
            <a:chExt cx="390525" cy="333376"/>
          </a:xfrm>
          <a:solidFill>
            <a:schemeClr val="bg1"/>
          </a:solidFill>
        </p:grpSpPr>
        <p:sp>
          <p:nvSpPr>
            <p:cNvPr id="27" name="Freeform 8"/>
            <p:cNvSpPr/>
            <p:nvPr/>
          </p:nvSpPr>
          <p:spPr bwMode="auto">
            <a:xfrm>
              <a:off x="3563938" y="1244600"/>
              <a:ext cx="69850" cy="71438"/>
            </a:xfrm>
            <a:custGeom>
              <a:avLst/>
              <a:gdLst>
                <a:gd name="T0" fmla="*/ 44 w 44"/>
                <a:gd name="T1" fmla="*/ 25 h 45"/>
                <a:gd name="T2" fmla="*/ 19 w 44"/>
                <a:gd name="T3" fmla="*/ 0 h 45"/>
                <a:gd name="T4" fmla="*/ 19 w 44"/>
                <a:gd name="T5" fmla="*/ 0 h 45"/>
                <a:gd name="T6" fmla="*/ 0 w 44"/>
                <a:gd name="T7" fmla="*/ 45 h 45"/>
                <a:gd name="T8" fmla="*/ 44 w 44"/>
                <a:gd name="T9" fmla="*/ 25 h 45"/>
              </a:gdLst>
              <a:ahLst/>
              <a:cxnLst>
                <a:cxn ang="0">
                  <a:pos x="T0" y="T1"/>
                </a:cxn>
                <a:cxn ang="0">
                  <a:pos x="T2" y="T3"/>
                </a:cxn>
                <a:cxn ang="0">
                  <a:pos x="T4" y="T5"/>
                </a:cxn>
                <a:cxn ang="0">
                  <a:pos x="T6" y="T7"/>
                </a:cxn>
                <a:cxn ang="0">
                  <a:pos x="T8" y="T9"/>
                </a:cxn>
              </a:cxnLst>
              <a:rect l="0" t="0" r="r" b="b"/>
              <a:pathLst>
                <a:path w="44" h="45">
                  <a:moveTo>
                    <a:pt x="44" y="25"/>
                  </a:moveTo>
                  <a:lnTo>
                    <a:pt x="19" y="0"/>
                  </a:lnTo>
                  <a:lnTo>
                    <a:pt x="19" y="0"/>
                  </a:lnTo>
                  <a:lnTo>
                    <a:pt x="0" y="45"/>
                  </a:lnTo>
                  <a:lnTo>
                    <a:pt x="44" y="2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72326" tIns="36163" rIns="72326" bIns="36163" numCol="1" anchor="t" anchorCtr="0" compatLnSpc="1"/>
            <a:lstStyle/>
            <a:p>
              <a:pPr algn="just">
                <a:lnSpc>
                  <a:spcPct val="120000"/>
                </a:lnSpc>
              </a:pPr>
              <a:endParaRPr lang="en-US" sz="600" dirty="0">
                <a:latin typeface="Arial" panose="020B0604020202020204" pitchFamily="34" charset="0"/>
                <a:ea typeface="微软雅黑" panose="020B0503020204020204" charset="-122"/>
                <a:cs typeface="+mn-ea"/>
                <a:sym typeface="Arial" panose="020B0604020202020204" pitchFamily="34" charset="0"/>
              </a:endParaRPr>
            </a:p>
          </p:txBody>
        </p:sp>
        <p:sp>
          <p:nvSpPr>
            <p:cNvPr id="28" name="Rectangle 9"/>
            <p:cNvSpPr>
              <a:spLocks noChangeArrowheads="1"/>
            </p:cNvSpPr>
            <p:nvPr/>
          </p:nvSpPr>
          <p:spPr bwMode="auto">
            <a:xfrm>
              <a:off x="3633788" y="1284288"/>
              <a:ext cx="1588" cy="15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72326" tIns="36163" rIns="72326" bIns="36163" numCol="1" anchor="t" anchorCtr="0" compatLnSpc="1"/>
            <a:lstStyle/>
            <a:p>
              <a:pPr algn="just">
                <a:lnSpc>
                  <a:spcPct val="120000"/>
                </a:lnSpc>
              </a:pPr>
              <a:endParaRPr lang="en-US" sz="600" dirty="0">
                <a:latin typeface="Arial" panose="020B0604020202020204" pitchFamily="34" charset="0"/>
                <a:ea typeface="微软雅黑" panose="020B0503020204020204" charset="-122"/>
                <a:cs typeface="+mn-ea"/>
                <a:sym typeface="Arial" panose="020B0604020202020204" pitchFamily="34" charset="0"/>
              </a:endParaRPr>
            </a:p>
          </p:txBody>
        </p:sp>
        <p:sp>
          <p:nvSpPr>
            <p:cNvPr id="29" name="Freeform 10"/>
            <p:cNvSpPr/>
            <p:nvPr/>
          </p:nvSpPr>
          <p:spPr bwMode="auto">
            <a:xfrm>
              <a:off x="3605213" y="1074738"/>
              <a:ext cx="176213" cy="176213"/>
            </a:xfrm>
            <a:custGeom>
              <a:avLst/>
              <a:gdLst>
                <a:gd name="T0" fmla="*/ 101 w 111"/>
                <a:gd name="T1" fmla="*/ 0 h 111"/>
                <a:gd name="T2" fmla="*/ 0 w 111"/>
                <a:gd name="T3" fmla="*/ 101 h 111"/>
                <a:gd name="T4" fmla="*/ 10 w 111"/>
                <a:gd name="T5" fmla="*/ 111 h 111"/>
                <a:gd name="T6" fmla="*/ 111 w 111"/>
                <a:gd name="T7" fmla="*/ 10 h 111"/>
                <a:gd name="T8" fmla="*/ 101 w 111"/>
                <a:gd name="T9" fmla="*/ 0 h 111"/>
              </a:gdLst>
              <a:ahLst/>
              <a:cxnLst>
                <a:cxn ang="0">
                  <a:pos x="T0" y="T1"/>
                </a:cxn>
                <a:cxn ang="0">
                  <a:pos x="T2" y="T3"/>
                </a:cxn>
                <a:cxn ang="0">
                  <a:pos x="T4" y="T5"/>
                </a:cxn>
                <a:cxn ang="0">
                  <a:pos x="T6" y="T7"/>
                </a:cxn>
                <a:cxn ang="0">
                  <a:pos x="T8" y="T9"/>
                </a:cxn>
              </a:cxnLst>
              <a:rect l="0" t="0" r="r" b="b"/>
              <a:pathLst>
                <a:path w="111" h="111">
                  <a:moveTo>
                    <a:pt x="101" y="0"/>
                  </a:moveTo>
                  <a:lnTo>
                    <a:pt x="0" y="101"/>
                  </a:lnTo>
                  <a:lnTo>
                    <a:pt x="10" y="111"/>
                  </a:lnTo>
                  <a:lnTo>
                    <a:pt x="111" y="10"/>
                  </a:lnTo>
                  <a:lnTo>
                    <a:pt x="10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72326" tIns="36163" rIns="72326" bIns="36163" numCol="1" anchor="t" anchorCtr="0" compatLnSpc="1"/>
            <a:lstStyle/>
            <a:p>
              <a:pPr algn="just">
                <a:lnSpc>
                  <a:spcPct val="120000"/>
                </a:lnSpc>
              </a:pPr>
              <a:endParaRPr lang="en-US" sz="600" dirty="0">
                <a:latin typeface="Arial" panose="020B0604020202020204" pitchFamily="34" charset="0"/>
                <a:ea typeface="微软雅黑" panose="020B0503020204020204" charset="-122"/>
                <a:cs typeface="+mn-ea"/>
                <a:sym typeface="Arial" panose="020B0604020202020204" pitchFamily="34" charset="0"/>
              </a:endParaRPr>
            </a:p>
          </p:txBody>
        </p:sp>
        <p:sp>
          <p:nvSpPr>
            <p:cNvPr id="30" name="Freeform 11"/>
            <p:cNvSpPr/>
            <p:nvPr/>
          </p:nvSpPr>
          <p:spPr bwMode="auto">
            <a:xfrm>
              <a:off x="3629025" y="1098550"/>
              <a:ext cx="177800" cy="177800"/>
            </a:xfrm>
            <a:custGeom>
              <a:avLst/>
              <a:gdLst>
                <a:gd name="T0" fmla="*/ 0 w 112"/>
                <a:gd name="T1" fmla="*/ 102 h 112"/>
                <a:gd name="T2" fmla="*/ 10 w 112"/>
                <a:gd name="T3" fmla="*/ 112 h 112"/>
                <a:gd name="T4" fmla="*/ 112 w 112"/>
                <a:gd name="T5" fmla="*/ 12 h 112"/>
                <a:gd name="T6" fmla="*/ 102 w 112"/>
                <a:gd name="T7" fmla="*/ 0 h 112"/>
                <a:gd name="T8" fmla="*/ 0 w 112"/>
                <a:gd name="T9" fmla="*/ 102 h 112"/>
              </a:gdLst>
              <a:ahLst/>
              <a:cxnLst>
                <a:cxn ang="0">
                  <a:pos x="T0" y="T1"/>
                </a:cxn>
                <a:cxn ang="0">
                  <a:pos x="T2" y="T3"/>
                </a:cxn>
                <a:cxn ang="0">
                  <a:pos x="T4" y="T5"/>
                </a:cxn>
                <a:cxn ang="0">
                  <a:pos x="T6" y="T7"/>
                </a:cxn>
                <a:cxn ang="0">
                  <a:pos x="T8" y="T9"/>
                </a:cxn>
              </a:cxnLst>
              <a:rect l="0" t="0" r="r" b="b"/>
              <a:pathLst>
                <a:path w="112" h="112">
                  <a:moveTo>
                    <a:pt x="0" y="102"/>
                  </a:moveTo>
                  <a:lnTo>
                    <a:pt x="10" y="112"/>
                  </a:lnTo>
                  <a:lnTo>
                    <a:pt x="112" y="12"/>
                  </a:lnTo>
                  <a:lnTo>
                    <a:pt x="102" y="0"/>
                  </a:lnTo>
                  <a:lnTo>
                    <a:pt x="0" y="10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72326" tIns="36163" rIns="72326" bIns="36163" numCol="1" anchor="t" anchorCtr="0" compatLnSpc="1"/>
            <a:lstStyle/>
            <a:p>
              <a:pPr algn="just">
                <a:lnSpc>
                  <a:spcPct val="120000"/>
                </a:lnSpc>
              </a:pPr>
              <a:endParaRPr lang="en-US" sz="600" dirty="0">
                <a:latin typeface="Arial" panose="020B0604020202020204" pitchFamily="34" charset="0"/>
                <a:ea typeface="微软雅黑" panose="020B0503020204020204" charset="-122"/>
                <a:cs typeface="+mn-ea"/>
                <a:sym typeface="Arial" panose="020B0604020202020204" pitchFamily="34" charset="0"/>
              </a:endParaRPr>
            </a:p>
          </p:txBody>
        </p:sp>
        <p:sp>
          <p:nvSpPr>
            <p:cNvPr id="31" name="Freeform 12"/>
            <p:cNvSpPr/>
            <p:nvPr/>
          </p:nvSpPr>
          <p:spPr bwMode="auto">
            <a:xfrm>
              <a:off x="3775075" y="1050925"/>
              <a:ext cx="55563" cy="52388"/>
            </a:xfrm>
            <a:custGeom>
              <a:avLst/>
              <a:gdLst>
                <a:gd name="T0" fmla="*/ 14 w 21"/>
                <a:gd name="T1" fmla="*/ 6 h 20"/>
                <a:gd name="T2" fmla="*/ 0 w 21"/>
                <a:gd name="T3" fmla="*/ 6 h 20"/>
                <a:gd name="T4" fmla="*/ 15 w 21"/>
                <a:gd name="T5" fmla="*/ 20 h 20"/>
                <a:gd name="T6" fmla="*/ 14 w 21"/>
                <a:gd name="T7" fmla="*/ 6 h 20"/>
              </a:gdLst>
              <a:ahLst/>
              <a:cxnLst>
                <a:cxn ang="0">
                  <a:pos x="T0" y="T1"/>
                </a:cxn>
                <a:cxn ang="0">
                  <a:pos x="T2" y="T3"/>
                </a:cxn>
                <a:cxn ang="0">
                  <a:pos x="T4" y="T5"/>
                </a:cxn>
                <a:cxn ang="0">
                  <a:pos x="T6" y="T7"/>
                </a:cxn>
              </a:cxnLst>
              <a:rect l="0" t="0" r="r" b="b"/>
              <a:pathLst>
                <a:path w="21" h="20">
                  <a:moveTo>
                    <a:pt x="14" y="6"/>
                  </a:moveTo>
                  <a:cubicBezTo>
                    <a:pt x="8" y="0"/>
                    <a:pt x="0" y="6"/>
                    <a:pt x="0" y="6"/>
                  </a:cubicBezTo>
                  <a:cubicBezTo>
                    <a:pt x="15" y="20"/>
                    <a:pt x="15" y="20"/>
                    <a:pt x="15" y="20"/>
                  </a:cubicBezTo>
                  <a:cubicBezTo>
                    <a:pt x="15" y="20"/>
                    <a:pt x="21" y="14"/>
                    <a:pt x="14"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72326" tIns="36163" rIns="72326" bIns="36163" numCol="1" anchor="t" anchorCtr="0" compatLnSpc="1"/>
            <a:lstStyle/>
            <a:p>
              <a:pPr algn="just">
                <a:lnSpc>
                  <a:spcPct val="120000"/>
                </a:lnSpc>
              </a:pPr>
              <a:endParaRPr lang="en-US" sz="600" dirty="0">
                <a:latin typeface="Arial" panose="020B0604020202020204" pitchFamily="34" charset="0"/>
                <a:ea typeface="微软雅黑" panose="020B0503020204020204" charset="-122"/>
                <a:cs typeface="+mn-ea"/>
                <a:sym typeface="Arial" panose="020B0604020202020204" pitchFamily="34" charset="0"/>
              </a:endParaRPr>
            </a:p>
          </p:txBody>
        </p:sp>
        <p:sp>
          <p:nvSpPr>
            <p:cNvPr id="32" name="Freeform 13"/>
            <p:cNvSpPr/>
            <p:nvPr/>
          </p:nvSpPr>
          <p:spPr bwMode="auto">
            <a:xfrm>
              <a:off x="3440113" y="1058863"/>
              <a:ext cx="327025" cy="325438"/>
            </a:xfrm>
            <a:custGeom>
              <a:avLst/>
              <a:gdLst>
                <a:gd name="T0" fmla="*/ 182 w 206"/>
                <a:gd name="T1" fmla="*/ 180 h 205"/>
                <a:gd name="T2" fmla="*/ 25 w 206"/>
                <a:gd name="T3" fmla="*/ 180 h 205"/>
                <a:gd name="T4" fmla="*/ 25 w 206"/>
                <a:gd name="T5" fmla="*/ 25 h 205"/>
                <a:gd name="T6" fmla="*/ 172 w 206"/>
                <a:gd name="T7" fmla="*/ 25 h 205"/>
                <a:gd name="T8" fmla="*/ 198 w 206"/>
                <a:gd name="T9" fmla="*/ 0 h 205"/>
                <a:gd name="T10" fmla="*/ 0 w 206"/>
                <a:gd name="T11" fmla="*/ 0 h 205"/>
                <a:gd name="T12" fmla="*/ 0 w 206"/>
                <a:gd name="T13" fmla="*/ 205 h 205"/>
                <a:gd name="T14" fmla="*/ 206 w 206"/>
                <a:gd name="T15" fmla="*/ 205 h 205"/>
                <a:gd name="T16" fmla="*/ 206 w 206"/>
                <a:gd name="T17" fmla="*/ 76 h 205"/>
                <a:gd name="T18" fmla="*/ 182 w 206"/>
                <a:gd name="T19" fmla="*/ 101 h 205"/>
                <a:gd name="T20" fmla="*/ 182 w 206"/>
                <a:gd name="T21" fmla="*/ 180 h 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06" h="205">
                  <a:moveTo>
                    <a:pt x="182" y="180"/>
                  </a:moveTo>
                  <a:lnTo>
                    <a:pt x="25" y="180"/>
                  </a:lnTo>
                  <a:lnTo>
                    <a:pt x="25" y="25"/>
                  </a:lnTo>
                  <a:lnTo>
                    <a:pt x="172" y="25"/>
                  </a:lnTo>
                  <a:lnTo>
                    <a:pt x="198" y="0"/>
                  </a:lnTo>
                  <a:lnTo>
                    <a:pt x="0" y="0"/>
                  </a:lnTo>
                  <a:lnTo>
                    <a:pt x="0" y="205"/>
                  </a:lnTo>
                  <a:lnTo>
                    <a:pt x="206" y="205"/>
                  </a:lnTo>
                  <a:lnTo>
                    <a:pt x="206" y="76"/>
                  </a:lnTo>
                  <a:lnTo>
                    <a:pt x="182" y="101"/>
                  </a:lnTo>
                  <a:lnTo>
                    <a:pt x="182" y="18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72326" tIns="36163" rIns="72326" bIns="36163" numCol="1" anchor="t" anchorCtr="0" compatLnSpc="1"/>
            <a:lstStyle/>
            <a:p>
              <a:pPr algn="just">
                <a:lnSpc>
                  <a:spcPct val="120000"/>
                </a:lnSpc>
              </a:pPr>
              <a:endParaRPr lang="en-US" sz="600" dirty="0">
                <a:latin typeface="Arial" panose="020B0604020202020204" pitchFamily="34" charset="0"/>
                <a:ea typeface="微软雅黑" panose="020B0503020204020204" charset="-122"/>
                <a:cs typeface="+mn-ea"/>
                <a:sym typeface="Arial" panose="020B0604020202020204" pitchFamily="34" charset="0"/>
              </a:endParaRPr>
            </a:p>
          </p:txBody>
        </p:sp>
      </p:grpSp>
      <p:sp>
        <p:nvSpPr>
          <p:cNvPr id="3" name="文本框 2"/>
          <p:cNvSpPr txBox="1"/>
          <p:nvPr/>
        </p:nvSpPr>
        <p:spPr>
          <a:xfrm>
            <a:off x="1164908" y="4107154"/>
            <a:ext cx="6813709" cy="783590"/>
          </a:xfrm>
          <a:prstGeom prst="rect">
            <a:avLst/>
          </a:prstGeom>
          <a:noFill/>
        </p:spPr>
        <p:txBody>
          <a:bodyPr wrap="square" rtlCol="0">
            <a:spAutoFit/>
          </a:bodyPr>
          <a:p>
            <a:r>
              <a:rPr lang="zh-CN" altLang="en-US" sz="1500">
                <a:solidFill>
                  <a:srgbClr val="0070C0"/>
                </a:solidFill>
              </a:rPr>
              <a:t>总之，测试用例的维护是一个长期的过程，也是一个不断改进和完善的过程。 测试用例管理是软件测试过程中的重要内容，测试用例的好坏对软件测试质量有着重要的影响。</a:t>
            </a:r>
            <a:endParaRPr lang="zh-CN" altLang="en-US" sz="1500">
              <a:solidFill>
                <a:srgbClr val="0070C0"/>
              </a:solidFill>
            </a:endParaRPr>
          </a:p>
        </p:txBody>
      </p:sp>
    </p:spTree>
  </p:cSld>
  <p:clrMapOvr>
    <a:masterClrMapping/>
  </p:clrMapOvr>
  <p:transition advTm="6038">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ipe(left)">
                                      <p:cBhvr>
                                        <p:cTn id="11" dur="500"/>
                                        <p:tgtEl>
                                          <p:spTgt spid="7"/>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ipe(left)">
                                      <p:cBhvr>
                                        <p:cTn id="15" dur="500"/>
                                        <p:tgtEl>
                                          <p:spTgt spid="8"/>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wipe(left)">
                                      <p:cBhvr>
                                        <p:cTn id="19" dur="500"/>
                                        <p:tgtEl>
                                          <p:spTgt spid="9"/>
                                        </p:tgtEl>
                                      </p:cBhvr>
                                    </p:animEffect>
                                  </p:childTnLst>
                                </p:cTn>
                              </p:par>
                              <p:par>
                                <p:cTn id="20" presetID="53" presetClass="entr" presetSubtype="16" fill="hold" nodeType="withEffect">
                                  <p:stCondLst>
                                    <p:cond delay="0"/>
                                  </p:stCondLst>
                                  <p:childTnLst>
                                    <p:set>
                                      <p:cBhvr>
                                        <p:cTn id="21" dur="1" fill="hold">
                                          <p:stCondLst>
                                            <p:cond delay="0"/>
                                          </p:stCondLst>
                                        </p:cTn>
                                        <p:tgtEl>
                                          <p:spTgt spid="21"/>
                                        </p:tgtEl>
                                        <p:attrNameLst>
                                          <p:attrName>style.visibility</p:attrName>
                                        </p:attrNameLst>
                                      </p:cBhvr>
                                      <p:to>
                                        <p:strVal val="visible"/>
                                      </p:to>
                                    </p:set>
                                    <p:anim calcmode="lin" valueType="num">
                                      <p:cBhvr>
                                        <p:cTn id="22" dur="500" fill="hold"/>
                                        <p:tgtEl>
                                          <p:spTgt spid="21"/>
                                        </p:tgtEl>
                                        <p:attrNameLst>
                                          <p:attrName>ppt_w</p:attrName>
                                        </p:attrNameLst>
                                      </p:cBhvr>
                                      <p:tavLst>
                                        <p:tav tm="0">
                                          <p:val>
                                            <p:fltVal val="0"/>
                                          </p:val>
                                        </p:tav>
                                        <p:tav tm="100000">
                                          <p:val>
                                            <p:strVal val="#ppt_w"/>
                                          </p:val>
                                        </p:tav>
                                      </p:tavLst>
                                    </p:anim>
                                    <p:anim calcmode="lin" valueType="num">
                                      <p:cBhvr>
                                        <p:cTn id="23" dur="500" fill="hold"/>
                                        <p:tgtEl>
                                          <p:spTgt spid="21"/>
                                        </p:tgtEl>
                                        <p:attrNameLst>
                                          <p:attrName>ppt_h</p:attrName>
                                        </p:attrNameLst>
                                      </p:cBhvr>
                                      <p:tavLst>
                                        <p:tav tm="0">
                                          <p:val>
                                            <p:fltVal val="0"/>
                                          </p:val>
                                        </p:tav>
                                        <p:tav tm="100000">
                                          <p:val>
                                            <p:strVal val="#ppt_h"/>
                                          </p:val>
                                        </p:tav>
                                      </p:tavLst>
                                    </p:anim>
                                    <p:animEffect transition="in" filter="fade">
                                      <p:cBhvr>
                                        <p:cTn id="24" dur="500"/>
                                        <p:tgtEl>
                                          <p:spTgt spid="21"/>
                                        </p:tgtEl>
                                      </p:cBhvr>
                                    </p:animEffect>
                                  </p:childTnLst>
                                </p:cTn>
                              </p:par>
                              <p:par>
                                <p:cTn id="25" presetID="53" presetClass="entr" presetSubtype="16" fill="hold" nodeType="withEffect">
                                  <p:stCondLst>
                                    <p:cond delay="0"/>
                                  </p:stCondLst>
                                  <p:childTnLst>
                                    <p:set>
                                      <p:cBhvr>
                                        <p:cTn id="26" dur="1" fill="hold">
                                          <p:stCondLst>
                                            <p:cond delay="0"/>
                                          </p:stCondLst>
                                        </p:cTn>
                                        <p:tgtEl>
                                          <p:spTgt spid="26"/>
                                        </p:tgtEl>
                                        <p:attrNameLst>
                                          <p:attrName>style.visibility</p:attrName>
                                        </p:attrNameLst>
                                      </p:cBhvr>
                                      <p:to>
                                        <p:strVal val="visible"/>
                                      </p:to>
                                    </p:set>
                                    <p:anim calcmode="lin" valueType="num">
                                      <p:cBhvr>
                                        <p:cTn id="27" dur="500" fill="hold"/>
                                        <p:tgtEl>
                                          <p:spTgt spid="26"/>
                                        </p:tgtEl>
                                        <p:attrNameLst>
                                          <p:attrName>ppt_w</p:attrName>
                                        </p:attrNameLst>
                                      </p:cBhvr>
                                      <p:tavLst>
                                        <p:tav tm="0">
                                          <p:val>
                                            <p:fltVal val="0"/>
                                          </p:val>
                                        </p:tav>
                                        <p:tav tm="100000">
                                          <p:val>
                                            <p:strVal val="#ppt_w"/>
                                          </p:val>
                                        </p:tav>
                                      </p:tavLst>
                                    </p:anim>
                                    <p:anim calcmode="lin" valueType="num">
                                      <p:cBhvr>
                                        <p:cTn id="28" dur="500" fill="hold"/>
                                        <p:tgtEl>
                                          <p:spTgt spid="26"/>
                                        </p:tgtEl>
                                        <p:attrNameLst>
                                          <p:attrName>ppt_h</p:attrName>
                                        </p:attrNameLst>
                                      </p:cBhvr>
                                      <p:tavLst>
                                        <p:tav tm="0">
                                          <p:val>
                                            <p:fltVal val="0"/>
                                          </p:val>
                                        </p:tav>
                                        <p:tav tm="100000">
                                          <p:val>
                                            <p:strVal val="#ppt_h"/>
                                          </p:val>
                                        </p:tav>
                                      </p:tavLst>
                                    </p:anim>
                                    <p:animEffect transition="in" filter="fade">
                                      <p:cBhvr>
                                        <p:cTn id="29" dur="500"/>
                                        <p:tgtEl>
                                          <p:spTgt spid="26"/>
                                        </p:tgtEl>
                                      </p:cBhvr>
                                    </p:animEffect>
                                  </p:childTnLst>
                                </p:cTn>
                              </p:par>
                              <p:par>
                                <p:cTn id="30" presetID="53" presetClass="entr" presetSubtype="16"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 calcmode="lin" valueType="num">
                                      <p:cBhvr>
                                        <p:cTn id="32" dur="500" fill="hold"/>
                                        <p:tgtEl>
                                          <p:spTgt spid="17"/>
                                        </p:tgtEl>
                                        <p:attrNameLst>
                                          <p:attrName>ppt_w</p:attrName>
                                        </p:attrNameLst>
                                      </p:cBhvr>
                                      <p:tavLst>
                                        <p:tav tm="0">
                                          <p:val>
                                            <p:fltVal val="0"/>
                                          </p:val>
                                        </p:tav>
                                        <p:tav tm="100000">
                                          <p:val>
                                            <p:strVal val="#ppt_w"/>
                                          </p:val>
                                        </p:tav>
                                      </p:tavLst>
                                    </p:anim>
                                    <p:anim calcmode="lin" valueType="num">
                                      <p:cBhvr>
                                        <p:cTn id="33" dur="500" fill="hold"/>
                                        <p:tgtEl>
                                          <p:spTgt spid="17"/>
                                        </p:tgtEl>
                                        <p:attrNameLst>
                                          <p:attrName>ppt_h</p:attrName>
                                        </p:attrNameLst>
                                      </p:cBhvr>
                                      <p:tavLst>
                                        <p:tav tm="0">
                                          <p:val>
                                            <p:fltVal val="0"/>
                                          </p:val>
                                        </p:tav>
                                        <p:tav tm="100000">
                                          <p:val>
                                            <p:strVal val="#ppt_h"/>
                                          </p:val>
                                        </p:tav>
                                      </p:tavLst>
                                    </p:anim>
                                    <p:animEffect transition="in" filter="fade">
                                      <p:cBhvr>
                                        <p:cTn id="34" dur="500"/>
                                        <p:tgtEl>
                                          <p:spTgt spid="17"/>
                                        </p:tgtEl>
                                      </p:cBhvr>
                                    </p:animEffect>
                                  </p:childTnLst>
                                </p:cTn>
                              </p:par>
                              <p:par>
                                <p:cTn id="35" presetID="53" presetClass="entr" presetSubtype="16" fill="hold" grpId="0" nodeType="withEffect">
                                  <p:stCondLst>
                                    <p:cond delay="0"/>
                                  </p:stCondLst>
                                  <p:childTnLst>
                                    <p:set>
                                      <p:cBhvr>
                                        <p:cTn id="36" dur="1" fill="hold">
                                          <p:stCondLst>
                                            <p:cond delay="0"/>
                                          </p:stCondLst>
                                        </p:cTn>
                                        <p:tgtEl>
                                          <p:spTgt spid="16"/>
                                        </p:tgtEl>
                                        <p:attrNameLst>
                                          <p:attrName>style.visibility</p:attrName>
                                        </p:attrNameLst>
                                      </p:cBhvr>
                                      <p:to>
                                        <p:strVal val="visible"/>
                                      </p:to>
                                    </p:set>
                                    <p:anim calcmode="lin" valueType="num">
                                      <p:cBhvr>
                                        <p:cTn id="37" dur="500" fill="hold"/>
                                        <p:tgtEl>
                                          <p:spTgt spid="16"/>
                                        </p:tgtEl>
                                        <p:attrNameLst>
                                          <p:attrName>ppt_w</p:attrName>
                                        </p:attrNameLst>
                                      </p:cBhvr>
                                      <p:tavLst>
                                        <p:tav tm="0">
                                          <p:val>
                                            <p:fltVal val="0"/>
                                          </p:val>
                                        </p:tav>
                                        <p:tav tm="100000">
                                          <p:val>
                                            <p:strVal val="#ppt_w"/>
                                          </p:val>
                                        </p:tav>
                                      </p:tavLst>
                                    </p:anim>
                                    <p:anim calcmode="lin" valueType="num">
                                      <p:cBhvr>
                                        <p:cTn id="38" dur="500" fill="hold"/>
                                        <p:tgtEl>
                                          <p:spTgt spid="16"/>
                                        </p:tgtEl>
                                        <p:attrNameLst>
                                          <p:attrName>ppt_h</p:attrName>
                                        </p:attrNameLst>
                                      </p:cBhvr>
                                      <p:tavLst>
                                        <p:tav tm="0">
                                          <p:val>
                                            <p:fltVal val="0"/>
                                          </p:val>
                                        </p:tav>
                                        <p:tav tm="100000">
                                          <p:val>
                                            <p:strVal val="#ppt_h"/>
                                          </p:val>
                                        </p:tav>
                                      </p:tavLst>
                                    </p:anim>
                                    <p:animEffect transition="in" filter="fade">
                                      <p:cBhvr>
                                        <p:cTn id="39" dur="500"/>
                                        <p:tgtEl>
                                          <p:spTgt spid="16"/>
                                        </p:tgtEl>
                                      </p:cBhvr>
                                    </p:animEffect>
                                  </p:childTnLst>
                                </p:cTn>
                              </p:par>
                            </p:childTnLst>
                          </p:cTn>
                        </p:par>
                        <p:par>
                          <p:cTn id="40" fill="hold">
                            <p:stCondLst>
                              <p:cond delay="2000"/>
                            </p:stCondLst>
                            <p:childTnLst>
                              <p:par>
                                <p:cTn id="41" presetID="10" presetClass="entr" presetSubtype="0" fill="hold" grpId="0" nodeType="afterEffect">
                                  <p:stCondLst>
                                    <p:cond delay="0"/>
                                  </p:stCondLst>
                                  <p:childTnLst>
                                    <p:set>
                                      <p:cBhvr>
                                        <p:cTn id="42" dur="1" fill="hold">
                                          <p:stCondLst>
                                            <p:cond delay="0"/>
                                          </p:stCondLst>
                                        </p:cTn>
                                        <p:tgtEl>
                                          <p:spTgt spid="12"/>
                                        </p:tgtEl>
                                        <p:attrNameLst>
                                          <p:attrName>style.visibility</p:attrName>
                                        </p:attrNameLst>
                                      </p:cBhvr>
                                      <p:to>
                                        <p:strVal val="visible"/>
                                      </p:to>
                                    </p:set>
                                    <p:animEffect transition="in" filter="fade">
                                      <p:cBhvr>
                                        <p:cTn id="43" dur="500"/>
                                        <p:tgtEl>
                                          <p:spTgt spid="12"/>
                                        </p:tgtEl>
                                      </p:cBhvr>
                                    </p:animEffect>
                                  </p:childTnLst>
                                </p:cTn>
                              </p:par>
                            </p:childTnLst>
                          </p:cTn>
                        </p:par>
                        <p:par>
                          <p:cTn id="44" fill="hold">
                            <p:stCondLst>
                              <p:cond delay="2500"/>
                            </p:stCondLst>
                            <p:childTnLst>
                              <p:par>
                                <p:cTn id="45" presetID="10" presetClass="entr" presetSubtype="0" fill="hold" grpId="0" nodeType="after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fade">
                                      <p:cBhvr>
                                        <p:cTn id="47" dur="500"/>
                                        <p:tgtEl>
                                          <p:spTgt spid="13"/>
                                        </p:tgtEl>
                                      </p:cBhvr>
                                    </p:animEffect>
                                  </p:childTnLst>
                                </p:cTn>
                              </p:par>
                            </p:childTnLst>
                          </p:cTn>
                        </p:par>
                        <p:par>
                          <p:cTn id="48" fill="hold">
                            <p:stCondLst>
                              <p:cond delay="3000"/>
                            </p:stCondLst>
                            <p:childTnLst>
                              <p:par>
                                <p:cTn id="49" presetID="10" presetClass="entr" presetSubtype="0" fill="hold" grpId="0" nodeType="afterEffect">
                                  <p:stCondLst>
                                    <p:cond delay="0"/>
                                  </p:stCondLst>
                                  <p:childTnLst>
                                    <p:set>
                                      <p:cBhvr>
                                        <p:cTn id="50" dur="1" fill="hold">
                                          <p:stCondLst>
                                            <p:cond delay="0"/>
                                          </p:stCondLst>
                                        </p:cTn>
                                        <p:tgtEl>
                                          <p:spTgt spid="14"/>
                                        </p:tgtEl>
                                        <p:attrNameLst>
                                          <p:attrName>style.visibility</p:attrName>
                                        </p:attrNameLst>
                                      </p:cBhvr>
                                      <p:to>
                                        <p:strVal val="visible"/>
                                      </p:to>
                                    </p:set>
                                    <p:animEffect transition="in" filter="fade">
                                      <p:cBhvr>
                                        <p:cTn id="51" dur="500"/>
                                        <p:tgtEl>
                                          <p:spTgt spid="14"/>
                                        </p:tgtEl>
                                      </p:cBhvr>
                                    </p:animEffect>
                                  </p:childTnLst>
                                </p:cTn>
                              </p:par>
                            </p:childTnLst>
                          </p:cTn>
                        </p:par>
                        <p:par>
                          <p:cTn id="52" fill="hold">
                            <p:stCondLst>
                              <p:cond delay="3500"/>
                            </p:stCondLst>
                            <p:childTnLst>
                              <p:par>
                                <p:cTn id="53" presetID="10" presetClass="entr" presetSubtype="0" fill="hold" grpId="0" nodeType="afterEffect">
                                  <p:stCondLst>
                                    <p:cond delay="0"/>
                                  </p:stCondLst>
                                  <p:childTnLst>
                                    <p:set>
                                      <p:cBhvr>
                                        <p:cTn id="54" dur="1" fill="hold">
                                          <p:stCondLst>
                                            <p:cond delay="0"/>
                                          </p:stCondLst>
                                        </p:cTn>
                                        <p:tgtEl>
                                          <p:spTgt spid="15"/>
                                        </p:tgtEl>
                                        <p:attrNameLst>
                                          <p:attrName>style.visibility</p:attrName>
                                        </p:attrNameLst>
                                      </p:cBhvr>
                                      <p:to>
                                        <p:strVal val="visible"/>
                                      </p:to>
                                    </p:set>
                                    <p:animEffect transition="in" filter="fade">
                                      <p:cBhvr>
                                        <p:cTn id="55" dur="500"/>
                                        <p:tgtEl>
                                          <p:spTgt spid="15"/>
                                        </p:tgtEl>
                                      </p:cBhvr>
                                    </p:animEffect>
                                  </p:childTnLst>
                                </p:cTn>
                              </p:par>
                            </p:childTnLst>
                          </p:cTn>
                        </p:par>
                        <p:par>
                          <p:cTn id="56" fill="hold">
                            <p:stCondLst>
                              <p:cond delay="4000"/>
                            </p:stCondLst>
                            <p:childTnLst>
                              <p:par>
                                <p:cTn id="57" presetID="2" presetClass="entr" presetSubtype="8" fill="hold" grpId="0" nodeType="afterEffect">
                                  <p:stCondLst>
                                    <p:cond delay="0"/>
                                  </p:stCondLst>
                                  <p:childTnLst>
                                    <p:set>
                                      <p:cBhvr>
                                        <p:cTn id="58" dur="1" fill="hold">
                                          <p:stCondLst>
                                            <p:cond delay="0"/>
                                          </p:stCondLst>
                                        </p:cTn>
                                        <p:tgtEl>
                                          <p:spTgt spid="3"/>
                                        </p:tgtEl>
                                        <p:attrNameLst>
                                          <p:attrName>style.visibility</p:attrName>
                                        </p:attrNameLst>
                                      </p:cBhvr>
                                      <p:to>
                                        <p:strVal val="visible"/>
                                      </p:to>
                                    </p:set>
                                    <p:anim calcmode="lin" valueType="num">
                                      <p:cBhvr additive="base">
                                        <p:cTn id="59" dur="500" fill="hold"/>
                                        <p:tgtEl>
                                          <p:spTgt spid="3"/>
                                        </p:tgtEl>
                                        <p:attrNameLst>
                                          <p:attrName>ppt_x</p:attrName>
                                        </p:attrNameLst>
                                      </p:cBhvr>
                                      <p:tavLst>
                                        <p:tav tm="0">
                                          <p:val>
                                            <p:strVal val="0-#ppt_w/2"/>
                                          </p:val>
                                        </p:tav>
                                        <p:tav tm="100000">
                                          <p:val>
                                            <p:strVal val="#ppt_x"/>
                                          </p:val>
                                        </p:tav>
                                      </p:tavLst>
                                    </p:anim>
                                    <p:anim calcmode="lin" valueType="num">
                                      <p:cBhvr additive="base">
                                        <p:cTn id="60"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4" grpId="0"/>
      <p:bldP spid="15" grpId="0"/>
      <p:bldP spid="5" grpId="0" bldLvl="0" animBg="1"/>
      <p:bldP spid="7" grpId="0" bldLvl="0" animBg="1"/>
      <p:bldP spid="8" grpId="0" bldLvl="0" animBg="1"/>
      <p:bldP spid="9" grpId="0" bldLvl="0" animBg="1"/>
      <p:bldP spid="16" grpId="0" bldLvl="0" animBg="1"/>
      <p:bldP spid="3"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6845621" y="2425135"/>
            <a:ext cx="484553" cy="484616"/>
            <a:chOff x="304800" y="673100"/>
            <a:chExt cx="4000500" cy="4000500"/>
          </a:xfrm>
          <a:effectLst>
            <a:outerShdw blurRad="317500" dist="190500" dir="8100000" algn="tr" rotWithShape="0">
              <a:prstClr val="black">
                <a:alpha val="50000"/>
              </a:prstClr>
            </a:outerShdw>
          </a:effectLst>
        </p:grpSpPr>
        <p:sp>
          <p:nvSpPr>
            <p:cNvPr id="3" name="同心圆 2"/>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4" name="椭圆 3"/>
            <p:cNvSpPr/>
            <p:nvPr/>
          </p:nvSpPr>
          <p:spPr>
            <a:xfrm>
              <a:off x="392113" y="760413"/>
              <a:ext cx="3825874" cy="38258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sp>
        <p:nvSpPr>
          <p:cNvPr id="10" name="TextBox 7"/>
          <p:cNvSpPr>
            <a:spLocks noChangeArrowheads="1"/>
          </p:cNvSpPr>
          <p:nvPr/>
        </p:nvSpPr>
        <p:spPr bwMode="auto">
          <a:xfrm>
            <a:off x="2138770" y="3182137"/>
            <a:ext cx="4728501" cy="2305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fontAlgn="auto">
              <a:spcBef>
                <a:spcPts val="0"/>
              </a:spcBef>
              <a:spcAft>
                <a:spcPts val="0"/>
              </a:spcAft>
              <a:defRPr/>
            </a:pPr>
            <a:r>
              <a:rPr lang="en-US" altLang="zh-CN" sz="1500" dirty="0">
                <a:solidFill>
                  <a:srgbClr val="0070C0"/>
                </a:solidFill>
                <a:latin typeface="Swis721 Lt BT" panose="020B0403020202020204" pitchFamily="34" charset="0"/>
                <a:ea typeface="微软雅黑" panose="020B0503020204020204" charset="-122"/>
                <a:cs typeface="LilyUPC" panose="020B0604020202020204" pitchFamily="34" charset="-34"/>
                <a:sym typeface="微软雅黑" panose="020B0503020204020204" charset="-122"/>
              </a:rPr>
              <a:t>BUSENESS ACTIVITY PLANNING</a:t>
            </a:r>
            <a:endParaRPr lang="en-US" altLang="zh-CN" sz="1500" dirty="0">
              <a:solidFill>
                <a:srgbClr val="0070C0"/>
              </a:solidFill>
              <a:latin typeface="Swis721 Lt BT" panose="020B0403020202020204" pitchFamily="34" charset="0"/>
              <a:ea typeface="微软雅黑" panose="020B0503020204020204" charset="-122"/>
              <a:cs typeface="LilyUPC" panose="020B0604020202020204" pitchFamily="34" charset="-34"/>
              <a:sym typeface="微软雅黑" panose="020B0503020204020204" charset="-122"/>
            </a:endParaRPr>
          </a:p>
        </p:txBody>
      </p:sp>
      <p:sp>
        <p:nvSpPr>
          <p:cNvPr id="12" name="椭圆 11"/>
          <p:cNvSpPr/>
          <p:nvPr/>
        </p:nvSpPr>
        <p:spPr>
          <a:xfrm>
            <a:off x="1332875" y="2804299"/>
            <a:ext cx="573560" cy="573635"/>
          </a:xfrm>
          <a:prstGeom prst="ellipse">
            <a:avLst/>
          </a:prstGeom>
          <a:solidFill>
            <a:schemeClr val="accent1"/>
          </a:solidFill>
          <a:ln>
            <a:noFill/>
          </a:ln>
          <a:effectLst>
            <a:outerShdw blurRad="317500" dist="190500" dir="8100000" algn="tr"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1" tIns="45715" rIns="91431" bIns="45715" rtlCol="0" anchor="ctr"/>
          <a:lstStyle/>
          <a:p>
            <a:pPr algn="ctr"/>
            <a:endParaRPr lang="zh-CN" altLang="en-US" sz="1350"/>
          </a:p>
        </p:txBody>
      </p:sp>
      <p:sp>
        <p:nvSpPr>
          <p:cNvPr id="13" name="椭圆 12"/>
          <p:cNvSpPr/>
          <p:nvPr/>
        </p:nvSpPr>
        <p:spPr>
          <a:xfrm>
            <a:off x="1631693" y="2148370"/>
            <a:ext cx="274742" cy="274777"/>
          </a:xfrm>
          <a:prstGeom prst="ellipse">
            <a:avLst/>
          </a:prstGeom>
          <a:solidFill>
            <a:schemeClr val="accent5"/>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1" tIns="45715" rIns="91431" bIns="45715" rtlCol="0" anchor="ctr"/>
          <a:lstStyle/>
          <a:p>
            <a:pPr algn="ctr"/>
            <a:endParaRPr lang="zh-CN" altLang="en-US" sz="1350"/>
          </a:p>
        </p:txBody>
      </p:sp>
      <p:grpSp>
        <p:nvGrpSpPr>
          <p:cNvPr id="17" name="组合 16"/>
          <p:cNvGrpSpPr/>
          <p:nvPr/>
        </p:nvGrpSpPr>
        <p:grpSpPr>
          <a:xfrm>
            <a:off x="2064869" y="2407006"/>
            <a:ext cx="415278" cy="415332"/>
            <a:chOff x="304800" y="673100"/>
            <a:chExt cx="4000500" cy="4000500"/>
          </a:xfrm>
          <a:effectLst>
            <a:outerShdw blurRad="381000" dist="152400" dir="8100000" algn="tr" rotWithShape="0">
              <a:prstClr val="black">
                <a:alpha val="70000"/>
              </a:prstClr>
            </a:outerShdw>
          </a:effectLst>
        </p:grpSpPr>
        <p:sp>
          <p:nvSpPr>
            <p:cNvPr id="18" name="同心圆 17"/>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19" name="椭圆 18"/>
            <p:cNvSpPr/>
            <p:nvPr/>
          </p:nvSpPr>
          <p:spPr>
            <a:xfrm>
              <a:off x="479425" y="847725"/>
              <a:ext cx="3651250" cy="365125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sp>
        <p:nvSpPr>
          <p:cNvPr id="23" name="椭圆 22"/>
          <p:cNvSpPr/>
          <p:nvPr/>
        </p:nvSpPr>
        <p:spPr>
          <a:xfrm>
            <a:off x="7257864" y="2160936"/>
            <a:ext cx="274742" cy="274777"/>
          </a:xfrm>
          <a:prstGeom prst="ellipse">
            <a:avLst/>
          </a:prstGeom>
          <a:solidFill>
            <a:srgbClr val="00B0F0"/>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1" tIns="45715" rIns="91431" bIns="45715" rtlCol="0" anchor="ctr"/>
          <a:lstStyle/>
          <a:p>
            <a:pPr algn="ctr"/>
            <a:endParaRPr lang="zh-CN" altLang="en-US" sz="1350"/>
          </a:p>
        </p:txBody>
      </p:sp>
      <p:grpSp>
        <p:nvGrpSpPr>
          <p:cNvPr id="24" name="组合 23"/>
          <p:cNvGrpSpPr/>
          <p:nvPr/>
        </p:nvGrpSpPr>
        <p:grpSpPr>
          <a:xfrm>
            <a:off x="7336084" y="3010950"/>
            <a:ext cx="234219" cy="234250"/>
            <a:chOff x="304800" y="673100"/>
            <a:chExt cx="4000500" cy="4000500"/>
          </a:xfrm>
          <a:solidFill>
            <a:schemeClr val="accent5"/>
          </a:solidFill>
          <a:effectLst>
            <a:outerShdw blurRad="317500" dist="190500" dir="8100000" algn="tr" rotWithShape="0">
              <a:prstClr val="black">
                <a:alpha val="50000"/>
              </a:prstClr>
            </a:outerShdw>
          </a:effectLst>
        </p:grpSpPr>
        <p:sp>
          <p:nvSpPr>
            <p:cNvPr id="25" name="同心圆 24"/>
            <p:cNvSpPr/>
            <p:nvPr/>
          </p:nvSpPr>
          <p:spPr>
            <a:xfrm>
              <a:off x="304800" y="673100"/>
              <a:ext cx="4000500" cy="4000500"/>
            </a:xfrm>
            <a:prstGeom prst="donut">
              <a:avLst>
                <a:gd name="adj" fmla="val 487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26" name="椭圆 25"/>
            <p:cNvSpPr/>
            <p:nvPr/>
          </p:nvSpPr>
          <p:spPr>
            <a:xfrm>
              <a:off x="392113" y="760413"/>
              <a:ext cx="3825874" cy="382587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sp>
        <p:nvSpPr>
          <p:cNvPr id="27" name="TextBox 7"/>
          <p:cNvSpPr>
            <a:spLocks noChangeArrowheads="1"/>
          </p:cNvSpPr>
          <p:nvPr/>
        </p:nvSpPr>
        <p:spPr bwMode="auto">
          <a:xfrm>
            <a:off x="2665603" y="1867267"/>
            <a:ext cx="3624761" cy="1535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fontAlgn="auto">
              <a:spcBef>
                <a:spcPts val="0"/>
              </a:spcBef>
              <a:spcAft>
                <a:spcPts val="0"/>
              </a:spcAft>
              <a:defRPr/>
            </a:pPr>
            <a:r>
              <a:rPr lang="en-US" altLang="zh-CN" sz="9975" spc="-300" dirty="0">
                <a:solidFill>
                  <a:srgbClr val="0070C0"/>
                </a:solidFill>
                <a:latin typeface="Agency FB" panose="020B0503020202020204" pitchFamily="34" charset="0"/>
                <a:ea typeface="微软雅黑" panose="020B0503020204020204" charset="-122"/>
                <a:cs typeface="LilyUPC" panose="020B0604020202020204" pitchFamily="34" charset="-34"/>
                <a:sym typeface="微软雅黑" panose="020B0503020204020204" charset="-122"/>
              </a:rPr>
              <a:t>THANKS</a:t>
            </a:r>
            <a:endParaRPr lang="en-US" altLang="zh-CN" sz="9975" spc="-300" dirty="0">
              <a:solidFill>
                <a:srgbClr val="0070C0"/>
              </a:solidFill>
              <a:latin typeface="Agency FB" panose="020B0503020202020204" pitchFamily="34" charset="0"/>
              <a:ea typeface="微软雅黑" panose="020B0503020204020204" charset="-122"/>
              <a:cs typeface="LilyUPC" panose="020B0604020202020204" pitchFamily="34" charset="-34"/>
              <a:sym typeface="微软雅黑" panose="020B0503020204020204" charset="-122"/>
            </a:endParaRPr>
          </a:p>
        </p:txBody>
      </p:sp>
      <p:sp>
        <p:nvSpPr>
          <p:cNvPr id="28" name="TextBox 7"/>
          <p:cNvSpPr>
            <a:spLocks noChangeArrowheads="1"/>
          </p:cNvSpPr>
          <p:nvPr/>
        </p:nvSpPr>
        <p:spPr bwMode="auto">
          <a:xfrm>
            <a:off x="3040856" y="1568392"/>
            <a:ext cx="576154" cy="415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fontAlgn="auto">
              <a:spcBef>
                <a:spcPts val="0"/>
              </a:spcBef>
              <a:spcAft>
                <a:spcPts val="0"/>
              </a:spcAft>
              <a:defRPr/>
            </a:pPr>
            <a:r>
              <a:rPr lang="zh-CN" altLang="en-US" sz="2700" dirty="0">
                <a:solidFill>
                  <a:srgbClr val="0070C0"/>
                </a:solidFill>
                <a:latin typeface="微软雅黑" panose="020B0503020204020204" charset="-122"/>
                <a:ea typeface="微软雅黑" panose="020B0503020204020204" charset="-122"/>
                <a:sym typeface="微软雅黑" panose="020B0503020204020204" charset="-122"/>
              </a:rPr>
              <a:t>感</a:t>
            </a:r>
            <a:endParaRPr lang="zh-CN" altLang="en-US" sz="2700" dirty="0">
              <a:solidFill>
                <a:srgbClr val="0070C0"/>
              </a:solidFill>
              <a:latin typeface="微软雅黑" panose="020B0503020204020204" charset="-122"/>
              <a:ea typeface="微软雅黑" panose="020B0503020204020204" charset="-122"/>
              <a:sym typeface="微软雅黑" panose="020B0503020204020204" charset="-122"/>
            </a:endParaRPr>
          </a:p>
        </p:txBody>
      </p:sp>
      <p:sp>
        <p:nvSpPr>
          <p:cNvPr id="29" name="TextBox 7"/>
          <p:cNvSpPr>
            <a:spLocks noChangeArrowheads="1"/>
          </p:cNvSpPr>
          <p:nvPr/>
        </p:nvSpPr>
        <p:spPr bwMode="auto">
          <a:xfrm>
            <a:off x="3833918" y="1568394"/>
            <a:ext cx="557178" cy="415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fontAlgn="auto">
              <a:spcBef>
                <a:spcPts val="0"/>
              </a:spcBef>
              <a:spcAft>
                <a:spcPts val="0"/>
              </a:spcAft>
              <a:defRPr/>
            </a:pPr>
            <a:r>
              <a:rPr lang="zh-CN" altLang="en-US" sz="2700" dirty="0">
                <a:solidFill>
                  <a:srgbClr val="0070C0"/>
                </a:solidFill>
                <a:latin typeface="微软雅黑" panose="020B0503020204020204" charset="-122"/>
                <a:ea typeface="微软雅黑" panose="020B0503020204020204" charset="-122"/>
                <a:sym typeface="微软雅黑" panose="020B0503020204020204" charset="-122"/>
              </a:rPr>
              <a:t>谢</a:t>
            </a:r>
            <a:endParaRPr lang="zh-CN" altLang="en-US" sz="2700" dirty="0">
              <a:solidFill>
                <a:srgbClr val="0070C0"/>
              </a:solidFill>
              <a:latin typeface="微软雅黑" panose="020B0503020204020204" charset="-122"/>
              <a:ea typeface="微软雅黑" panose="020B0503020204020204" charset="-122"/>
              <a:sym typeface="微软雅黑" panose="020B0503020204020204" charset="-122"/>
            </a:endParaRPr>
          </a:p>
        </p:txBody>
      </p:sp>
      <p:sp>
        <p:nvSpPr>
          <p:cNvPr id="30" name="TextBox 7"/>
          <p:cNvSpPr>
            <a:spLocks noChangeArrowheads="1"/>
          </p:cNvSpPr>
          <p:nvPr/>
        </p:nvSpPr>
        <p:spPr bwMode="auto">
          <a:xfrm>
            <a:off x="4608005" y="1568394"/>
            <a:ext cx="557178" cy="415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fontAlgn="auto">
              <a:spcBef>
                <a:spcPts val="0"/>
              </a:spcBef>
              <a:spcAft>
                <a:spcPts val="0"/>
              </a:spcAft>
              <a:defRPr/>
            </a:pPr>
            <a:r>
              <a:rPr lang="zh-CN" altLang="en-US" sz="2700" dirty="0">
                <a:solidFill>
                  <a:srgbClr val="0070C0"/>
                </a:solidFill>
                <a:latin typeface="微软雅黑" panose="020B0503020204020204" charset="-122"/>
                <a:ea typeface="微软雅黑" panose="020B0503020204020204" charset="-122"/>
                <a:sym typeface="微软雅黑" panose="020B0503020204020204" charset="-122"/>
              </a:rPr>
              <a:t>聆</a:t>
            </a:r>
            <a:endParaRPr lang="zh-CN" altLang="en-US" sz="2700" dirty="0">
              <a:solidFill>
                <a:srgbClr val="0070C0"/>
              </a:solidFill>
              <a:latin typeface="微软雅黑" panose="020B0503020204020204" charset="-122"/>
              <a:ea typeface="微软雅黑" panose="020B0503020204020204" charset="-122"/>
              <a:sym typeface="微软雅黑" panose="020B0503020204020204" charset="-122"/>
            </a:endParaRPr>
          </a:p>
        </p:txBody>
      </p:sp>
      <p:sp>
        <p:nvSpPr>
          <p:cNvPr id="31" name="TextBox 7"/>
          <p:cNvSpPr>
            <a:spLocks noChangeArrowheads="1"/>
          </p:cNvSpPr>
          <p:nvPr/>
        </p:nvSpPr>
        <p:spPr bwMode="auto">
          <a:xfrm>
            <a:off x="5382090" y="1568394"/>
            <a:ext cx="557178" cy="415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fontAlgn="auto">
              <a:spcBef>
                <a:spcPts val="0"/>
              </a:spcBef>
              <a:spcAft>
                <a:spcPts val="0"/>
              </a:spcAft>
              <a:defRPr/>
            </a:pPr>
            <a:r>
              <a:rPr lang="zh-CN" altLang="en-US" sz="2700" dirty="0">
                <a:solidFill>
                  <a:srgbClr val="0070C0"/>
                </a:solidFill>
                <a:latin typeface="微软雅黑" panose="020B0503020204020204" charset="-122"/>
                <a:ea typeface="微软雅黑" panose="020B0503020204020204" charset="-122"/>
                <a:sym typeface="微软雅黑" panose="020B0503020204020204" charset="-122"/>
              </a:rPr>
              <a:t>听</a:t>
            </a:r>
            <a:endParaRPr lang="zh-CN" altLang="en-US" sz="2700" dirty="0">
              <a:solidFill>
                <a:srgbClr val="0070C0"/>
              </a:solidFill>
              <a:latin typeface="微软雅黑" panose="020B0503020204020204" charset="-122"/>
              <a:ea typeface="微软雅黑" panose="020B0503020204020204" charset="-122"/>
              <a:sym typeface="微软雅黑" panose="020B0503020204020204" charset="-122"/>
            </a:endParaRPr>
          </a:p>
        </p:txBody>
      </p:sp>
    </p:spTree>
  </p:cSld>
  <p:clrMapOvr>
    <a:masterClrMapping/>
  </p:clrMapOvr>
  <p:transition advTm="6458">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53" presetClass="entr" presetSubtype="16" fill="hold" grpId="1" nodeType="withEffect">
                                  <p:stCondLst>
                                    <p:cond delay="0"/>
                                  </p:stCondLst>
                                  <p:childTnLst>
                                    <p:set>
                                      <p:cBhvr>
                                        <p:cTn id="8" dur="1" fill="hold">
                                          <p:stCondLst>
                                            <p:cond delay="0"/>
                                          </p:stCondLst>
                                        </p:cTn>
                                        <p:tgtEl>
                                          <p:spTgt spid="13"/>
                                        </p:tgtEl>
                                        <p:attrNameLst>
                                          <p:attrName>style.visibility</p:attrName>
                                        </p:attrNameLst>
                                      </p:cBhvr>
                                      <p:to>
                                        <p:strVal val="visible"/>
                                      </p:to>
                                    </p:set>
                                    <p:anim calcmode="lin" valueType="num">
                                      <p:cBhvr>
                                        <p:cTn id="9" dur="1000" fill="hold"/>
                                        <p:tgtEl>
                                          <p:spTgt spid="13"/>
                                        </p:tgtEl>
                                        <p:attrNameLst>
                                          <p:attrName>ppt_w</p:attrName>
                                        </p:attrNameLst>
                                      </p:cBhvr>
                                      <p:tavLst>
                                        <p:tav tm="0">
                                          <p:val>
                                            <p:fltVal val="0"/>
                                          </p:val>
                                        </p:tav>
                                        <p:tav tm="100000">
                                          <p:val>
                                            <p:strVal val="#ppt_w"/>
                                          </p:val>
                                        </p:tav>
                                      </p:tavLst>
                                    </p:anim>
                                    <p:anim calcmode="lin" valueType="num">
                                      <p:cBhvr>
                                        <p:cTn id="10" dur="1000" fill="hold"/>
                                        <p:tgtEl>
                                          <p:spTgt spid="13"/>
                                        </p:tgtEl>
                                        <p:attrNameLst>
                                          <p:attrName>ppt_h</p:attrName>
                                        </p:attrNameLst>
                                      </p:cBhvr>
                                      <p:tavLst>
                                        <p:tav tm="0">
                                          <p:val>
                                            <p:fltVal val="0"/>
                                          </p:val>
                                        </p:tav>
                                        <p:tav tm="100000">
                                          <p:val>
                                            <p:strVal val="#ppt_h"/>
                                          </p:val>
                                        </p:tav>
                                      </p:tavLst>
                                    </p:anim>
                                    <p:animEffect transition="in" filter="fade">
                                      <p:cBhvr>
                                        <p:cTn id="11" dur="1000"/>
                                        <p:tgtEl>
                                          <p:spTgt spid="13"/>
                                        </p:tgtEl>
                                      </p:cBhvr>
                                    </p:animEffect>
                                  </p:childTnLst>
                                </p:cTn>
                              </p:par>
                              <p:par>
                                <p:cTn id="12" presetID="64" presetClass="path" presetSubtype="0" fill="hold" grpId="2" nodeType="withEffect">
                                  <p:stCondLst>
                                    <p:cond delay="0"/>
                                  </p:stCondLst>
                                  <p:childTnLst>
                                    <p:animMotion origin="layout" path="M 2.77778E-6 2.422E-6 L 0.39375 -0.33797 " pathEditMode="relative" rAng="0" ptsTypes="AA">
                                      <p:cBhvr>
                                        <p:cTn id="13" dur="1000" spd="-100000" fill="hold"/>
                                        <p:tgtEl>
                                          <p:spTgt spid="13"/>
                                        </p:tgtEl>
                                        <p:attrNameLst>
                                          <p:attrName>ppt_x</p:attrName>
                                          <p:attrName>ppt_y</p:attrName>
                                        </p:attrNameLst>
                                      </p:cBhvr>
                                      <p:rCtr x="19688" y="-16898"/>
                                    </p:animMotion>
                                  </p:childTnLst>
                                </p:cTn>
                              </p:par>
                              <p:par>
                                <p:cTn id="14" presetID="1" presetClass="entr" presetSubtype="0" fill="hold" grpId="0" nodeType="withEffect">
                                  <p:stCondLst>
                                    <p:cond delay="0"/>
                                  </p:stCondLst>
                                  <p:childTnLst>
                                    <p:set>
                                      <p:cBhvr>
                                        <p:cTn id="15" dur="1" fill="hold">
                                          <p:stCondLst>
                                            <p:cond delay="0"/>
                                          </p:stCondLst>
                                        </p:cTn>
                                        <p:tgtEl>
                                          <p:spTgt spid="23"/>
                                        </p:tgtEl>
                                        <p:attrNameLst>
                                          <p:attrName>style.visibility</p:attrName>
                                        </p:attrNameLst>
                                      </p:cBhvr>
                                      <p:to>
                                        <p:strVal val="visible"/>
                                      </p:to>
                                    </p:set>
                                  </p:childTnLst>
                                </p:cTn>
                              </p:par>
                              <p:par>
                                <p:cTn id="16" presetID="53" presetClass="entr" presetSubtype="16" fill="hold" grpId="1" nodeType="withEffect">
                                  <p:stCondLst>
                                    <p:cond delay="0"/>
                                  </p:stCondLst>
                                  <p:childTnLst>
                                    <p:set>
                                      <p:cBhvr>
                                        <p:cTn id="17" dur="1" fill="hold">
                                          <p:stCondLst>
                                            <p:cond delay="0"/>
                                          </p:stCondLst>
                                        </p:cTn>
                                        <p:tgtEl>
                                          <p:spTgt spid="23"/>
                                        </p:tgtEl>
                                        <p:attrNameLst>
                                          <p:attrName>style.visibility</p:attrName>
                                        </p:attrNameLst>
                                      </p:cBhvr>
                                      <p:to>
                                        <p:strVal val="visible"/>
                                      </p:to>
                                    </p:set>
                                    <p:anim calcmode="lin" valueType="num">
                                      <p:cBhvr>
                                        <p:cTn id="18" dur="1000" fill="hold"/>
                                        <p:tgtEl>
                                          <p:spTgt spid="23"/>
                                        </p:tgtEl>
                                        <p:attrNameLst>
                                          <p:attrName>ppt_w</p:attrName>
                                        </p:attrNameLst>
                                      </p:cBhvr>
                                      <p:tavLst>
                                        <p:tav tm="0">
                                          <p:val>
                                            <p:fltVal val="0"/>
                                          </p:val>
                                        </p:tav>
                                        <p:tav tm="100000">
                                          <p:val>
                                            <p:strVal val="#ppt_w"/>
                                          </p:val>
                                        </p:tav>
                                      </p:tavLst>
                                    </p:anim>
                                    <p:anim calcmode="lin" valueType="num">
                                      <p:cBhvr>
                                        <p:cTn id="19" dur="1000" fill="hold"/>
                                        <p:tgtEl>
                                          <p:spTgt spid="23"/>
                                        </p:tgtEl>
                                        <p:attrNameLst>
                                          <p:attrName>ppt_h</p:attrName>
                                        </p:attrNameLst>
                                      </p:cBhvr>
                                      <p:tavLst>
                                        <p:tav tm="0">
                                          <p:val>
                                            <p:fltVal val="0"/>
                                          </p:val>
                                        </p:tav>
                                        <p:tav tm="100000">
                                          <p:val>
                                            <p:strVal val="#ppt_h"/>
                                          </p:val>
                                        </p:tav>
                                      </p:tavLst>
                                    </p:anim>
                                    <p:animEffect transition="in" filter="fade">
                                      <p:cBhvr>
                                        <p:cTn id="20" dur="1000"/>
                                        <p:tgtEl>
                                          <p:spTgt spid="23"/>
                                        </p:tgtEl>
                                      </p:cBhvr>
                                    </p:animEffect>
                                  </p:childTnLst>
                                </p:cTn>
                              </p:par>
                              <p:par>
                                <p:cTn id="21" presetID="64" presetClass="path" presetSubtype="0" fill="hold" grpId="2" nodeType="withEffect">
                                  <p:stCondLst>
                                    <p:cond delay="0"/>
                                  </p:stCondLst>
                                  <p:childTnLst>
                                    <p:animMotion origin="layout" path="M -2.22222E-6 1.18319E-6 L 0.21702 -0.37071 " pathEditMode="relative" rAng="0" ptsTypes="AA">
                                      <p:cBhvr>
                                        <p:cTn id="22" dur="1000" spd="-100000" fill="hold"/>
                                        <p:tgtEl>
                                          <p:spTgt spid="23"/>
                                        </p:tgtEl>
                                        <p:attrNameLst>
                                          <p:attrName>ppt_x</p:attrName>
                                          <p:attrName>ppt_y</p:attrName>
                                        </p:attrNameLst>
                                      </p:cBhvr>
                                      <p:rCtr x="10851" y="-18536"/>
                                    </p:animMotion>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53" presetClass="entr" presetSubtype="16" fill="hold" grpId="1" nodeType="withEffect">
                                  <p:stCondLst>
                                    <p:cond delay="0"/>
                                  </p:stCondLst>
                                  <p:childTnLst>
                                    <p:set>
                                      <p:cBhvr>
                                        <p:cTn id="26" dur="1" fill="hold">
                                          <p:stCondLst>
                                            <p:cond delay="0"/>
                                          </p:stCondLst>
                                        </p:cTn>
                                        <p:tgtEl>
                                          <p:spTgt spid="12"/>
                                        </p:tgtEl>
                                        <p:attrNameLst>
                                          <p:attrName>style.visibility</p:attrName>
                                        </p:attrNameLst>
                                      </p:cBhvr>
                                      <p:to>
                                        <p:strVal val="visible"/>
                                      </p:to>
                                    </p:set>
                                    <p:anim calcmode="lin" valueType="num">
                                      <p:cBhvr>
                                        <p:cTn id="27" dur="1000" fill="hold"/>
                                        <p:tgtEl>
                                          <p:spTgt spid="12"/>
                                        </p:tgtEl>
                                        <p:attrNameLst>
                                          <p:attrName>ppt_w</p:attrName>
                                        </p:attrNameLst>
                                      </p:cBhvr>
                                      <p:tavLst>
                                        <p:tav tm="0">
                                          <p:val>
                                            <p:fltVal val="0"/>
                                          </p:val>
                                        </p:tav>
                                        <p:tav tm="100000">
                                          <p:val>
                                            <p:strVal val="#ppt_w"/>
                                          </p:val>
                                        </p:tav>
                                      </p:tavLst>
                                    </p:anim>
                                    <p:anim calcmode="lin" valueType="num">
                                      <p:cBhvr>
                                        <p:cTn id="28" dur="1000" fill="hold"/>
                                        <p:tgtEl>
                                          <p:spTgt spid="12"/>
                                        </p:tgtEl>
                                        <p:attrNameLst>
                                          <p:attrName>ppt_h</p:attrName>
                                        </p:attrNameLst>
                                      </p:cBhvr>
                                      <p:tavLst>
                                        <p:tav tm="0">
                                          <p:val>
                                            <p:fltVal val="0"/>
                                          </p:val>
                                        </p:tav>
                                        <p:tav tm="100000">
                                          <p:val>
                                            <p:strVal val="#ppt_h"/>
                                          </p:val>
                                        </p:tav>
                                      </p:tavLst>
                                    </p:anim>
                                    <p:animEffect transition="in" filter="fade">
                                      <p:cBhvr>
                                        <p:cTn id="29" dur="1000"/>
                                        <p:tgtEl>
                                          <p:spTgt spid="12"/>
                                        </p:tgtEl>
                                      </p:cBhvr>
                                    </p:animEffect>
                                  </p:childTnLst>
                                </p:cTn>
                              </p:par>
                              <p:par>
                                <p:cTn id="30" presetID="64" presetClass="path" presetSubtype="0" fill="hold" grpId="2" nodeType="withEffect">
                                  <p:stCondLst>
                                    <p:cond delay="0"/>
                                  </p:stCondLst>
                                  <p:childTnLst>
                                    <p:animMotion origin="layout" path="M 0 -2.71605E-6 L 0.12309 0.575 " pathEditMode="relative" rAng="0" ptsTypes="AA">
                                      <p:cBhvr>
                                        <p:cTn id="31" dur="1000" spd="-100000" fill="hold"/>
                                        <p:tgtEl>
                                          <p:spTgt spid="12"/>
                                        </p:tgtEl>
                                        <p:attrNameLst>
                                          <p:attrName>ppt_x</p:attrName>
                                          <p:attrName>ppt_y</p:attrName>
                                        </p:attrNameLst>
                                      </p:cBhvr>
                                      <p:rCtr x="6146" y="28735"/>
                                    </p:animMotion>
                                  </p:childTnLst>
                                </p:cTn>
                              </p:par>
                              <p:par>
                                <p:cTn id="32" presetID="1" presetClass="entr" presetSubtype="0" fill="hold" nodeType="withEffect">
                                  <p:stCondLst>
                                    <p:cond delay="500"/>
                                  </p:stCondLst>
                                  <p:childTnLst>
                                    <p:set>
                                      <p:cBhvr>
                                        <p:cTn id="33" dur="1" fill="hold">
                                          <p:stCondLst>
                                            <p:cond delay="0"/>
                                          </p:stCondLst>
                                        </p:cTn>
                                        <p:tgtEl>
                                          <p:spTgt spid="24"/>
                                        </p:tgtEl>
                                        <p:attrNameLst>
                                          <p:attrName>style.visibility</p:attrName>
                                        </p:attrNameLst>
                                      </p:cBhvr>
                                      <p:to>
                                        <p:strVal val="visible"/>
                                      </p:to>
                                    </p:set>
                                  </p:childTnLst>
                                </p:cTn>
                              </p:par>
                              <p:par>
                                <p:cTn id="34" presetID="53" presetClass="entr" presetSubtype="16" fill="hold" nodeType="withEffect">
                                  <p:stCondLst>
                                    <p:cond delay="500"/>
                                  </p:stCondLst>
                                  <p:childTnLst>
                                    <p:set>
                                      <p:cBhvr>
                                        <p:cTn id="35" dur="1" fill="hold">
                                          <p:stCondLst>
                                            <p:cond delay="0"/>
                                          </p:stCondLst>
                                        </p:cTn>
                                        <p:tgtEl>
                                          <p:spTgt spid="24"/>
                                        </p:tgtEl>
                                        <p:attrNameLst>
                                          <p:attrName>style.visibility</p:attrName>
                                        </p:attrNameLst>
                                      </p:cBhvr>
                                      <p:to>
                                        <p:strVal val="visible"/>
                                      </p:to>
                                    </p:set>
                                    <p:anim calcmode="lin" valueType="num">
                                      <p:cBhvr>
                                        <p:cTn id="36" dur="1000" fill="hold"/>
                                        <p:tgtEl>
                                          <p:spTgt spid="24"/>
                                        </p:tgtEl>
                                        <p:attrNameLst>
                                          <p:attrName>ppt_w</p:attrName>
                                        </p:attrNameLst>
                                      </p:cBhvr>
                                      <p:tavLst>
                                        <p:tav tm="0">
                                          <p:val>
                                            <p:fltVal val="0"/>
                                          </p:val>
                                        </p:tav>
                                        <p:tav tm="100000">
                                          <p:val>
                                            <p:strVal val="#ppt_w"/>
                                          </p:val>
                                        </p:tav>
                                      </p:tavLst>
                                    </p:anim>
                                    <p:anim calcmode="lin" valueType="num">
                                      <p:cBhvr>
                                        <p:cTn id="37" dur="1000" fill="hold"/>
                                        <p:tgtEl>
                                          <p:spTgt spid="24"/>
                                        </p:tgtEl>
                                        <p:attrNameLst>
                                          <p:attrName>ppt_h</p:attrName>
                                        </p:attrNameLst>
                                      </p:cBhvr>
                                      <p:tavLst>
                                        <p:tav tm="0">
                                          <p:val>
                                            <p:fltVal val="0"/>
                                          </p:val>
                                        </p:tav>
                                        <p:tav tm="100000">
                                          <p:val>
                                            <p:strVal val="#ppt_h"/>
                                          </p:val>
                                        </p:tav>
                                      </p:tavLst>
                                    </p:anim>
                                    <p:animEffect transition="in" filter="fade">
                                      <p:cBhvr>
                                        <p:cTn id="38" dur="1000"/>
                                        <p:tgtEl>
                                          <p:spTgt spid="24"/>
                                        </p:tgtEl>
                                      </p:cBhvr>
                                    </p:animEffect>
                                  </p:childTnLst>
                                </p:cTn>
                              </p:par>
                              <p:par>
                                <p:cTn id="39" presetID="64" presetClass="path" presetSubtype="0" fill="hold" nodeType="withEffect">
                                  <p:stCondLst>
                                    <p:cond delay="500"/>
                                  </p:stCondLst>
                                  <p:childTnLst>
                                    <p:animMotion origin="layout" path="M 4.44444E-6 4.32099E-6 L -0.64115 -0.9497 " pathEditMode="relative" rAng="0" ptsTypes="AA">
                                      <p:cBhvr>
                                        <p:cTn id="40" dur="1000" spd="-100000" fill="hold"/>
                                        <p:tgtEl>
                                          <p:spTgt spid="24"/>
                                        </p:tgtEl>
                                        <p:attrNameLst>
                                          <p:attrName>ppt_x</p:attrName>
                                          <p:attrName>ppt_y</p:attrName>
                                        </p:attrNameLst>
                                      </p:cBhvr>
                                      <p:rCtr x="-32066" y="-47500"/>
                                    </p:animMotion>
                                  </p:childTnLst>
                                </p:cTn>
                              </p:par>
                              <p:par>
                                <p:cTn id="41" presetID="1" presetClass="entr" presetSubtype="0" fill="hold" nodeType="withEffect">
                                  <p:stCondLst>
                                    <p:cond delay="500"/>
                                  </p:stCondLst>
                                  <p:childTnLst>
                                    <p:set>
                                      <p:cBhvr>
                                        <p:cTn id="42" dur="1" fill="hold">
                                          <p:stCondLst>
                                            <p:cond delay="0"/>
                                          </p:stCondLst>
                                        </p:cTn>
                                        <p:tgtEl>
                                          <p:spTgt spid="17"/>
                                        </p:tgtEl>
                                        <p:attrNameLst>
                                          <p:attrName>style.visibility</p:attrName>
                                        </p:attrNameLst>
                                      </p:cBhvr>
                                      <p:to>
                                        <p:strVal val="visible"/>
                                      </p:to>
                                    </p:set>
                                  </p:childTnLst>
                                </p:cTn>
                              </p:par>
                              <p:par>
                                <p:cTn id="43" presetID="1" presetClass="entr" presetSubtype="0" fill="hold" nodeType="withEffect">
                                  <p:stCondLst>
                                    <p:cond delay="500"/>
                                  </p:stCondLst>
                                  <p:childTnLst>
                                    <p:set>
                                      <p:cBhvr>
                                        <p:cTn id="44" dur="1" fill="hold">
                                          <p:stCondLst>
                                            <p:cond delay="0"/>
                                          </p:stCondLst>
                                        </p:cTn>
                                        <p:tgtEl>
                                          <p:spTgt spid="2"/>
                                        </p:tgtEl>
                                        <p:attrNameLst>
                                          <p:attrName>style.visibility</p:attrName>
                                        </p:attrNameLst>
                                      </p:cBhvr>
                                      <p:to>
                                        <p:strVal val="visible"/>
                                      </p:to>
                                    </p:set>
                                  </p:childTnLst>
                                </p:cTn>
                              </p:par>
                              <p:par>
                                <p:cTn id="45" presetID="53" presetClass="entr" presetSubtype="16" fill="hold" nodeType="withEffect">
                                  <p:stCondLst>
                                    <p:cond delay="500"/>
                                  </p:stCondLst>
                                  <p:childTnLst>
                                    <p:set>
                                      <p:cBhvr>
                                        <p:cTn id="46" dur="1" fill="hold">
                                          <p:stCondLst>
                                            <p:cond delay="0"/>
                                          </p:stCondLst>
                                        </p:cTn>
                                        <p:tgtEl>
                                          <p:spTgt spid="2"/>
                                        </p:tgtEl>
                                        <p:attrNameLst>
                                          <p:attrName>style.visibility</p:attrName>
                                        </p:attrNameLst>
                                      </p:cBhvr>
                                      <p:to>
                                        <p:strVal val="visible"/>
                                      </p:to>
                                    </p:set>
                                    <p:anim calcmode="lin" valueType="num">
                                      <p:cBhvr>
                                        <p:cTn id="47" dur="1000" fill="hold"/>
                                        <p:tgtEl>
                                          <p:spTgt spid="2"/>
                                        </p:tgtEl>
                                        <p:attrNameLst>
                                          <p:attrName>ppt_w</p:attrName>
                                        </p:attrNameLst>
                                      </p:cBhvr>
                                      <p:tavLst>
                                        <p:tav tm="0">
                                          <p:val>
                                            <p:fltVal val="0"/>
                                          </p:val>
                                        </p:tav>
                                        <p:tav tm="100000">
                                          <p:val>
                                            <p:strVal val="#ppt_w"/>
                                          </p:val>
                                        </p:tav>
                                      </p:tavLst>
                                    </p:anim>
                                    <p:anim calcmode="lin" valueType="num">
                                      <p:cBhvr>
                                        <p:cTn id="48" dur="1000" fill="hold"/>
                                        <p:tgtEl>
                                          <p:spTgt spid="2"/>
                                        </p:tgtEl>
                                        <p:attrNameLst>
                                          <p:attrName>ppt_h</p:attrName>
                                        </p:attrNameLst>
                                      </p:cBhvr>
                                      <p:tavLst>
                                        <p:tav tm="0">
                                          <p:val>
                                            <p:fltVal val="0"/>
                                          </p:val>
                                        </p:tav>
                                        <p:tav tm="100000">
                                          <p:val>
                                            <p:strVal val="#ppt_h"/>
                                          </p:val>
                                        </p:tav>
                                      </p:tavLst>
                                    </p:anim>
                                    <p:animEffect transition="in" filter="fade">
                                      <p:cBhvr>
                                        <p:cTn id="49" dur="1000"/>
                                        <p:tgtEl>
                                          <p:spTgt spid="2"/>
                                        </p:tgtEl>
                                      </p:cBhvr>
                                    </p:animEffect>
                                  </p:childTnLst>
                                </p:cTn>
                              </p:par>
                              <p:par>
                                <p:cTn id="50" presetID="64" presetClass="path" presetSubtype="0" fill="hold" nodeType="withEffect">
                                  <p:stCondLst>
                                    <p:cond delay="500"/>
                                  </p:stCondLst>
                                  <p:childTnLst>
                                    <p:animMotion origin="layout" path="M 1.11111E-6 3.7037E-7 L -0.52465 -0.50957 " pathEditMode="relative" rAng="0" ptsTypes="AA">
                                      <p:cBhvr>
                                        <p:cTn id="51" dur="1000" spd="-100000" fill="hold"/>
                                        <p:tgtEl>
                                          <p:spTgt spid="2"/>
                                        </p:tgtEl>
                                        <p:attrNameLst>
                                          <p:attrName>ppt_x</p:attrName>
                                          <p:attrName>ppt_y</p:attrName>
                                        </p:attrNameLst>
                                      </p:cBhvr>
                                      <p:rCtr x="-26233" y="-25494"/>
                                    </p:animMotion>
                                  </p:childTnLst>
                                </p:cTn>
                              </p:par>
                              <p:par>
                                <p:cTn id="52" presetID="53" presetClass="entr" presetSubtype="16" fill="hold" nodeType="withEffect">
                                  <p:stCondLst>
                                    <p:cond delay="500"/>
                                  </p:stCondLst>
                                  <p:childTnLst>
                                    <p:set>
                                      <p:cBhvr>
                                        <p:cTn id="53" dur="1" fill="hold">
                                          <p:stCondLst>
                                            <p:cond delay="0"/>
                                          </p:stCondLst>
                                        </p:cTn>
                                        <p:tgtEl>
                                          <p:spTgt spid="17"/>
                                        </p:tgtEl>
                                        <p:attrNameLst>
                                          <p:attrName>style.visibility</p:attrName>
                                        </p:attrNameLst>
                                      </p:cBhvr>
                                      <p:to>
                                        <p:strVal val="visible"/>
                                      </p:to>
                                    </p:set>
                                    <p:anim calcmode="lin" valueType="num">
                                      <p:cBhvr>
                                        <p:cTn id="54" dur="1000" fill="hold"/>
                                        <p:tgtEl>
                                          <p:spTgt spid="17"/>
                                        </p:tgtEl>
                                        <p:attrNameLst>
                                          <p:attrName>ppt_w</p:attrName>
                                        </p:attrNameLst>
                                      </p:cBhvr>
                                      <p:tavLst>
                                        <p:tav tm="0">
                                          <p:val>
                                            <p:fltVal val="0"/>
                                          </p:val>
                                        </p:tav>
                                        <p:tav tm="100000">
                                          <p:val>
                                            <p:strVal val="#ppt_w"/>
                                          </p:val>
                                        </p:tav>
                                      </p:tavLst>
                                    </p:anim>
                                    <p:anim calcmode="lin" valueType="num">
                                      <p:cBhvr>
                                        <p:cTn id="55" dur="1000" fill="hold"/>
                                        <p:tgtEl>
                                          <p:spTgt spid="17"/>
                                        </p:tgtEl>
                                        <p:attrNameLst>
                                          <p:attrName>ppt_h</p:attrName>
                                        </p:attrNameLst>
                                      </p:cBhvr>
                                      <p:tavLst>
                                        <p:tav tm="0">
                                          <p:val>
                                            <p:fltVal val="0"/>
                                          </p:val>
                                        </p:tav>
                                        <p:tav tm="100000">
                                          <p:val>
                                            <p:strVal val="#ppt_h"/>
                                          </p:val>
                                        </p:tav>
                                      </p:tavLst>
                                    </p:anim>
                                    <p:animEffect transition="in" filter="fade">
                                      <p:cBhvr>
                                        <p:cTn id="56" dur="1000"/>
                                        <p:tgtEl>
                                          <p:spTgt spid="17"/>
                                        </p:tgtEl>
                                      </p:cBhvr>
                                    </p:animEffect>
                                  </p:childTnLst>
                                </p:cTn>
                              </p:par>
                              <p:par>
                                <p:cTn id="57" presetID="64" presetClass="path" presetSubtype="0" fill="hold" nodeType="withEffect">
                                  <p:stCondLst>
                                    <p:cond delay="500"/>
                                  </p:stCondLst>
                                  <p:childTnLst>
                                    <p:animMotion origin="layout" path="M 2.5E-6 6.17284E-7 L -0.71736 -0.40556 " pathEditMode="relative" rAng="0" ptsTypes="AA">
                                      <p:cBhvr>
                                        <p:cTn id="58" dur="1000" spd="-100000" fill="hold"/>
                                        <p:tgtEl>
                                          <p:spTgt spid="17"/>
                                        </p:tgtEl>
                                        <p:attrNameLst>
                                          <p:attrName>ppt_x</p:attrName>
                                          <p:attrName>ppt_y</p:attrName>
                                        </p:attrNameLst>
                                      </p:cBhvr>
                                      <p:rCtr x="-35868" y="-20278"/>
                                    </p:animMotion>
                                  </p:childTnLst>
                                </p:cTn>
                              </p:par>
                            </p:childTnLst>
                          </p:cTn>
                        </p:par>
                        <p:par>
                          <p:cTn id="59" fill="hold">
                            <p:stCondLst>
                              <p:cond delay="0"/>
                            </p:stCondLst>
                            <p:childTnLst>
                              <p:par>
                                <p:cTn id="60" presetID="38" presetClass="entr" presetSubtype="0" accel="50000" fill="hold" grpId="0" nodeType="afterEffect">
                                  <p:stCondLst>
                                    <p:cond delay="0"/>
                                  </p:stCondLst>
                                  <p:iterate type="lt">
                                    <p:tmPct val="50000"/>
                                  </p:iterate>
                                  <p:childTnLst>
                                    <p:set>
                                      <p:cBhvr>
                                        <p:cTn id="61" dur="1" fill="hold">
                                          <p:stCondLst>
                                            <p:cond delay="0"/>
                                          </p:stCondLst>
                                        </p:cTn>
                                        <p:tgtEl>
                                          <p:spTgt spid="27"/>
                                        </p:tgtEl>
                                        <p:attrNameLst>
                                          <p:attrName>style.visibility</p:attrName>
                                        </p:attrNameLst>
                                      </p:cBhvr>
                                      <p:to>
                                        <p:strVal val="visible"/>
                                      </p:to>
                                    </p:set>
                                    <p:set>
                                      <p:cBhvr>
                                        <p:cTn id="62" dur="114" fill="hold">
                                          <p:stCondLst>
                                            <p:cond delay="0"/>
                                          </p:stCondLst>
                                        </p:cTn>
                                        <p:tgtEl>
                                          <p:spTgt spid="27"/>
                                        </p:tgtEl>
                                        <p:attrNameLst>
                                          <p:attrName>style.rotation</p:attrName>
                                        </p:attrNameLst>
                                      </p:cBhvr>
                                      <p:to>
                                        <p:strVal val="-45.0"/>
                                      </p:to>
                                    </p:set>
                                    <p:anim calcmode="lin" valueType="num">
                                      <p:cBhvr>
                                        <p:cTn id="63" dur="114" fill="hold">
                                          <p:stCondLst>
                                            <p:cond delay="114"/>
                                          </p:stCondLst>
                                        </p:cTn>
                                        <p:tgtEl>
                                          <p:spTgt spid="27"/>
                                        </p:tgtEl>
                                        <p:attrNameLst>
                                          <p:attrName>style.rotation</p:attrName>
                                        </p:attrNameLst>
                                      </p:cBhvr>
                                      <p:tavLst>
                                        <p:tav tm="0">
                                          <p:val>
                                            <p:fltVal val="-45"/>
                                          </p:val>
                                        </p:tav>
                                        <p:tav tm="69900">
                                          <p:val>
                                            <p:fltVal val="45"/>
                                          </p:val>
                                        </p:tav>
                                        <p:tav tm="100000">
                                          <p:val>
                                            <p:fltVal val="0"/>
                                          </p:val>
                                        </p:tav>
                                      </p:tavLst>
                                    </p:anim>
                                    <p:anim calcmode="lin" valueType="num">
                                      <p:cBhvr>
                                        <p:cTn id="64" dur="114" fill="hold">
                                          <p:stCondLst>
                                            <p:cond delay="0"/>
                                          </p:stCondLst>
                                        </p:cTn>
                                        <p:tgtEl>
                                          <p:spTgt spid="27"/>
                                        </p:tgtEl>
                                        <p:attrNameLst>
                                          <p:attrName>ppt_y</p:attrName>
                                        </p:attrNameLst>
                                      </p:cBhvr>
                                      <p:tavLst>
                                        <p:tav tm="0">
                                          <p:val>
                                            <p:strVal val="#ppt_y-1"/>
                                          </p:val>
                                        </p:tav>
                                        <p:tav tm="100000">
                                          <p:val>
                                            <p:strVal val="#ppt_y-(0.354*#ppt_w-0.172*#ppt_h)"/>
                                          </p:val>
                                        </p:tav>
                                      </p:tavLst>
                                    </p:anim>
                                    <p:anim calcmode="lin" valueType="num">
                                      <p:cBhvr>
                                        <p:cTn id="65" dur="39" decel="50000" autoRev="1" fill="hold">
                                          <p:stCondLst>
                                            <p:cond delay="114"/>
                                          </p:stCondLst>
                                        </p:cTn>
                                        <p:tgtEl>
                                          <p:spTgt spid="27"/>
                                        </p:tgtEl>
                                        <p:attrNameLst>
                                          <p:attrName>ppt_y</p:attrName>
                                        </p:attrNameLst>
                                      </p:cBhvr>
                                      <p:tavLst>
                                        <p:tav tm="0">
                                          <p:val>
                                            <p:strVal val="#ppt_y-(0.354*#ppt_w-0.172*#ppt_h)"/>
                                          </p:val>
                                        </p:tav>
                                        <p:tav tm="100000">
                                          <p:val>
                                            <p:strVal val="#ppt_y-(0.354*#ppt_w-0.172*#ppt_h)-#ppt_h/2"/>
                                          </p:val>
                                        </p:tav>
                                      </p:tavLst>
                                    </p:anim>
                                    <p:anim calcmode="lin" valueType="num">
                                      <p:cBhvr>
                                        <p:cTn id="66" dur="34" fill="hold">
                                          <p:stCondLst>
                                            <p:cond delay="216"/>
                                          </p:stCondLst>
                                        </p:cTn>
                                        <p:tgtEl>
                                          <p:spTgt spid="27"/>
                                        </p:tgtEl>
                                        <p:attrNameLst>
                                          <p:attrName>ppt_y</p:attrName>
                                        </p:attrNameLst>
                                      </p:cBhvr>
                                      <p:tavLst>
                                        <p:tav tm="0">
                                          <p:val>
                                            <p:strVal val="#ppt_y-(0.354*#ppt_w-0.172*#ppt_h)"/>
                                          </p:val>
                                        </p:tav>
                                        <p:tav tm="100000">
                                          <p:val>
                                            <p:strVal val="#ppt_y"/>
                                          </p:val>
                                        </p:tav>
                                      </p:tavLst>
                                    </p:anim>
                                  </p:childTnLst>
                                </p:cTn>
                              </p:par>
                            </p:childTnLst>
                          </p:cTn>
                        </p:par>
                        <p:par>
                          <p:cTn id="67" fill="hold">
                            <p:stCondLst>
                              <p:cond delay="2375"/>
                            </p:stCondLst>
                            <p:childTnLst>
                              <p:par>
                                <p:cTn id="68" presetID="2" presetClass="entr" presetSubtype="1" fill="hold" grpId="0" nodeType="afterEffect">
                                  <p:stCondLst>
                                    <p:cond delay="0"/>
                                  </p:stCondLst>
                                  <p:childTnLst>
                                    <p:set>
                                      <p:cBhvr>
                                        <p:cTn id="69" dur="1" fill="hold">
                                          <p:stCondLst>
                                            <p:cond delay="0"/>
                                          </p:stCondLst>
                                        </p:cTn>
                                        <p:tgtEl>
                                          <p:spTgt spid="28"/>
                                        </p:tgtEl>
                                        <p:attrNameLst>
                                          <p:attrName>style.visibility</p:attrName>
                                        </p:attrNameLst>
                                      </p:cBhvr>
                                      <p:to>
                                        <p:strVal val="visible"/>
                                      </p:to>
                                    </p:set>
                                    <p:anim calcmode="lin" valueType="num">
                                      <p:cBhvr additive="base">
                                        <p:cTn id="70" dur="500" fill="hold"/>
                                        <p:tgtEl>
                                          <p:spTgt spid="28"/>
                                        </p:tgtEl>
                                        <p:attrNameLst>
                                          <p:attrName>ppt_x</p:attrName>
                                        </p:attrNameLst>
                                      </p:cBhvr>
                                      <p:tavLst>
                                        <p:tav tm="0">
                                          <p:val>
                                            <p:strVal val="#ppt_x"/>
                                          </p:val>
                                        </p:tav>
                                        <p:tav tm="100000">
                                          <p:val>
                                            <p:strVal val="#ppt_x"/>
                                          </p:val>
                                        </p:tav>
                                      </p:tavLst>
                                    </p:anim>
                                    <p:anim calcmode="lin" valueType="num">
                                      <p:cBhvr additive="base">
                                        <p:cTn id="71" dur="500" fill="hold"/>
                                        <p:tgtEl>
                                          <p:spTgt spid="28"/>
                                        </p:tgtEl>
                                        <p:attrNameLst>
                                          <p:attrName>ppt_y</p:attrName>
                                        </p:attrNameLst>
                                      </p:cBhvr>
                                      <p:tavLst>
                                        <p:tav tm="0">
                                          <p:val>
                                            <p:strVal val="0-#ppt_h/2"/>
                                          </p:val>
                                        </p:tav>
                                        <p:tav tm="100000">
                                          <p:val>
                                            <p:strVal val="#ppt_y"/>
                                          </p:val>
                                        </p:tav>
                                      </p:tavLst>
                                    </p:anim>
                                  </p:childTnLst>
                                </p:cTn>
                              </p:par>
                              <p:par>
                                <p:cTn id="72" presetID="2" presetClass="entr" presetSubtype="1" fill="hold" grpId="0" nodeType="withEffect">
                                  <p:stCondLst>
                                    <p:cond delay="250"/>
                                  </p:stCondLst>
                                  <p:childTnLst>
                                    <p:set>
                                      <p:cBhvr>
                                        <p:cTn id="73" dur="1" fill="hold">
                                          <p:stCondLst>
                                            <p:cond delay="0"/>
                                          </p:stCondLst>
                                        </p:cTn>
                                        <p:tgtEl>
                                          <p:spTgt spid="29"/>
                                        </p:tgtEl>
                                        <p:attrNameLst>
                                          <p:attrName>style.visibility</p:attrName>
                                        </p:attrNameLst>
                                      </p:cBhvr>
                                      <p:to>
                                        <p:strVal val="visible"/>
                                      </p:to>
                                    </p:set>
                                    <p:anim calcmode="lin" valueType="num">
                                      <p:cBhvr additive="base">
                                        <p:cTn id="74" dur="500" fill="hold"/>
                                        <p:tgtEl>
                                          <p:spTgt spid="29"/>
                                        </p:tgtEl>
                                        <p:attrNameLst>
                                          <p:attrName>ppt_x</p:attrName>
                                        </p:attrNameLst>
                                      </p:cBhvr>
                                      <p:tavLst>
                                        <p:tav tm="0">
                                          <p:val>
                                            <p:strVal val="#ppt_x"/>
                                          </p:val>
                                        </p:tav>
                                        <p:tav tm="100000">
                                          <p:val>
                                            <p:strVal val="#ppt_x"/>
                                          </p:val>
                                        </p:tav>
                                      </p:tavLst>
                                    </p:anim>
                                    <p:anim calcmode="lin" valueType="num">
                                      <p:cBhvr additive="base">
                                        <p:cTn id="75" dur="500" fill="hold"/>
                                        <p:tgtEl>
                                          <p:spTgt spid="29"/>
                                        </p:tgtEl>
                                        <p:attrNameLst>
                                          <p:attrName>ppt_y</p:attrName>
                                        </p:attrNameLst>
                                      </p:cBhvr>
                                      <p:tavLst>
                                        <p:tav tm="0">
                                          <p:val>
                                            <p:strVal val="0-#ppt_h/2"/>
                                          </p:val>
                                        </p:tav>
                                        <p:tav tm="100000">
                                          <p:val>
                                            <p:strVal val="#ppt_y"/>
                                          </p:val>
                                        </p:tav>
                                      </p:tavLst>
                                    </p:anim>
                                  </p:childTnLst>
                                </p:cTn>
                              </p:par>
                              <p:par>
                                <p:cTn id="76" presetID="2" presetClass="entr" presetSubtype="1" fill="hold" grpId="0" nodeType="withEffect">
                                  <p:stCondLst>
                                    <p:cond delay="500"/>
                                  </p:stCondLst>
                                  <p:childTnLst>
                                    <p:set>
                                      <p:cBhvr>
                                        <p:cTn id="77" dur="1" fill="hold">
                                          <p:stCondLst>
                                            <p:cond delay="0"/>
                                          </p:stCondLst>
                                        </p:cTn>
                                        <p:tgtEl>
                                          <p:spTgt spid="30"/>
                                        </p:tgtEl>
                                        <p:attrNameLst>
                                          <p:attrName>style.visibility</p:attrName>
                                        </p:attrNameLst>
                                      </p:cBhvr>
                                      <p:to>
                                        <p:strVal val="visible"/>
                                      </p:to>
                                    </p:set>
                                    <p:anim calcmode="lin" valueType="num">
                                      <p:cBhvr additive="base">
                                        <p:cTn id="78" dur="500" fill="hold"/>
                                        <p:tgtEl>
                                          <p:spTgt spid="30"/>
                                        </p:tgtEl>
                                        <p:attrNameLst>
                                          <p:attrName>ppt_x</p:attrName>
                                        </p:attrNameLst>
                                      </p:cBhvr>
                                      <p:tavLst>
                                        <p:tav tm="0">
                                          <p:val>
                                            <p:strVal val="#ppt_x"/>
                                          </p:val>
                                        </p:tav>
                                        <p:tav tm="100000">
                                          <p:val>
                                            <p:strVal val="#ppt_x"/>
                                          </p:val>
                                        </p:tav>
                                      </p:tavLst>
                                    </p:anim>
                                    <p:anim calcmode="lin" valueType="num">
                                      <p:cBhvr additive="base">
                                        <p:cTn id="79" dur="500" fill="hold"/>
                                        <p:tgtEl>
                                          <p:spTgt spid="30"/>
                                        </p:tgtEl>
                                        <p:attrNameLst>
                                          <p:attrName>ppt_y</p:attrName>
                                        </p:attrNameLst>
                                      </p:cBhvr>
                                      <p:tavLst>
                                        <p:tav tm="0">
                                          <p:val>
                                            <p:strVal val="0-#ppt_h/2"/>
                                          </p:val>
                                        </p:tav>
                                        <p:tav tm="100000">
                                          <p:val>
                                            <p:strVal val="#ppt_y"/>
                                          </p:val>
                                        </p:tav>
                                      </p:tavLst>
                                    </p:anim>
                                  </p:childTnLst>
                                </p:cTn>
                              </p:par>
                              <p:par>
                                <p:cTn id="80" presetID="2" presetClass="entr" presetSubtype="1" fill="hold" grpId="0" nodeType="withEffect">
                                  <p:stCondLst>
                                    <p:cond delay="750"/>
                                  </p:stCondLst>
                                  <p:childTnLst>
                                    <p:set>
                                      <p:cBhvr>
                                        <p:cTn id="81" dur="1" fill="hold">
                                          <p:stCondLst>
                                            <p:cond delay="0"/>
                                          </p:stCondLst>
                                        </p:cTn>
                                        <p:tgtEl>
                                          <p:spTgt spid="31"/>
                                        </p:tgtEl>
                                        <p:attrNameLst>
                                          <p:attrName>style.visibility</p:attrName>
                                        </p:attrNameLst>
                                      </p:cBhvr>
                                      <p:to>
                                        <p:strVal val="visible"/>
                                      </p:to>
                                    </p:set>
                                    <p:anim calcmode="lin" valueType="num">
                                      <p:cBhvr additive="base">
                                        <p:cTn id="82" dur="500" fill="hold"/>
                                        <p:tgtEl>
                                          <p:spTgt spid="31"/>
                                        </p:tgtEl>
                                        <p:attrNameLst>
                                          <p:attrName>ppt_x</p:attrName>
                                        </p:attrNameLst>
                                      </p:cBhvr>
                                      <p:tavLst>
                                        <p:tav tm="0">
                                          <p:val>
                                            <p:strVal val="#ppt_x"/>
                                          </p:val>
                                        </p:tav>
                                        <p:tav tm="100000">
                                          <p:val>
                                            <p:strVal val="#ppt_x"/>
                                          </p:val>
                                        </p:tav>
                                      </p:tavLst>
                                    </p:anim>
                                    <p:anim calcmode="lin" valueType="num">
                                      <p:cBhvr additive="base">
                                        <p:cTn id="83" dur="500" fill="hold"/>
                                        <p:tgtEl>
                                          <p:spTgt spid="31"/>
                                        </p:tgtEl>
                                        <p:attrNameLst>
                                          <p:attrName>ppt_y</p:attrName>
                                        </p:attrNameLst>
                                      </p:cBhvr>
                                      <p:tavLst>
                                        <p:tav tm="0">
                                          <p:val>
                                            <p:strVal val="0-#ppt_h/2"/>
                                          </p:val>
                                        </p:tav>
                                        <p:tav tm="100000">
                                          <p:val>
                                            <p:strVal val="#ppt_y"/>
                                          </p:val>
                                        </p:tav>
                                      </p:tavLst>
                                    </p:anim>
                                  </p:childTnLst>
                                </p:cTn>
                              </p:par>
                            </p:childTnLst>
                          </p:cTn>
                        </p:par>
                        <p:par>
                          <p:cTn id="84" fill="hold">
                            <p:stCondLst>
                              <p:cond delay="2875"/>
                            </p:stCondLst>
                            <p:childTnLst>
                              <p:par>
                                <p:cTn id="85" presetID="38" presetClass="entr" presetSubtype="0" accel="50000" fill="hold" grpId="0" nodeType="afterEffect">
                                  <p:stCondLst>
                                    <p:cond delay="0"/>
                                  </p:stCondLst>
                                  <p:iterate type="lt">
                                    <p:tmPct val="50000"/>
                                  </p:iterate>
                                  <p:childTnLst>
                                    <p:set>
                                      <p:cBhvr>
                                        <p:cTn id="86" dur="1" fill="hold">
                                          <p:stCondLst>
                                            <p:cond delay="0"/>
                                          </p:stCondLst>
                                        </p:cTn>
                                        <p:tgtEl>
                                          <p:spTgt spid="10"/>
                                        </p:tgtEl>
                                        <p:attrNameLst>
                                          <p:attrName>style.visibility</p:attrName>
                                        </p:attrNameLst>
                                      </p:cBhvr>
                                      <p:to>
                                        <p:strVal val="visible"/>
                                      </p:to>
                                    </p:set>
                                    <p:set>
                                      <p:cBhvr>
                                        <p:cTn id="87" dur="46" fill="hold">
                                          <p:stCondLst>
                                            <p:cond delay="0"/>
                                          </p:stCondLst>
                                        </p:cTn>
                                        <p:tgtEl>
                                          <p:spTgt spid="10"/>
                                        </p:tgtEl>
                                        <p:attrNameLst>
                                          <p:attrName>style.rotation</p:attrName>
                                        </p:attrNameLst>
                                      </p:cBhvr>
                                      <p:to>
                                        <p:strVal val="-45.0"/>
                                      </p:to>
                                    </p:set>
                                    <p:anim calcmode="lin" valueType="num">
                                      <p:cBhvr>
                                        <p:cTn id="88" dur="46" fill="hold">
                                          <p:stCondLst>
                                            <p:cond delay="46"/>
                                          </p:stCondLst>
                                        </p:cTn>
                                        <p:tgtEl>
                                          <p:spTgt spid="10"/>
                                        </p:tgtEl>
                                        <p:attrNameLst>
                                          <p:attrName>style.rotation</p:attrName>
                                        </p:attrNameLst>
                                      </p:cBhvr>
                                      <p:tavLst>
                                        <p:tav tm="0">
                                          <p:val>
                                            <p:fltVal val="-45"/>
                                          </p:val>
                                        </p:tav>
                                        <p:tav tm="69900">
                                          <p:val>
                                            <p:fltVal val="45"/>
                                          </p:val>
                                        </p:tav>
                                        <p:tav tm="100000">
                                          <p:val>
                                            <p:fltVal val="0"/>
                                          </p:val>
                                        </p:tav>
                                      </p:tavLst>
                                    </p:anim>
                                    <p:anim calcmode="lin" valueType="num">
                                      <p:cBhvr>
                                        <p:cTn id="89" dur="46" fill="hold">
                                          <p:stCondLst>
                                            <p:cond delay="0"/>
                                          </p:stCondLst>
                                        </p:cTn>
                                        <p:tgtEl>
                                          <p:spTgt spid="10"/>
                                        </p:tgtEl>
                                        <p:attrNameLst>
                                          <p:attrName>ppt_y</p:attrName>
                                        </p:attrNameLst>
                                      </p:cBhvr>
                                      <p:tavLst>
                                        <p:tav tm="0">
                                          <p:val>
                                            <p:strVal val="#ppt_y-1"/>
                                          </p:val>
                                        </p:tav>
                                        <p:tav tm="100000">
                                          <p:val>
                                            <p:strVal val="#ppt_y-(0.354*#ppt_w-0.172*#ppt_h)"/>
                                          </p:val>
                                        </p:tav>
                                      </p:tavLst>
                                    </p:anim>
                                    <p:anim calcmode="lin" valueType="num">
                                      <p:cBhvr>
                                        <p:cTn id="90" dur="16" decel="50000" autoRev="1" fill="hold">
                                          <p:stCondLst>
                                            <p:cond delay="46"/>
                                          </p:stCondLst>
                                        </p:cTn>
                                        <p:tgtEl>
                                          <p:spTgt spid="10"/>
                                        </p:tgtEl>
                                        <p:attrNameLst>
                                          <p:attrName>ppt_y</p:attrName>
                                        </p:attrNameLst>
                                      </p:cBhvr>
                                      <p:tavLst>
                                        <p:tav tm="0">
                                          <p:val>
                                            <p:strVal val="#ppt_y-(0.354*#ppt_w-0.172*#ppt_h)"/>
                                          </p:val>
                                        </p:tav>
                                        <p:tav tm="100000">
                                          <p:val>
                                            <p:strVal val="#ppt_y-(0.354*#ppt_w-0.172*#ppt_h)-#ppt_h/2"/>
                                          </p:val>
                                        </p:tav>
                                      </p:tavLst>
                                    </p:anim>
                                    <p:anim calcmode="lin" valueType="num">
                                      <p:cBhvr>
                                        <p:cTn id="91" dur="14" fill="hold">
                                          <p:stCondLst>
                                            <p:cond delay="86"/>
                                          </p:stCondLst>
                                        </p:cTn>
                                        <p:tgtEl>
                                          <p:spTgt spid="10"/>
                                        </p:tgtEl>
                                        <p:attrNameLst>
                                          <p:attrName>ppt_y</p:attrName>
                                        </p:attrNameLst>
                                      </p:cBhvr>
                                      <p:tavLst>
                                        <p:tav tm="0">
                                          <p:val>
                                            <p:strVal val="#ppt_y-(0.354*#ppt_w-0.172*#ppt_h)"/>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0" bldLvl="0" animBg="1"/>
      <p:bldP spid="12" grpId="1" bldLvl="0" animBg="1"/>
      <p:bldP spid="12" grpId="2" bldLvl="0" animBg="1"/>
      <p:bldP spid="13" grpId="0" bldLvl="0" animBg="1"/>
      <p:bldP spid="13" grpId="1" bldLvl="0" animBg="1"/>
      <p:bldP spid="13" grpId="2" bldLvl="0" animBg="1"/>
      <p:bldP spid="23" grpId="0" bldLvl="0" animBg="1"/>
      <p:bldP spid="23" grpId="1" bldLvl="0" animBg="1"/>
      <p:bldP spid="23" grpId="2" bldLvl="0" animBg="1"/>
      <p:bldP spid="27" grpId="0"/>
      <p:bldP spid="28" grpId="0"/>
      <p:bldP spid="29" grpId="0"/>
      <p:bldP spid="30" grpId="0"/>
      <p:bldP spid="31" grpId="0"/>
    </p:bldLst>
  </p:timing>
</p:sld>
</file>

<file path=ppt/tags/tag1.xml><?xml version="1.0" encoding="utf-8"?>
<p:tagLst xmlns:p="http://schemas.openxmlformats.org/presentationml/2006/main">
  <p:tag name="KSO_WM_SLIDE_MODEL_TYPE" val="cover"/>
</p:tagLst>
</file>

<file path=ppt/theme/theme1.xml><?xml version="1.0" encoding="utf-8"?>
<a:theme xmlns:a="http://schemas.openxmlformats.org/drawingml/2006/main" name="第一PPT，www.1ppt.com">
  <a:themeElements>
    <a:clrScheme name="Verve">
      <a:dk1>
        <a:sysClr val="windowText" lastClr="000000"/>
      </a:dk1>
      <a:lt1>
        <a:sysClr val="window" lastClr="FFFFFF"/>
      </a:lt1>
      <a:dk2>
        <a:srgbClr val="666666"/>
      </a:dk2>
      <a:lt2>
        <a:srgbClr val="D2D2D2"/>
      </a:lt2>
      <a:accent1>
        <a:srgbClr val="FF388C"/>
      </a:accent1>
      <a:accent2>
        <a:srgbClr val="E40059"/>
      </a:accent2>
      <a:accent3>
        <a:srgbClr val="9C007F"/>
      </a:accent3>
      <a:accent4>
        <a:srgbClr val="68007F"/>
      </a:accent4>
      <a:accent5>
        <a:srgbClr val="005BD3"/>
      </a:accent5>
      <a:accent6>
        <a:srgbClr val="00349E"/>
      </a:accent6>
      <a:hlink>
        <a:srgbClr val="17BBFD"/>
      </a:hlink>
      <a:folHlink>
        <a:srgbClr val="FF79C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3116</Words>
  <Application>WPS 演示</Application>
  <PresentationFormat>自定义</PresentationFormat>
  <Paragraphs>263</Paragraphs>
  <Slides>22</Slides>
  <Notes>0</Notes>
  <HiddenSlides>0</HiddenSlides>
  <MMClips>0</MMClips>
  <ScaleCrop>false</ScaleCrop>
  <HeadingPairs>
    <vt:vector size="6" baseType="variant">
      <vt:variant>
        <vt:lpstr>已用的字体</vt:lpstr>
      </vt:variant>
      <vt:variant>
        <vt:i4>22</vt:i4>
      </vt:variant>
      <vt:variant>
        <vt:lpstr>主题</vt:lpstr>
      </vt:variant>
      <vt:variant>
        <vt:i4>1</vt:i4>
      </vt:variant>
      <vt:variant>
        <vt:lpstr>幻灯片标题</vt:lpstr>
      </vt:variant>
      <vt:variant>
        <vt:i4>22</vt:i4>
      </vt:variant>
    </vt:vector>
  </HeadingPairs>
  <TitlesOfParts>
    <vt:vector size="45" baseType="lpstr">
      <vt:lpstr>Arial</vt:lpstr>
      <vt:lpstr>宋体</vt:lpstr>
      <vt:lpstr>Wingdings</vt:lpstr>
      <vt:lpstr>微软雅黑</vt:lpstr>
      <vt:lpstr>Calibri</vt:lpstr>
      <vt:lpstr>Impact</vt:lpstr>
      <vt:lpstr>Century Gothic</vt:lpstr>
      <vt:lpstr>Wingdings</vt:lpstr>
      <vt:lpstr>Segoe UI Semilight</vt:lpstr>
      <vt:lpstr>华文中宋</vt:lpstr>
      <vt:lpstr>时尚中黑简体</vt:lpstr>
      <vt:lpstr>Arial Unicode MS</vt:lpstr>
      <vt:lpstr>Calibri Light</vt:lpstr>
      <vt:lpstr>黑体</vt:lpstr>
      <vt:lpstr>Roboto</vt:lpstr>
      <vt:lpstr>Times New Roman</vt:lpstr>
      <vt:lpstr>Swis721 Lt BT</vt:lpstr>
      <vt:lpstr>Yu Gothic UI Semilight</vt:lpstr>
      <vt:lpstr>LilyUPC</vt:lpstr>
      <vt:lpstr>Agency FB</vt:lpstr>
      <vt:lpstr>Trebuchet MS</vt:lpstr>
      <vt:lpstr>Microsoft Sans Serif</vt:lpstr>
      <vt:lpstr>第一PPT，www.1ppt.com</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第一PPT，www.1ppt.com</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互联网</dc:title>
  <dc:creator>第一PPT</dc:creator>
  <cp:keywords>www.1ppt.com</cp:keywords>
  <dc:description>www.1ppt.com</dc:description>
  <cp:lastModifiedBy>Administrator</cp:lastModifiedBy>
  <cp:revision>20</cp:revision>
  <dcterms:created xsi:type="dcterms:W3CDTF">2017-05-27T04:45:00Z</dcterms:created>
  <dcterms:modified xsi:type="dcterms:W3CDTF">2025-02-14T02:44:56Z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2052-12.1.0.19770</vt:lpwstr>
  </property>
  <property fmtid="{D5CDD505-2E9C-101B-9397-08002B2CF9AE}" pid="3" name="ICV">
    <vt:lpwstr>4C4AFB661D9946069D6C3010F7EB9256_13</vt:lpwstr>
  </property>
</Properties>
</file>